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76" r:id="rId7"/>
    <p:sldId id="261" r:id="rId8"/>
    <p:sldId id="267" r:id="rId9"/>
    <p:sldId id="262" r:id="rId10"/>
    <p:sldId id="263" r:id="rId11"/>
    <p:sldId id="265" r:id="rId12"/>
    <p:sldId id="266" r:id="rId13"/>
    <p:sldId id="272" r:id="rId14"/>
    <p:sldId id="271" r:id="rId15"/>
    <p:sldId id="274" r:id="rId16"/>
    <p:sldId id="275" r:id="rId17"/>
    <p:sldId id="273" r:id="rId18"/>
    <p:sldId id="277" r:id="rId19"/>
    <p:sldId id="278" r:id="rId20"/>
    <p:sldId id="279" r:id="rId21"/>
    <p:sldId id="280" r:id="rId22"/>
    <p:sldId id="282" r:id="rId23"/>
    <p:sldId id="281" r:id="rId24"/>
    <p:sldId id="283" r:id="rId25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DCF8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3132" y="-588"/>
      </p:cViewPr>
      <p:guideLst>
        <p:guide orient="horz" pos="67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0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0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0.png"/><Relationship Id="rId11" Type="http://schemas.openxmlformats.org/officeDocument/2006/relationships/image" Target="../media/image92.png"/><Relationship Id="rId5" Type="http://schemas.openxmlformats.org/officeDocument/2006/relationships/image" Target="../media/image860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0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image" Target="../media/image1.jpeg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0.png"/><Relationship Id="rId4" Type="http://schemas.openxmlformats.org/officeDocument/2006/relationships/image" Target="../media/image10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13" Type="http://schemas.openxmlformats.org/officeDocument/2006/relationships/image" Target="../media/image1140.png"/><Relationship Id="rId18" Type="http://schemas.openxmlformats.org/officeDocument/2006/relationships/image" Target="../media/image119.png"/><Relationship Id="rId3" Type="http://schemas.openxmlformats.org/officeDocument/2006/relationships/image" Target="../media/image1040.png"/><Relationship Id="rId21" Type="http://schemas.openxmlformats.org/officeDocument/2006/relationships/image" Target="../media/image122.png"/><Relationship Id="rId7" Type="http://schemas.openxmlformats.org/officeDocument/2006/relationships/image" Target="../media/image1080.png"/><Relationship Id="rId12" Type="http://schemas.openxmlformats.org/officeDocument/2006/relationships/image" Target="../media/image1130.png"/><Relationship Id="rId17" Type="http://schemas.openxmlformats.org/officeDocument/2006/relationships/image" Target="../media/image118.png"/><Relationship Id="rId2" Type="http://schemas.openxmlformats.org/officeDocument/2006/relationships/image" Target="../media/image1030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11" Type="http://schemas.openxmlformats.org/officeDocument/2006/relationships/image" Target="../media/image1120.png"/><Relationship Id="rId5" Type="http://schemas.openxmlformats.org/officeDocument/2006/relationships/image" Target="../media/image1060.png"/><Relationship Id="rId15" Type="http://schemas.openxmlformats.org/officeDocument/2006/relationships/image" Target="../media/image116.png"/><Relationship Id="rId10" Type="http://schemas.openxmlformats.org/officeDocument/2006/relationships/image" Target="../media/image1110.png"/><Relationship Id="rId19" Type="http://schemas.openxmlformats.org/officeDocument/2006/relationships/image" Target="../media/image120.png"/><Relationship Id="rId4" Type="http://schemas.openxmlformats.org/officeDocument/2006/relationships/image" Target="../media/image1050.png"/><Relationship Id="rId9" Type="http://schemas.openxmlformats.org/officeDocument/2006/relationships/image" Target="../media/image1100.png"/><Relationship Id="rId14" Type="http://schemas.openxmlformats.org/officeDocument/2006/relationships/image" Target="../media/image1150.png"/><Relationship Id="rId22" Type="http://schemas.openxmlformats.org/officeDocument/2006/relationships/image" Target="../media/image1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0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0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16.png"/><Relationship Id="rId5" Type="http://schemas.openxmlformats.org/officeDocument/2006/relationships/image" Target="../media/image1100.png"/><Relationship Id="rId15" Type="http://schemas.openxmlformats.org/officeDocument/2006/relationships/image" Target="../media/image120.png"/><Relationship Id="rId10" Type="http://schemas.openxmlformats.org/officeDocument/2006/relationships/image" Target="../media/image1150.png"/><Relationship Id="rId4" Type="http://schemas.openxmlformats.org/officeDocument/2006/relationships/image" Target="../media/image1090.png"/><Relationship Id="rId9" Type="http://schemas.openxmlformats.org/officeDocument/2006/relationships/image" Target="../media/image1140.png"/><Relationship Id="rId14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13" Type="http://schemas.openxmlformats.org/officeDocument/2006/relationships/image" Target="../media/image159.png"/><Relationship Id="rId3" Type="http://schemas.openxmlformats.org/officeDocument/2006/relationships/image" Target="../media/image149.png"/><Relationship Id="rId7" Type="http://schemas.openxmlformats.org/officeDocument/2006/relationships/image" Target="../media/image153.png"/><Relationship Id="rId12" Type="http://schemas.openxmlformats.org/officeDocument/2006/relationships/image" Target="../media/image158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11" Type="http://schemas.openxmlformats.org/officeDocument/2006/relationships/image" Target="../media/image157.png"/><Relationship Id="rId5" Type="http://schemas.openxmlformats.org/officeDocument/2006/relationships/image" Target="../media/image151.png"/><Relationship Id="rId10" Type="http://schemas.openxmlformats.org/officeDocument/2006/relationships/image" Target="../media/image156.png"/><Relationship Id="rId4" Type="http://schemas.openxmlformats.org/officeDocument/2006/relationships/image" Target="../media/image150.png"/><Relationship Id="rId9" Type="http://schemas.openxmlformats.org/officeDocument/2006/relationships/image" Target="../media/image15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13" Type="http://schemas.openxmlformats.org/officeDocument/2006/relationships/image" Target="../media/image171.png"/><Relationship Id="rId3" Type="http://schemas.openxmlformats.org/officeDocument/2006/relationships/image" Target="../media/image161.png"/><Relationship Id="rId7" Type="http://schemas.openxmlformats.org/officeDocument/2006/relationships/image" Target="../media/image165.png"/><Relationship Id="rId12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4.png"/><Relationship Id="rId11" Type="http://schemas.openxmlformats.org/officeDocument/2006/relationships/image" Target="../media/image169.png"/><Relationship Id="rId5" Type="http://schemas.openxmlformats.org/officeDocument/2006/relationships/image" Target="../media/image163.png"/><Relationship Id="rId10" Type="http://schemas.openxmlformats.org/officeDocument/2006/relationships/image" Target="../media/image168.png"/><Relationship Id="rId4" Type="http://schemas.openxmlformats.org/officeDocument/2006/relationships/image" Target="../media/image162.png"/><Relationship Id="rId9" Type="http://schemas.openxmlformats.org/officeDocument/2006/relationships/image" Target="../media/image167.png"/><Relationship Id="rId14" Type="http://schemas.openxmlformats.org/officeDocument/2006/relationships/image" Target="../media/image17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9.png"/><Relationship Id="rId13" Type="http://schemas.openxmlformats.org/officeDocument/2006/relationships/image" Target="../media/image184.png"/><Relationship Id="rId3" Type="http://schemas.openxmlformats.org/officeDocument/2006/relationships/image" Target="../media/image174.png"/><Relationship Id="rId7" Type="http://schemas.openxmlformats.org/officeDocument/2006/relationships/image" Target="../media/image178.png"/><Relationship Id="rId12" Type="http://schemas.openxmlformats.org/officeDocument/2006/relationships/image" Target="../media/image183.png"/><Relationship Id="rId2" Type="http://schemas.openxmlformats.org/officeDocument/2006/relationships/image" Target="../media/image173.png"/><Relationship Id="rId16" Type="http://schemas.openxmlformats.org/officeDocument/2006/relationships/image" Target="../media/image1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7.png"/><Relationship Id="rId11" Type="http://schemas.openxmlformats.org/officeDocument/2006/relationships/image" Target="../media/image182.png"/><Relationship Id="rId5" Type="http://schemas.openxmlformats.org/officeDocument/2006/relationships/image" Target="../media/image176.png"/><Relationship Id="rId15" Type="http://schemas.openxmlformats.org/officeDocument/2006/relationships/image" Target="../media/image186.png"/><Relationship Id="rId10" Type="http://schemas.openxmlformats.org/officeDocument/2006/relationships/image" Target="../media/image181.png"/><Relationship Id="rId4" Type="http://schemas.openxmlformats.org/officeDocument/2006/relationships/image" Target="../media/image175.png"/><Relationship Id="rId9" Type="http://schemas.openxmlformats.org/officeDocument/2006/relationships/image" Target="../media/image180.png"/><Relationship Id="rId14" Type="http://schemas.openxmlformats.org/officeDocument/2006/relationships/image" Target="../media/image18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png"/><Relationship Id="rId13" Type="http://schemas.openxmlformats.org/officeDocument/2006/relationships/image" Target="../media/image199.png"/><Relationship Id="rId18" Type="http://schemas.openxmlformats.org/officeDocument/2006/relationships/image" Target="../media/image205.png"/><Relationship Id="rId3" Type="http://schemas.openxmlformats.org/officeDocument/2006/relationships/image" Target="../media/image189.png"/><Relationship Id="rId7" Type="http://schemas.openxmlformats.org/officeDocument/2006/relationships/image" Target="../media/image193.png"/><Relationship Id="rId12" Type="http://schemas.openxmlformats.org/officeDocument/2006/relationships/image" Target="../media/image198.png"/><Relationship Id="rId17" Type="http://schemas.openxmlformats.org/officeDocument/2006/relationships/image" Target="../media/image204.png"/><Relationship Id="rId2" Type="http://schemas.openxmlformats.org/officeDocument/2006/relationships/image" Target="../media/image188.png"/><Relationship Id="rId16" Type="http://schemas.openxmlformats.org/officeDocument/2006/relationships/image" Target="../media/image203.png"/><Relationship Id="rId20" Type="http://schemas.openxmlformats.org/officeDocument/2006/relationships/image" Target="../media/image2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2.png"/><Relationship Id="rId11" Type="http://schemas.openxmlformats.org/officeDocument/2006/relationships/image" Target="../media/image197.png"/><Relationship Id="rId5" Type="http://schemas.openxmlformats.org/officeDocument/2006/relationships/image" Target="../media/image191.png"/><Relationship Id="rId15" Type="http://schemas.openxmlformats.org/officeDocument/2006/relationships/image" Target="../media/image202.png"/><Relationship Id="rId10" Type="http://schemas.openxmlformats.org/officeDocument/2006/relationships/image" Target="../media/image196.png"/><Relationship Id="rId19" Type="http://schemas.openxmlformats.org/officeDocument/2006/relationships/image" Target="../media/image206.png"/><Relationship Id="rId4" Type="http://schemas.openxmlformats.org/officeDocument/2006/relationships/image" Target="../media/image190.png"/><Relationship Id="rId9" Type="http://schemas.openxmlformats.org/officeDocument/2006/relationships/image" Target="../media/image195.png"/><Relationship Id="rId14" Type="http://schemas.openxmlformats.org/officeDocument/2006/relationships/image" Target="../media/image20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5.png"/><Relationship Id="rId3" Type="http://schemas.openxmlformats.org/officeDocument/2006/relationships/image" Target="../media/image209.png"/><Relationship Id="rId7" Type="http://schemas.openxmlformats.org/officeDocument/2006/relationships/image" Target="../media/image214.png"/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3.png"/><Relationship Id="rId5" Type="http://schemas.openxmlformats.org/officeDocument/2006/relationships/image" Target="../media/image212.png"/><Relationship Id="rId10" Type="http://schemas.openxmlformats.org/officeDocument/2006/relationships/image" Target="../media/image217.png"/><Relationship Id="rId4" Type="http://schemas.openxmlformats.org/officeDocument/2006/relationships/image" Target="../media/image211.png"/><Relationship Id="rId9" Type="http://schemas.openxmlformats.org/officeDocument/2006/relationships/image" Target="../media/image21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4.png"/><Relationship Id="rId3" Type="http://schemas.openxmlformats.org/officeDocument/2006/relationships/image" Target="../media/image219.png"/><Relationship Id="rId7" Type="http://schemas.openxmlformats.org/officeDocument/2006/relationships/image" Target="../media/image223.png"/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2.png"/><Relationship Id="rId5" Type="http://schemas.openxmlformats.org/officeDocument/2006/relationships/image" Target="../media/image221.png"/><Relationship Id="rId10" Type="http://schemas.openxmlformats.org/officeDocument/2006/relationships/image" Target="../media/image226.png"/><Relationship Id="rId4" Type="http://schemas.openxmlformats.org/officeDocument/2006/relationships/image" Target="../media/image220.png"/><Relationship Id="rId9" Type="http://schemas.openxmlformats.org/officeDocument/2006/relationships/image" Target="../media/image22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7.png"/><Relationship Id="rId3" Type="http://schemas.openxmlformats.org/officeDocument/2006/relationships/image" Target="../media/image219.png"/><Relationship Id="rId7" Type="http://schemas.openxmlformats.org/officeDocument/2006/relationships/image" Target="../media/image223.png"/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2.png"/><Relationship Id="rId11" Type="http://schemas.openxmlformats.org/officeDocument/2006/relationships/image" Target="../media/image230.png"/><Relationship Id="rId5" Type="http://schemas.openxmlformats.org/officeDocument/2006/relationships/image" Target="../media/image221.png"/><Relationship Id="rId10" Type="http://schemas.openxmlformats.org/officeDocument/2006/relationships/image" Target="../media/image229.png"/><Relationship Id="rId4" Type="http://schemas.openxmlformats.org/officeDocument/2006/relationships/image" Target="../media/image220.png"/><Relationship Id="rId9" Type="http://schemas.openxmlformats.org/officeDocument/2006/relationships/image" Target="../media/image2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4EFDE9D5-38FC-11B6-76AE-D71E50F81160}"/>
              </a:ext>
            </a:extLst>
          </p:cNvPr>
          <p:cNvCxnSpPr>
            <a:cxnSpLocks/>
          </p:cNvCxnSpPr>
          <p:nvPr/>
        </p:nvCxnSpPr>
        <p:spPr>
          <a:xfrm flipV="1">
            <a:off x="1620782" y="3158766"/>
            <a:ext cx="1" cy="9360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93CF45E-32B7-EBF8-FB55-A1AEEF6F04AF}"/>
              </a:ext>
            </a:extLst>
          </p:cNvPr>
          <p:cNvCxnSpPr>
            <a:cxnSpLocks/>
          </p:cNvCxnSpPr>
          <p:nvPr/>
        </p:nvCxnSpPr>
        <p:spPr>
          <a:xfrm flipV="1">
            <a:off x="1609499" y="4059711"/>
            <a:ext cx="936000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/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/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/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9BAF2DB-0D1C-11CE-E724-9BA9E9C657CD}"/>
              </a:ext>
            </a:extLst>
          </p:cNvPr>
          <p:cNvCxnSpPr>
            <a:cxnSpLocks/>
          </p:cNvCxnSpPr>
          <p:nvPr/>
        </p:nvCxnSpPr>
        <p:spPr>
          <a:xfrm flipH="1">
            <a:off x="1152782" y="4068634"/>
            <a:ext cx="468000" cy="468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6C46393-3ADF-8289-FA86-A5F661E42475}"/>
              </a:ext>
            </a:extLst>
          </p:cNvPr>
          <p:cNvCxnSpPr>
            <a:cxnSpLocks/>
          </p:cNvCxnSpPr>
          <p:nvPr/>
        </p:nvCxnSpPr>
        <p:spPr>
          <a:xfrm flipV="1">
            <a:off x="1617358" y="2439455"/>
            <a:ext cx="607682" cy="1655311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/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Pfeil: nach rechts gekrümmt 14">
            <a:extLst>
              <a:ext uri="{FF2B5EF4-FFF2-40B4-BE49-F238E27FC236}">
                <a16:creationId xmlns:a16="http://schemas.microsoft.com/office/drawing/2014/main" id="{BDFEECDC-7D0C-03BE-BE0A-DFA3E4338F2D}"/>
              </a:ext>
            </a:extLst>
          </p:cNvPr>
          <p:cNvSpPr/>
          <p:nvPr/>
        </p:nvSpPr>
        <p:spPr>
          <a:xfrm rot="1195101">
            <a:off x="1838953" y="2886792"/>
            <a:ext cx="312420" cy="259076"/>
          </a:xfrm>
          <a:prstGeom prst="curvedRightArrow">
            <a:avLst>
              <a:gd name="adj1" fmla="val 25000"/>
              <a:gd name="adj2" fmla="val 50000"/>
              <a:gd name="adj3" fmla="val 4558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9EC41E8-FE87-8374-FD71-EC413989ED6D}"/>
              </a:ext>
            </a:extLst>
          </p:cNvPr>
          <p:cNvCxnSpPr>
            <a:cxnSpLocks/>
          </p:cNvCxnSpPr>
          <p:nvPr/>
        </p:nvCxnSpPr>
        <p:spPr>
          <a:xfrm flipH="1">
            <a:off x="2013317" y="2590800"/>
            <a:ext cx="151879" cy="42553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/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49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Würfel 38">
            <a:extLst>
              <a:ext uri="{FF2B5EF4-FFF2-40B4-BE49-F238E27FC236}">
                <a16:creationId xmlns:a16="http://schemas.microsoft.com/office/drawing/2014/main" id="{BD9B52AD-92B8-4D62-76CD-3151067241F7}"/>
              </a:ext>
            </a:extLst>
          </p:cNvPr>
          <p:cNvSpPr/>
          <p:nvPr/>
        </p:nvSpPr>
        <p:spPr>
          <a:xfrm>
            <a:off x="-856852" y="6096000"/>
            <a:ext cx="8050572" cy="2069349"/>
          </a:xfrm>
          <a:prstGeom prst="cube">
            <a:avLst>
              <a:gd name="adj" fmla="val 90293"/>
            </a:avLst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80698B6-1278-E38B-8471-459F56F10EB2}"/>
              </a:ext>
            </a:extLst>
          </p:cNvPr>
          <p:cNvGrpSpPr/>
          <p:nvPr/>
        </p:nvGrpSpPr>
        <p:grpSpPr>
          <a:xfrm>
            <a:off x="5828602" y="4746196"/>
            <a:ext cx="1380782" cy="2090501"/>
            <a:chOff x="1530916" y="260550"/>
            <a:chExt cx="1380782" cy="2090501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37AB262-A87F-B5FF-5001-C9C2D6637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4BBAECBD-D59B-6A50-5B46-C8476233EA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66667"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/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/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98422F0-0586-FF29-D09D-0BE79924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8C5E11E-B32D-B531-49A3-A891C5693FB3}"/>
              </a:ext>
            </a:extLst>
          </p:cNvPr>
          <p:cNvGrpSpPr/>
          <p:nvPr/>
        </p:nvGrpSpPr>
        <p:grpSpPr>
          <a:xfrm>
            <a:off x="812144" y="4204776"/>
            <a:ext cx="950230" cy="2250794"/>
            <a:chOff x="4129150" y="4560649"/>
            <a:chExt cx="950230" cy="2250794"/>
          </a:xfrm>
        </p:grpSpPr>
        <p:sp>
          <p:nvSpPr>
            <p:cNvPr id="40" name="Würfel 39">
              <a:extLst>
                <a:ext uri="{FF2B5EF4-FFF2-40B4-BE49-F238E27FC236}">
                  <a16:creationId xmlns:a16="http://schemas.microsoft.com/office/drawing/2014/main" id="{5FCD74A6-437C-9C49-72CD-EA64D192AF14}"/>
                </a:ext>
              </a:extLst>
            </p:cNvPr>
            <p:cNvSpPr/>
            <p:nvPr/>
          </p:nvSpPr>
          <p:spPr>
            <a:xfrm>
              <a:off x="4129150" y="6477098"/>
              <a:ext cx="950230" cy="334345"/>
            </a:xfrm>
            <a:prstGeom prst="cube">
              <a:avLst>
                <a:gd name="adj" fmla="val 55294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Zylinder 40">
              <a:extLst>
                <a:ext uri="{FF2B5EF4-FFF2-40B4-BE49-F238E27FC236}">
                  <a16:creationId xmlns:a16="http://schemas.microsoft.com/office/drawing/2014/main" id="{CF876117-3D02-141D-4EF4-F6F75599C4D6}"/>
                </a:ext>
              </a:extLst>
            </p:cNvPr>
            <p:cNvSpPr/>
            <p:nvPr/>
          </p:nvSpPr>
          <p:spPr>
            <a:xfrm>
              <a:off x="4526162" y="5053013"/>
              <a:ext cx="179605" cy="150728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Würfel 42">
              <a:extLst>
                <a:ext uri="{FF2B5EF4-FFF2-40B4-BE49-F238E27FC236}">
                  <a16:creationId xmlns:a16="http://schemas.microsoft.com/office/drawing/2014/main" id="{E0103DF0-E8E3-26E9-059D-0B23AD6F5E82}"/>
                </a:ext>
              </a:extLst>
            </p:cNvPr>
            <p:cNvSpPr/>
            <p:nvPr/>
          </p:nvSpPr>
          <p:spPr>
            <a:xfrm rot="1468719">
              <a:off x="4438914" y="4560649"/>
              <a:ext cx="588158" cy="679017"/>
            </a:xfrm>
            <a:prstGeom prst="cube">
              <a:avLst>
                <a:gd name="adj" fmla="val 44813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Zylinder 41">
              <a:extLst>
                <a:ext uri="{FF2B5EF4-FFF2-40B4-BE49-F238E27FC236}">
                  <a16:creationId xmlns:a16="http://schemas.microsoft.com/office/drawing/2014/main" id="{57F11CBA-FE82-7B60-00E7-8AFCA31B3410}"/>
                </a:ext>
              </a:extLst>
            </p:cNvPr>
            <p:cNvSpPr/>
            <p:nvPr/>
          </p:nvSpPr>
          <p:spPr>
            <a:xfrm rot="7085268">
              <a:off x="4803488" y="4887550"/>
              <a:ext cx="240105" cy="217829"/>
            </a:xfrm>
            <a:prstGeom prst="can">
              <a:avLst>
                <a:gd name="adj" fmla="val 5000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207877C-1968-2A89-7457-91C482762306}"/>
              </a:ext>
            </a:extLst>
          </p:cNvPr>
          <p:cNvGrpSpPr/>
          <p:nvPr/>
        </p:nvGrpSpPr>
        <p:grpSpPr>
          <a:xfrm rot="1409809">
            <a:off x="310544" y="4185433"/>
            <a:ext cx="1953429" cy="1332800"/>
            <a:chOff x="1055857" y="1222185"/>
            <a:chExt cx="2551587" cy="1740916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67081E3E-DC50-A076-2EA2-716BA0586F4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FCC9082-0BFD-FF05-E358-89061498A6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41379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98611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00000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E5BF3B85-09AA-6994-3CB3-94000D310EA2}"/>
                </a:ext>
              </a:extLst>
            </p:cNvPr>
            <p:cNvCxnSpPr>
              <a:cxnSpLocks/>
            </p:cNvCxnSpPr>
            <p:nvPr/>
          </p:nvCxnSpPr>
          <p:spPr>
            <a:xfrm rot="20190191" flipH="1">
              <a:off x="1946969" y="1820848"/>
              <a:ext cx="836086" cy="32939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Ellipse 89">
            <a:extLst>
              <a:ext uri="{FF2B5EF4-FFF2-40B4-BE49-F238E27FC236}">
                <a16:creationId xmlns:a16="http://schemas.microsoft.com/office/drawing/2014/main" id="{293B1FE0-4800-27FB-6690-78660AD7A373}"/>
              </a:ext>
            </a:extLst>
          </p:cNvPr>
          <p:cNvSpPr/>
          <p:nvPr/>
        </p:nvSpPr>
        <p:spPr>
          <a:xfrm>
            <a:off x="4122330" y="6368145"/>
            <a:ext cx="1081257" cy="248312"/>
          </a:xfrm>
          <a:prstGeom prst="ellipse">
            <a:avLst/>
          </a:prstGeom>
          <a:blipFill>
            <a:blip r:embed="rId9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/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WC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reihandform: Form 107">
            <a:extLst>
              <a:ext uri="{FF2B5EF4-FFF2-40B4-BE49-F238E27FC236}">
                <a16:creationId xmlns:a16="http://schemas.microsoft.com/office/drawing/2014/main" id="{48342C6C-17E4-C1EF-98A4-FD5483B4333D}"/>
              </a:ext>
            </a:extLst>
          </p:cNvPr>
          <p:cNvSpPr/>
          <p:nvPr/>
        </p:nvSpPr>
        <p:spPr>
          <a:xfrm>
            <a:off x="4688114" y="4919193"/>
            <a:ext cx="2249715" cy="1525150"/>
          </a:xfrm>
          <a:custGeom>
            <a:avLst/>
            <a:gdLst>
              <a:gd name="connsiteX0" fmla="*/ 0 w 2249715"/>
              <a:gd name="connsiteY0" fmla="*/ 1525150 h 1525150"/>
              <a:gd name="connsiteX1" fmla="*/ 522515 w 2249715"/>
              <a:gd name="connsiteY1" fmla="*/ 204350 h 1525150"/>
              <a:gd name="connsiteX2" fmla="*/ 1625600 w 2249715"/>
              <a:gd name="connsiteY2" fmla="*/ 102750 h 1525150"/>
              <a:gd name="connsiteX3" fmla="*/ 2249715 w 2249715"/>
              <a:gd name="connsiteY3" fmla="*/ 1176807 h 152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9715" h="1525150">
                <a:moveTo>
                  <a:pt x="0" y="1525150"/>
                </a:moveTo>
                <a:cubicBezTo>
                  <a:pt x="125791" y="983283"/>
                  <a:pt x="251582" y="441417"/>
                  <a:pt x="522515" y="204350"/>
                </a:cubicBezTo>
                <a:cubicBezTo>
                  <a:pt x="793448" y="-32717"/>
                  <a:pt x="1337733" y="-59326"/>
                  <a:pt x="1625600" y="102750"/>
                </a:cubicBezTo>
                <a:cubicBezTo>
                  <a:pt x="1913467" y="264826"/>
                  <a:pt x="2148115" y="1005055"/>
                  <a:pt x="2249715" y="1176807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8F11A437-A9F8-B2BF-4F80-19FE272D6DD5}"/>
              </a:ext>
            </a:extLst>
          </p:cNvPr>
          <p:cNvGrpSpPr/>
          <p:nvPr/>
        </p:nvGrpSpPr>
        <p:grpSpPr>
          <a:xfrm>
            <a:off x="4296127" y="5566567"/>
            <a:ext cx="984582" cy="1443659"/>
            <a:chOff x="2135348" y="339328"/>
            <a:chExt cx="1472096" cy="2158485"/>
          </a:xfrm>
        </p:grpSpPr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DB6D3B7C-E580-ACB4-3618-20AC624B7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D76A5446-FB75-B19A-EA80-38E37FF376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/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blipFill>
                  <a:blip r:embed="rId11"/>
                  <a:stretch>
                    <a:fillRect r="-2725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/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blipFill>
                  <a:blip r:embed="rId12"/>
                  <a:stretch>
                    <a:fillRect r="-2063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C23017F8-22A6-B2E4-D3A8-31FA00321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/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blipFill>
                  <a:blip r:embed="rId13"/>
                  <a:stretch>
                    <a:fillRect r="-3682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0" name="Freihandform: Form 109">
            <a:extLst>
              <a:ext uri="{FF2B5EF4-FFF2-40B4-BE49-F238E27FC236}">
                <a16:creationId xmlns:a16="http://schemas.microsoft.com/office/drawing/2014/main" id="{42AF1E5C-B9A0-D1D3-B8B2-C710FB121000}"/>
              </a:ext>
            </a:extLst>
          </p:cNvPr>
          <p:cNvSpPr/>
          <p:nvPr/>
        </p:nvSpPr>
        <p:spPr>
          <a:xfrm>
            <a:off x="1669143" y="4334933"/>
            <a:ext cx="2974258" cy="2137651"/>
          </a:xfrm>
          <a:custGeom>
            <a:avLst/>
            <a:gdLst>
              <a:gd name="connsiteX0" fmla="*/ 0 w 2960914"/>
              <a:gd name="connsiteY0" fmla="*/ 309638 h 2051353"/>
              <a:gd name="connsiteX1" fmla="*/ 1901371 w 2960914"/>
              <a:gd name="connsiteY1" fmla="*/ 135467 h 2051353"/>
              <a:gd name="connsiteX2" fmla="*/ 2960914 w 2960914"/>
              <a:gd name="connsiteY2" fmla="*/ 2051353 h 205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0914" h="2051353">
                <a:moveTo>
                  <a:pt x="0" y="309638"/>
                </a:moveTo>
                <a:cubicBezTo>
                  <a:pt x="703942" y="77409"/>
                  <a:pt x="1407885" y="-154819"/>
                  <a:pt x="1901371" y="135467"/>
                </a:cubicBezTo>
                <a:cubicBezTo>
                  <a:pt x="2394857" y="425753"/>
                  <a:pt x="2779485" y="1756229"/>
                  <a:pt x="2960914" y="205135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/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98A99C69-1CE3-C5E5-E485-F59FA5F4D7B6}"/>
              </a:ext>
            </a:extLst>
          </p:cNvPr>
          <p:cNvSpPr/>
          <p:nvPr/>
        </p:nvSpPr>
        <p:spPr>
          <a:xfrm>
            <a:off x="1669143" y="4688114"/>
            <a:ext cx="1132114" cy="2133600"/>
          </a:xfrm>
          <a:custGeom>
            <a:avLst/>
            <a:gdLst>
              <a:gd name="connsiteX0" fmla="*/ 0 w 1132114"/>
              <a:gd name="connsiteY0" fmla="*/ 0 h 2133600"/>
              <a:gd name="connsiteX1" fmla="*/ 827314 w 1132114"/>
              <a:gd name="connsiteY1" fmla="*/ 885372 h 2133600"/>
              <a:gd name="connsiteX2" fmla="*/ 1132114 w 1132114"/>
              <a:gd name="connsiteY2" fmla="*/ 213360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2114" h="2133600">
                <a:moveTo>
                  <a:pt x="0" y="0"/>
                </a:moveTo>
                <a:cubicBezTo>
                  <a:pt x="319314" y="264886"/>
                  <a:pt x="638628" y="529772"/>
                  <a:pt x="827314" y="885372"/>
                </a:cubicBezTo>
                <a:cubicBezTo>
                  <a:pt x="1016000" y="1240972"/>
                  <a:pt x="1132114" y="2133600"/>
                  <a:pt x="1132114" y="213360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A492CC31-24BC-6DDB-3790-C481E46FDCE4}"/>
              </a:ext>
            </a:extLst>
          </p:cNvPr>
          <p:cNvGrpSpPr/>
          <p:nvPr/>
        </p:nvGrpSpPr>
        <p:grpSpPr>
          <a:xfrm>
            <a:off x="1759146" y="5998871"/>
            <a:ext cx="2308821" cy="1584081"/>
            <a:chOff x="2053924" y="6515809"/>
            <a:chExt cx="2308821" cy="1584081"/>
          </a:xfrm>
        </p:grpSpPr>
        <p:sp>
          <p:nvSpPr>
            <p:cNvPr id="49" name="Zylinder 48">
              <a:extLst>
                <a:ext uri="{FF2B5EF4-FFF2-40B4-BE49-F238E27FC236}">
                  <a16:creationId xmlns:a16="http://schemas.microsoft.com/office/drawing/2014/main" id="{EDA2F0D4-F68B-596E-4CD5-7F91737D436B}"/>
                </a:ext>
              </a:extLst>
            </p:cNvPr>
            <p:cNvSpPr/>
            <p:nvPr/>
          </p:nvSpPr>
          <p:spPr>
            <a:xfrm>
              <a:off x="2852210" y="7362166"/>
              <a:ext cx="456790" cy="73772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4316640-6A54-84FD-9759-D75138FC2CEE}"/>
                </a:ext>
              </a:extLst>
            </p:cNvPr>
            <p:cNvGrpSpPr/>
            <p:nvPr/>
          </p:nvGrpSpPr>
          <p:grpSpPr>
            <a:xfrm rot="5400000">
              <a:off x="3345604" y="7082750"/>
              <a:ext cx="715505" cy="1318776"/>
              <a:chOff x="5104728" y="-124550"/>
              <a:chExt cx="1488260" cy="1591425"/>
            </a:xfrm>
          </p:grpSpPr>
          <p:cxnSp>
            <p:nvCxnSpPr>
              <p:cNvPr id="69" name="Gerade Verbindung mit Pfeil 68">
                <a:extLst>
                  <a:ext uri="{FF2B5EF4-FFF2-40B4-BE49-F238E27FC236}">
                    <a16:creationId xmlns:a16="http://schemas.microsoft.com/office/drawing/2014/main" id="{3765B2ED-404C-A986-0C48-28B799867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r Verbinder 66">
                <a:extLst>
                  <a:ext uri="{FF2B5EF4-FFF2-40B4-BE49-F238E27FC236}">
                    <a16:creationId xmlns:a16="http://schemas.microsoft.com/office/drawing/2014/main" id="{A920DE19-10B2-4F03-27AA-CB11FA0DC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138" y="692731"/>
                <a:ext cx="0" cy="77414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r Verbinder 67">
                <a:extLst>
                  <a:ext uri="{FF2B5EF4-FFF2-40B4-BE49-F238E27FC236}">
                    <a16:creationId xmlns:a16="http://schemas.microsoft.com/office/drawing/2014/main" id="{1A598678-EABD-DC58-EE35-8C7E741BE5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2775" y="673617"/>
                <a:ext cx="213" cy="79325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6FF9230A-B53D-FF76-F7A4-4E7367F6CBC1}"/>
                  </a:ext>
                </a:extLst>
              </p:cNvPr>
              <p:cNvSpPr txBox="1"/>
              <p:nvPr/>
            </p:nvSpPr>
            <p:spPr>
              <a:xfrm rot="16200000">
                <a:off x="5454821" y="-42344"/>
                <a:ext cx="960911" cy="796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8 cm</a:t>
                </a:r>
              </a:p>
            </p:txBody>
          </p:sp>
        </p:grp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127A3C7-0912-73B0-A1DD-8882CD30E5FB}"/>
                </a:ext>
              </a:extLst>
            </p:cNvPr>
            <p:cNvSpPr/>
            <p:nvPr/>
          </p:nvSpPr>
          <p:spPr>
            <a:xfrm>
              <a:off x="2849619" y="7351410"/>
              <a:ext cx="456790" cy="156873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7E47A995-9CBE-A943-151A-8FB81A7C7087}"/>
                </a:ext>
              </a:extLst>
            </p:cNvPr>
            <p:cNvGrpSpPr/>
            <p:nvPr/>
          </p:nvGrpSpPr>
          <p:grpSpPr>
            <a:xfrm>
              <a:off x="2053924" y="6515809"/>
              <a:ext cx="1646451" cy="1321195"/>
              <a:chOff x="1145755" y="339328"/>
              <a:chExt cx="2461690" cy="1975383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7AB5520C-2DC9-A1BD-2A2C-BB6F1099CE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 Verbindung mit Pfeil 31">
                <a:extLst>
                  <a:ext uri="{FF2B5EF4-FFF2-40B4-BE49-F238E27FC236}">
                    <a16:creationId xmlns:a16="http://schemas.microsoft.com/office/drawing/2014/main" id="{76881249-E6FA-ADB1-DCE2-00A2FD425B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58000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111111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219512" b="-651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B6DAD6C-9934-2218-1BB1-36811296C1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/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CamO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77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hteck 169">
            <a:extLst>
              <a:ext uri="{FF2B5EF4-FFF2-40B4-BE49-F238E27FC236}">
                <a16:creationId xmlns:a16="http://schemas.microsoft.com/office/drawing/2014/main" id="{E93A02FC-8496-B670-CD2C-9446E657C91B}"/>
              </a:ext>
            </a:extLst>
          </p:cNvPr>
          <p:cNvSpPr/>
          <p:nvPr/>
        </p:nvSpPr>
        <p:spPr>
          <a:xfrm rot="19447489" flipH="1">
            <a:off x="4718856" y="2641458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329A123D-CEDF-B2AF-00F2-F5D645189394}"/>
              </a:ext>
            </a:extLst>
          </p:cNvPr>
          <p:cNvSpPr/>
          <p:nvPr/>
        </p:nvSpPr>
        <p:spPr>
          <a:xfrm rot="2152511">
            <a:off x="5611142" y="2620496"/>
            <a:ext cx="118635" cy="131462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76675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Kreis: nicht ausgefüllt 94">
            <a:extLst>
              <a:ext uri="{FF2B5EF4-FFF2-40B4-BE49-F238E27FC236}">
                <a16:creationId xmlns:a16="http://schemas.microsoft.com/office/drawing/2014/main" id="{8A3213FE-F572-FC9B-2A9F-C812B562EDF4}"/>
              </a:ext>
            </a:extLst>
          </p:cNvPr>
          <p:cNvSpPr/>
          <p:nvPr/>
        </p:nvSpPr>
        <p:spPr>
          <a:xfrm>
            <a:off x="915717" y="6268508"/>
            <a:ext cx="1910965" cy="212491"/>
          </a:xfrm>
          <a:prstGeom prst="donut">
            <a:avLst>
              <a:gd name="adj" fmla="val 2864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D6E21601-A57A-5494-1059-146A5FE5945B}"/>
              </a:ext>
            </a:extLst>
          </p:cNvPr>
          <p:cNvGrpSpPr/>
          <p:nvPr/>
        </p:nvGrpSpPr>
        <p:grpSpPr>
          <a:xfrm>
            <a:off x="3772464" y="2418777"/>
            <a:ext cx="2910830" cy="2910830"/>
            <a:chOff x="-60233" y="5230706"/>
            <a:chExt cx="6848475" cy="6848475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01F29C1-375C-4015-BA1D-7EEC6D675147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0744A26-5744-3005-474B-00FAE3361F04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198418F4-5B26-02F1-DEE3-15DEBF96AE03}"/>
                </a:ext>
              </a:extLst>
            </p:cNvPr>
            <p:cNvSpPr/>
            <p:nvPr/>
          </p:nvSpPr>
          <p:spPr>
            <a:xfrm>
              <a:off x="3192555" y="6968022"/>
              <a:ext cx="315525" cy="149025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E35EE5F-7A2A-8F4C-11B3-07E2C3C6D2A5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Kreis: nicht ausgefüllt 45">
              <a:extLst>
                <a:ext uri="{FF2B5EF4-FFF2-40B4-BE49-F238E27FC236}">
                  <a16:creationId xmlns:a16="http://schemas.microsoft.com/office/drawing/2014/main" id="{11F859BE-CD7F-6664-24EE-1C83A1D2D9EB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6B9A34F-0F42-7154-02DC-2F6575184DD2}"/>
                </a:ext>
              </a:extLst>
            </p:cNvPr>
            <p:cNvSpPr/>
            <p:nvPr/>
          </p:nvSpPr>
          <p:spPr>
            <a:xfrm rot="4277537">
              <a:off x="4310046" y="5379165"/>
              <a:ext cx="315526" cy="191967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CDE698BE-B654-4320-4363-B4769F4B89DB}"/>
                </a:ext>
              </a:extLst>
            </p:cNvPr>
            <p:cNvSpPr/>
            <p:nvPr/>
          </p:nvSpPr>
          <p:spPr>
            <a:xfrm rot="17322463" flipH="1">
              <a:off x="2085834" y="5359832"/>
              <a:ext cx="315526" cy="1919678"/>
            </a:xfrm>
            <a:prstGeom prst="rect">
              <a:avLst/>
            </a:prstGeom>
            <a:pattFill prst="wd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5EE551C2-E488-5708-320A-670649F44A67}"/>
                </a:ext>
              </a:extLst>
            </p:cNvPr>
            <p:cNvSpPr/>
            <p:nvPr/>
          </p:nvSpPr>
          <p:spPr>
            <a:xfrm>
              <a:off x="3045517" y="6432288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1" name="Kreis: nicht ausgefüllt 60">
            <a:extLst>
              <a:ext uri="{FF2B5EF4-FFF2-40B4-BE49-F238E27FC236}">
                <a16:creationId xmlns:a16="http://schemas.microsoft.com/office/drawing/2014/main" id="{96BB3E9C-276C-7AF3-4803-2B51E4E457B7}"/>
              </a:ext>
            </a:extLst>
          </p:cNvPr>
          <p:cNvSpPr/>
          <p:nvPr/>
        </p:nvSpPr>
        <p:spPr>
          <a:xfrm>
            <a:off x="4280045" y="2099275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0172B6C-EDEB-1C14-7378-602E53215FBF}"/>
              </a:ext>
            </a:extLst>
          </p:cNvPr>
          <p:cNvSpPr/>
          <p:nvPr/>
        </p:nvSpPr>
        <p:spPr>
          <a:xfrm>
            <a:off x="1501443" y="4114842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1C3B4BA-FF39-814E-24DA-F7DDBE7C31FC}"/>
              </a:ext>
            </a:extLst>
          </p:cNvPr>
          <p:cNvSpPr/>
          <p:nvPr/>
        </p:nvSpPr>
        <p:spPr>
          <a:xfrm>
            <a:off x="1659332" y="3880965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E24FF80-B0BE-24B5-C232-D7C5FDCBD500}"/>
              </a:ext>
            </a:extLst>
          </p:cNvPr>
          <p:cNvSpPr/>
          <p:nvPr/>
        </p:nvSpPr>
        <p:spPr>
          <a:xfrm>
            <a:off x="1659332" y="3080995"/>
            <a:ext cx="134109" cy="6334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6FD7654D-6B40-7CC3-A63B-F25BB4C2F518}"/>
              </a:ext>
            </a:extLst>
          </p:cNvPr>
          <p:cNvSpPr/>
          <p:nvPr/>
        </p:nvSpPr>
        <p:spPr>
          <a:xfrm>
            <a:off x="1602654" y="3667867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Kreis: nicht ausgefüllt 8">
            <a:extLst>
              <a:ext uri="{FF2B5EF4-FFF2-40B4-BE49-F238E27FC236}">
                <a16:creationId xmlns:a16="http://schemas.microsoft.com/office/drawing/2014/main" id="{D1A98818-CB39-00A8-4D73-B96EFB60A61F}"/>
              </a:ext>
            </a:extLst>
          </p:cNvPr>
          <p:cNvSpPr/>
          <p:nvPr/>
        </p:nvSpPr>
        <p:spPr>
          <a:xfrm>
            <a:off x="276789" y="2342578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59DCF6-BB57-4104-3FF7-2DBF8ED28245}"/>
              </a:ext>
            </a:extLst>
          </p:cNvPr>
          <p:cNvSpPr/>
          <p:nvPr/>
        </p:nvSpPr>
        <p:spPr>
          <a:xfrm>
            <a:off x="1659332" y="2078543"/>
            <a:ext cx="134109" cy="8159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E67E0C-DCF5-B9C7-907A-58EDF042FC0C}"/>
              </a:ext>
            </a:extLst>
          </p:cNvPr>
          <p:cNvSpPr/>
          <p:nvPr/>
        </p:nvSpPr>
        <p:spPr>
          <a:xfrm>
            <a:off x="1596836" y="285329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02E4AB8-0A78-FBF5-8706-0776D18F3DB8}"/>
              </a:ext>
            </a:extLst>
          </p:cNvPr>
          <p:cNvGrpSpPr/>
          <p:nvPr/>
        </p:nvGrpSpPr>
        <p:grpSpPr>
          <a:xfrm rot="900000">
            <a:off x="1697037" y="3790621"/>
            <a:ext cx="1440188" cy="379146"/>
            <a:chOff x="1721420" y="3596663"/>
            <a:chExt cx="1442192" cy="379146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A912CEC5-1423-7465-16D6-0FF3A59628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A4E3043-A0FA-2137-2C5D-05499BB5B198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A88E6AAF-D8F2-549A-894D-22A2B78B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E454CE33-3B82-0498-7513-D1C9DE37DB32}"/>
              </a:ext>
            </a:extLst>
          </p:cNvPr>
          <p:cNvSpPr txBox="1"/>
          <p:nvPr/>
        </p:nvSpPr>
        <p:spPr>
          <a:xfrm>
            <a:off x="2376937" y="3714404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0" name="Kreis: nicht ausgefüllt 49">
            <a:extLst>
              <a:ext uri="{FF2B5EF4-FFF2-40B4-BE49-F238E27FC236}">
                <a16:creationId xmlns:a16="http://schemas.microsoft.com/office/drawing/2014/main" id="{96805F6D-2615-0E9A-1E5D-EC539635625F}"/>
              </a:ext>
            </a:extLst>
          </p:cNvPr>
          <p:cNvSpPr/>
          <p:nvPr/>
        </p:nvSpPr>
        <p:spPr>
          <a:xfrm>
            <a:off x="778343" y="2023076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C811964F-8D3D-300C-407B-31667CA0EDD8}"/>
              </a:ext>
            </a:extLst>
          </p:cNvPr>
          <p:cNvGrpSpPr/>
          <p:nvPr/>
        </p:nvGrpSpPr>
        <p:grpSpPr>
          <a:xfrm rot="900000">
            <a:off x="1706538" y="2922671"/>
            <a:ext cx="882543" cy="379146"/>
            <a:chOff x="1721420" y="3596663"/>
            <a:chExt cx="1442192" cy="379146"/>
          </a:xfrm>
        </p:grpSpPr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57B1E8EC-F7F4-A2CF-BA0E-9D4F11E1A2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8B95C89A-4526-CCC4-B4E1-58C8A7DEDA12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4B482D74-D3B4-F750-0BE5-1DDEFA61FF11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/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feld 65">
            <a:extLst>
              <a:ext uri="{FF2B5EF4-FFF2-40B4-BE49-F238E27FC236}">
                <a16:creationId xmlns:a16="http://schemas.microsoft.com/office/drawing/2014/main" id="{42CF5C15-3330-F50C-6765-970FF031C13B}"/>
              </a:ext>
            </a:extLst>
          </p:cNvPr>
          <p:cNvSpPr txBox="1"/>
          <p:nvPr/>
        </p:nvSpPr>
        <p:spPr>
          <a:xfrm>
            <a:off x="5368655" y="3026788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/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blipFill>
                <a:blip r:embed="rId3"/>
                <a:stretch>
                  <a:fillRect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Pfeil: gebogen 67">
            <a:extLst>
              <a:ext uri="{FF2B5EF4-FFF2-40B4-BE49-F238E27FC236}">
                <a16:creationId xmlns:a16="http://schemas.microsoft.com/office/drawing/2014/main" id="{96EE1D96-5DCF-0604-C3D8-0D291722FEAC}"/>
              </a:ext>
            </a:extLst>
          </p:cNvPr>
          <p:cNvSpPr/>
          <p:nvPr/>
        </p:nvSpPr>
        <p:spPr>
          <a:xfrm rot="20304312" flipH="1">
            <a:off x="4962843" y="2805699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/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F0D74BC9-7543-3D50-143A-09D5F1D186A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flipH="1">
            <a:off x="5222061" y="2418777"/>
            <a:ext cx="5818" cy="51071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Halbbogen 74">
            <a:extLst>
              <a:ext uri="{FF2B5EF4-FFF2-40B4-BE49-F238E27FC236}">
                <a16:creationId xmlns:a16="http://schemas.microsoft.com/office/drawing/2014/main" id="{A87049D7-3010-EEC8-401E-967D1885C80E}"/>
              </a:ext>
            </a:extLst>
          </p:cNvPr>
          <p:cNvSpPr/>
          <p:nvPr/>
        </p:nvSpPr>
        <p:spPr>
          <a:xfrm rot="11163210" flipH="1" flipV="1">
            <a:off x="482046" y="5795124"/>
            <a:ext cx="2194312" cy="3139979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Kreis: nicht ausgefüllt 75">
            <a:extLst>
              <a:ext uri="{FF2B5EF4-FFF2-40B4-BE49-F238E27FC236}">
                <a16:creationId xmlns:a16="http://schemas.microsoft.com/office/drawing/2014/main" id="{99BCE46F-AB3C-7300-8813-2B6E91A3130B}"/>
              </a:ext>
            </a:extLst>
          </p:cNvPr>
          <p:cNvSpPr/>
          <p:nvPr/>
        </p:nvSpPr>
        <p:spPr>
          <a:xfrm>
            <a:off x="599066" y="5844264"/>
            <a:ext cx="2588553" cy="258855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Stern: 6 Zacken 76">
            <a:extLst>
              <a:ext uri="{FF2B5EF4-FFF2-40B4-BE49-F238E27FC236}">
                <a16:creationId xmlns:a16="http://schemas.microsoft.com/office/drawing/2014/main" id="{7418235B-9F6C-0AC4-F35E-CFA68279AF4D}"/>
              </a:ext>
            </a:extLst>
          </p:cNvPr>
          <p:cNvSpPr/>
          <p:nvPr/>
        </p:nvSpPr>
        <p:spPr>
          <a:xfrm rot="227872">
            <a:off x="2316735" y="619396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Zylinder 77">
            <a:extLst>
              <a:ext uri="{FF2B5EF4-FFF2-40B4-BE49-F238E27FC236}">
                <a16:creationId xmlns:a16="http://schemas.microsoft.com/office/drawing/2014/main" id="{5FB8FCA4-A55A-3AFD-A043-9404B1870C46}"/>
              </a:ext>
            </a:extLst>
          </p:cNvPr>
          <p:cNvSpPr/>
          <p:nvPr/>
        </p:nvSpPr>
        <p:spPr>
          <a:xfrm>
            <a:off x="1528736" y="7557413"/>
            <a:ext cx="729213" cy="4839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9" name="Zylinder 78">
            <a:extLst>
              <a:ext uri="{FF2B5EF4-FFF2-40B4-BE49-F238E27FC236}">
                <a16:creationId xmlns:a16="http://schemas.microsoft.com/office/drawing/2014/main" id="{3B4896B6-525A-FECE-5295-74E15069D462}"/>
              </a:ext>
            </a:extLst>
          </p:cNvPr>
          <p:cNvSpPr/>
          <p:nvPr/>
        </p:nvSpPr>
        <p:spPr>
          <a:xfrm>
            <a:off x="1800204" y="713854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0" name="Zylinder 79">
            <a:extLst>
              <a:ext uri="{FF2B5EF4-FFF2-40B4-BE49-F238E27FC236}">
                <a16:creationId xmlns:a16="http://schemas.microsoft.com/office/drawing/2014/main" id="{6583EF63-3D12-1107-3496-7BBB38502BA9}"/>
              </a:ext>
            </a:extLst>
          </p:cNvPr>
          <p:cNvSpPr/>
          <p:nvPr/>
        </p:nvSpPr>
        <p:spPr>
          <a:xfrm rot="16200000">
            <a:off x="1794795" y="685376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1" name="Kreis: nicht ausgefüllt 80">
            <a:extLst>
              <a:ext uri="{FF2B5EF4-FFF2-40B4-BE49-F238E27FC236}">
                <a16:creationId xmlns:a16="http://schemas.microsoft.com/office/drawing/2014/main" id="{6EB8249B-7406-B5F5-6F8C-E352BEDE619E}"/>
              </a:ext>
            </a:extLst>
          </p:cNvPr>
          <p:cNvSpPr/>
          <p:nvPr/>
        </p:nvSpPr>
        <p:spPr>
          <a:xfrm>
            <a:off x="599065" y="6814593"/>
            <a:ext cx="2583379" cy="452107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Würfel 81">
            <a:extLst>
              <a:ext uri="{FF2B5EF4-FFF2-40B4-BE49-F238E27FC236}">
                <a16:creationId xmlns:a16="http://schemas.microsoft.com/office/drawing/2014/main" id="{A7E2E8E7-5199-AA05-724C-77A9B116B770}"/>
              </a:ext>
            </a:extLst>
          </p:cNvPr>
          <p:cNvSpPr/>
          <p:nvPr/>
        </p:nvSpPr>
        <p:spPr>
          <a:xfrm flipH="1">
            <a:off x="1790759" y="5872321"/>
            <a:ext cx="229330" cy="1175944"/>
          </a:xfrm>
          <a:prstGeom prst="cube">
            <a:avLst>
              <a:gd name="adj" fmla="val 17858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79EF47B-EA6A-1E22-9D8C-8DFD978D5302}"/>
              </a:ext>
            </a:extLst>
          </p:cNvPr>
          <p:cNvGrpSpPr/>
          <p:nvPr/>
        </p:nvGrpSpPr>
        <p:grpSpPr>
          <a:xfrm>
            <a:off x="1750267" y="6417438"/>
            <a:ext cx="326303" cy="61293"/>
            <a:chOff x="1672508" y="7200899"/>
            <a:chExt cx="326303" cy="61293"/>
          </a:xfrm>
        </p:grpSpPr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C382E6F7-C039-50AE-150C-5EE7F45FAE34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A44D37B5-DBE3-9D90-D82F-03E75CFDA3C2}"/>
                </a:ext>
              </a:extLst>
            </p:cNvPr>
            <p:cNvCxnSpPr/>
            <p:nvPr/>
          </p:nvCxnSpPr>
          <p:spPr>
            <a:xfrm>
              <a:off x="1672508" y="7203280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2AB01BDB-7D7D-251B-7D29-42BEDE03360D}"/>
                </a:ext>
              </a:extLst>
            </p:cNvPr>
            <p:cNvCxnSpPr/>
            <p:nvPr/>
          </p:nvCxnSpPr>
          <p:spPr>
            <a:xfrm>
              <a:off x="1678213" y="7262079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2FBBB546-EAEE-7D1C-FB87-08A84EB1ADFD}"/>
              </a:ext>
            </a:extLst>
          </p:cNvPr>
          <p:cNvGrpSpPr/>
          <p:nvPr/>
        </p:nvGrpSpPr>
        <p:grpSpPr>
          <a:xfrm rot="21088293">
            <a:off x="2307764" y="6404917"/>
            <a:ext cx="279618" cy="66525"/>
            <a:chOff x="1535064" y="7193970"/>
            <a:chExt cx="462865" cy="76314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73BF76DA-0AC6-6F67-99F1-E0BF5004B199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6EAB9F40-507C-227E-680B-A2A6E649B3C0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611647" y="7193985"/>
              <a:ext cx="358257" cy="111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A0E65FF3-AF3F-1B4D-2690-463D948EBCF5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535064" y="7238118"/>
              <a:ext cx="462865" cy="32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ADF1DA2A-6602-5983-E869-BAADB98C03DA}"/>
              </a:ext>
            </a:extLst>
          </p:cNvPr>
          <p:cNvGrpSpPr/>
          <p:nvPr/>
        </p:nvGrpSpPr>
        <p:grpSpPr>
          <a:xfrm>
            <a:off x="3619891" y="5592850"/>
            <a:ext cx="2910830" cy="2910830"/>
            <a:chOff x="-60233" y="5230706"/>
            <a:chExt cx="6848475" cy="6848475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4192241" y="5571456"/>
              <a:ext cx="279119" cy="309299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11384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32" name="Pfeil: gebogen 131">
            <a:extLst>
              <a:ext uri="{FF2B5EF4-FFF2-40B4-BE49-F238E27FC236}">
                <a16:creationId xmlns:a16="http://schemas.microsoft.com/office/drawing/2014/main" id="{F966A198-1799-FCC5-4C94-F1C27E172E18}"/>
              </a:ext>
            </a:extLst>
          </p:cNvPr>
          <p:cNvSpPr/>
          <p:nvPr/>
        </p:nvSpPr>
        <p:spPr>
          <a:xfrm rot="20304312" flipH="1">
            <a:off x="1476485" y="27386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92E5DF41-080D-6819-4638-6B02CA514D4A}"/>
              </a:ext>
            </a:extLst>
          </p:cNvPr>
          <p:cNvSpPr/>
          <p:nvPr/>
        </p:nvSpPr>
        <p:spPr>
          <a:xfrm>
            <a:off x="665254" y="9559235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619E8D5C-EAEA-96DE-0322-DEFD08FEB191}"/>
              </a:ext>
            </a:extLst>
          </p:cNvPr>
          <p:cNvGrpSpPr/>
          <p:nvPr/>
        </p:nvGrpSpPr>
        <p:grpSpPr>
          <a:xfrm>
            <a:off x="408470" y="8903117"/>
            <a:ext cx="2910830" cy="2910830"/>
            <a:chOff x="-60233" y="5230706"/>
            <a:chExt cx="6848475" cy="6848475"/>
          </a:xfrm>
        </p:grpSpPr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76E8AED8-1556-D871-00D7-DCE4DB7E3B3B}"/>
                </a:ext>
              </a:extLst>
            </p:cNvPr>
            <p:cNvSpPr/>
            <p:nvPr/>
          </p:nvSpPr>
          <p:spPr>
            <a:xfrm rot="18202461" flipH="1">
              <a:off x="1754952" y="6122198"/>
              <a:ext cx="279119" cy="3092995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hteck 142">
              <a:extLst>
                <a:ext uri="{FF2B5EF4-FFF2-40B4-BE49-F238E27FC236}">
                  <a16:creationId xmlns:a16="http://schemas.microsoft.com/office/drawing/2014/main" id="{A8E460E8-0627-896B-DA2F-E99C28F49F98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04B267C7-D27F-43A7-B0C8-C11E7956C86E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6D41D175-290B-40CA-4B3B-C879AEB3D7FC}"/>
                </a:ext>
              </a:extLst>
            </p:cNvPr>
            <p:cNvSpPr/>
            <p:nvPr/>
          </p:nvSpPr>
          <p:spPr>
            <a:xfrm rot="3397539">
              <a:off x="4694992" y="6074887"/>
              <a:ext cx="279119" cy="3092995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Ellipse 145">
              <a:extLst>
                <a:ext uri="{FF2B5EF4-FFF2-40B4-BE49-F238E27FC236}">
                  <a16:creationId xmlns:a16="http://schemas.microsoft.com/office/drawing/2014/main" id="{C22B639F-962A-4AAB-59B6-116477944D93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Kreis: nicht ausgefüllt 146">
              <a:extLst>
                <a:ext uri="{FF2B5EF4-FFF2-40B4-BE49-F238E27FC236}">
                  <a16:creationId xmlns:a16="http://schemas.microsoft.com/office/drawing/2014/main" id="{8680385D-55A6-1582-4681-7488358768E0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8" name="Pfeil: gebogen 147">
            <a:extLst>
              <a:ext uri="{FF2B5EF4-FFF2-40B4-BE49-F238E27FC236}">
                <a16:creationId xmlns:a16="http://schemas.microsoft.com/office/drawing/2014/main" id="{C308CC32-AADA-9990-9672-10785849B085}"/>
              </a:ext>
            </a:extLst>
          </p:cNvPr>
          <p:cNvSpPr/>
          <p:nvPr/>
        </p:nvSpPr>
        <p:spPr>
          <a:xfrm rot="20304312" flipH="1">
            <a:off x="1599399" y="10104220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/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blipFill>
                <a:blip r:embed="rId5"/>
                <a:stretch>
                  <a:fillRect r="-89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/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blipFill>
                <a:blip r:embed="rId6"/>
                <a:stretch>
                  <a:fillRect r="-1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1109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Halbbogen 58">
            <a:extLst>
              <a:ext uri="{FF2B5EF4-FFF2-40B4-BE49-F238E27FC236}">
                <a16:creationId xmlns:a16="http://schemas.microsoft.com/office/drawing/2014/main" id="{3C27A718-C46C-F7AB-9F2E-0669FDCAD86E}"/>
              </a:ext>
            </a:extLst>
          </p:cNvPr>
          <p:cNvSpPr/>
          <p:nvPr/>
        </p:nvSpPr>
        <p:spPr>
          <a:xfrm rot="11163210" flipH="1" flipV="1">
            <a:off x="960080" y="2581452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Kreis: nicht ausgefüllt 10">
            <a:extLst>
              <a:ext uri="{FF2B5EF4-FFF2-40B4-BE49-F238E27FC236}">
                <a16:creationId xmlns:a16="http://schemas.microsoft.com/office/drawing/2014/main" id="{13640E3B-FFA5-B7F1-EA8D-BF794177AEA5}"/>
              </a:ext>
            </a:extLst>
          </p:cNvPr>
          <p:cNvSpPr/>
          <p:nvPr/>
        </p:nvSpPr>
        <p:spPr>
          <a:xfrm>
            <a:off x="1236707" y="2696044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Stern: 6 Zacken 21">
            <a:extLst>
              <a:ext uri="{FF2B5EF4-FFF2-40B4-BE49-F238E27FC236}">
                <a16:creationId xmlns:a16="http://schemas.microsoft.com/office/drawing/2014/main" id="{7F97990E-759E-3E27-79A6-91DB2BBF683C}"/>
              </a:ext>
            </a:extLst>
          </p:cNvPr>
          <p:cNvSpPr/>
          <p:nvPr/>
        </p:nvSpPr>
        <p:spPr>
          <a:xfrm rot="227872">
            <a:off x="4146156" y="3288380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Zylinder 23">
            <a:extLst>
              <a:ext uri="{FF2B5EF4-FFF2-40B4-BE49-F238E27FC236}">
                <a16:creationId xmlns:a16="http://schemas.microsoft.com/office/drawing/2014/main" id="{49901D90-2454-17E5-8F72-9D5CA3B0AC9B}"/>
              </a:ext>
            </a:extLst>
          </p:cNvPr>
          <p:cNvSpPr/>
          <p:nvPr/>
        </p:nvSpPr>
        <p:spPr>
          <a:xfrm>
            <a:off x="2811416" y="5597836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D795926F-A4E4-AEEB-8849-3FD91CC3ED88}"/>
              </a:ext>
            </a:extLst>
          </p:cNvPr>
          <p:cNvSpPr/>
          <p:nvPr/>
        </p:nvSpPr>
        <p:spPr>
          <a:xfrm>
            <a:off x="3271237" y="488833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6B436E16-41BE-07D6-4405-140C4E4B3B32}"/>
              </a:ext>
            </a:extLst>
          </p:cNvPr>
          <p:cNvSpPr/>
          <p:nvPr/>
        </p:nvSpPr>
        <p:spPr>
          <a:xfrm rot="16200000">
            <a:off x="3262075" y="440596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9" name="Kreis: nicht ausgefüllt 18">
            <a:extLst>
              <a:ext uri="{FF2B5EF4-FFF2-40B4-BE49-F238E27FC236}">
                <a16:creationId xmlns:a16="http://schemas.microsoft.com/office/drawing/2014/main" id="{1E10CCA1-7CA2-2C72-4A7C-1CE60F562C58}"/>
              </a:ext>
            </a:extLst>
          </p:cNvPr>
          <p:cNvSpPr/>
          <p:nvPr/>
        </p:nvSpPr>
        <p:spPr>
          <a:xfrm>
            <a:off x="1236706" y="4339622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Würfel 26">
            <a:extLst>
              <a:ext uri="{FF2B5EF4-FFF2-40B4-BE49-F238E27FC236}">
                <a16:creationId xmlns:a16="http://schemas.microsoft.com/office/drawing/2014/main" id="{8969DD0F-BE95-7E59-5E8C-2C9CFB073CCD}"/>
              </a:ext>
            </a:extLst>
          </p:cNvPr>
          <p:cNvSpPr/>
          <p:nvPr/>
        </p:nvSpPr>
        <p:spPr>
          <a:xfrm flipH="1">
            <a:off x="3255239" y="3385334"/>
            <a:ext cx="388447" cy="1350087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724321DA-DA6A-7E20-3471-0E6F7AA446F2}"/>
              </a:ext>
            </a:extLst>
          </p:cNvPr>
          <p:cNvSpPr/>
          <p:nvPr/>
        </p:nvSpPr>
        <p:spPr>
          <a:xfrm rot="16200000">
            <a:off x="3262075" y="2880595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Würfel 28">
            <a:extLst>
              <a:ext uri="{FF2B5EF4-FFF2-40B4-BE49-F238E27FC236}">
                <a16:creationId xmlns:a16="http://schemas.microsoft.com/office/drawing/2014/main" id="{6319DB3E-3B58-9376-A3CF-50EE9C58EA49}"/>
              </a:ext>
            </a:extLst>
          </p:cNvPr>
          <p:cNvSpPr/>
          <p:nvPr/>
        </p:nvSpPr>
        <p:spPr>
          <a:xfrm flipH="1">
            <a:off x="3255239" y="1857236"/>
            <a:ext cx="388447" cy="1352813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47D9419-BDDD-B25E-9E41-179FF5F5EED6}"/>
              </a:ext>
            </a:extLst>
          </p:cNvPr>
          <p:cNvCxnSpPr>
            <a:cxnSpLocks/>
          </p:cNvCxnSpPr>
          <p:nvPr/>
        </p:nvCxnSpPr>
        <p:spPr>
          <a:xfrm flipV="1">
            <a:off x="3463187" y="3449848"/>
            <a:ext cx="858442" cy="1373974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0AC4D86-F833-7D77-C1AA-F452809E553A}"/>
              </a:ext>
            </a:extLst>
          </p:cNvPr>
          <p:cNvCxnSpPr>
            <a:cxnSpLocks/>
            <a:endCxn id="19" idx="2"/>
          </p:cNvCxnSpPr>
          <p:nvPr/>
        </p:nvCxnSpPr>
        <p:spPr>
          <a:xfrm flipH="1" flipV="1">
            <a:off x="1236706" y="4722519"/>
            <a:ext cx="2183130" cy="77416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CD758A6-03E7-3012-6544-7A3267A95AB8}"/>
              </a:ext>
            </a:extLst>
          </p:cNvPr>
          <p:cNvCxnSpPr>
            <a:cxnSpLocks/>
          </p:cNvCxnSpPr>
          <p:nvPr/>
        </p:nvCxnSpPr>
        <p:spPr>
          <a:xfrm>
            <a:off x="1236706" y="4133652"/>
            <a:ext cx="0" cy="111352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410C7318-1DDB-073D-3F5E-2CF7C0FE51AA}"/>
              </a:ext>
            </a:extLst>
          </p:cNvPr>
          <p:cNvSpPr txBox="1"/>
          <p:nvPr/>
        </p:nvSpPr>
        <p:spPr>
          <a:xfrm>
            <a:off x="3785776" y="3568377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DFE572F4-D16E-360F-1365-76C7F8B5619D}"/>
              </a:ext>
            </a:extLst>
          </p:cNvPr>
          <p:cNvSpPr txBox="1"/>
          <p:nvPr/>
        </p:nvSpPr>
        <p:spPr>
          <a:xfrm>
            <a:off x="2148790" y="4430603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5D29741A-BE94-E796-9218-82C2B8AA8E4A}"/>
              </a:ext>
            </a:extLst>
          </p:cNvPr>
          <p:cNvSpPr txBox="1"/>
          <p:nvPr/>
        </p:nvSpPr>
        <p:spPr>
          <a:xfrm>
            <a:off x="3890578" y="1885987"/>
            <a:ext cx="162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Pose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555B80-5486-344E-D0B3-C04AE8DEFE53}"/>
              </a:ext>
            </a:extLst>
          </p:cNvPr>
          <p:cNvCxnSpPr>
            <a:cxnSpLocks/>
            <a:stCxn id="53" idx="2"/>
            <a:endCxn id="22" idx="5"/>
          </p:cNvCxnSpPr>
          <p:nvPr/>
        </p:nvCxnSpPr>
        <p:spPr>
          <a:xfrm flipH="1">
            <a:off x="4318320" y="2255319"/>
            <a:ext cx="386185" cy="1033416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47E72D41-C336-617C-E978-3370C556F321}"/>
              </a:ext>
            </a:extLst>
          </p:cNvPr>
          <p:cNvGrpSpPr/>
          <p:nvPr/>
        </p:nvGrpSpPr>
        <p:grpSpPr>
          <a:xfrm>
            <a:off x="2555893" y="1189896"/>
            <a:ext cx="1036945" cy="1178550"/>
            <a:chOff x="880797" y="243198"/>
            <a:chExt cx="2139743" cy="2431945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5C30DC58-93DD-A08E-9B6F-59E254482A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0EEBCAE8-BB89-9EEB-28CA-4AC785872B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/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blipFill>
                  <a:blip r:embed="rId2"/>
                  <a:stretch>
                    <a:fillRect r="-1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/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blipFill>
                  <a:blip r:embed="rId3"/>
                  <a:stretch>
                    <a:fillRect r="-7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/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blipFill>
                  <a:blip r:embed="rId4"/>
                  <a:stretch>
                    <a:fillRect r="-16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1D60EE04-76B4-E951-A90A-C858BFE020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E9A160-3D19-AEAC-A899-0437F8203FDD}"/>
              </a:ext>
            </a:extLst>
          </p:cNvPr>
          <p:cNvGrpSpPr/>
          <p:nvPr/>
        </p:nvGrpSpPr>
        <p:grpSpPr>
          <a:xfrm>
            <a:off x="2913978" y="4013200"/>
            <a:ext cx="1260245" cy="1391985"/>
            <a:chOff x="1772257" y="233613"/>
            <a:chExt cx="2200017" cy="2429996"/>
          </a:xfrm>
        </p:grpSpPr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8BBE44D6-A22D-FC1E-DE26-396CDC99BC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92A681E8-ABF4-4509-24DC-09ECABC9E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blipFill>
                  <a:blip r:embed="rId5"/>
                  <a:stretch>
                    <a:fillRect r="-372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/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blipFill>
                  <a:blip r:embed="rId6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/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blipFill>
                  <a:blip r:embed="rId7"/>
                  <a:stretch>
                    <a:fillRect r="-7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A3DBB695-128E-3219-9D85-FAE6A8237C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3884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uppieren 197">
            <a:extLst>
              <a:ext uri="{FF2B5EF4-FFF2-40B4-BE49-F238E27FC236}">
                <a16:creationId xmlns:a16="http://schemas.microsoft.com/office/drawing/2014/main" id="{2553B057-2067-70AB-0C3B-61E7F4A9419F}"/>
              </a:ext>
            </a:extLst>
          </p:cNvPr>
          <p:cNvGrpSpPr/>
          <p:nvPr/>
        </p:nvGrpSpPr>
        <p:grpSpPr>
          <a:xfrm rot="20903149" flipH="1">
            <a:off x="8192418" y="6572956"/>
            <a:ext cx="1320867" cy="127809"/>
            <a:chOff x="6866189" y="5433137"/>
            <a:chExt cx="1320867" cy="127809"/>
          </a:xfrm>
        </p:grpSpPr>
        <p:sp>
          <p:nvSpPr>
            <p:cNvPr id="199" name="Rechteck 198">
              <a:extLst>
                <a:ext uri="{FF2B5EF4-FFF2-40B4-BE49-F238E27FC236}">
                  <a16:creationId xmlns:a16="http://schemas.microsoft.com/office/drawing/2014/main" id="{4D46C396-E02F-EC90-D45A-D763DBBDB7BD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Rechteck 199">
              <a:extLst>
                <a:ext uri="{FF2B5EF4-FFF2-40B4-BE49-F238E27FC236}">
                  <a16:creationId xmlns:a16="http://schemas.microsoft.com/office/drawing/2014/main" id="{5B4FF96F-9D57-8D73-84CD-3AE8EAC968AB}"/>
                </a:ext>
              </a:extLst>
            </p:cNvPr>
            <p:cNvSpPr/>
            <p:nvPr/>
          </p:nvSpPr>
          <p:spPr>
            <a:xfrm rot="17519570" flipH="1">
              <a:off x="7493029" y="4812538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A1C8B8D8-C34C-FBA1-B75E-E10567287FC3}"/>
              </a:ext>
            </a:extLst>
          </p:cNvPr>
          <p:cNvGrpSpPr/>
          <p:nvPr/>
        </p:nvGrpSpPr>
        <p:grpSpPr>
          <a:xfrm rot="696851">
            <a:off x="6975301" y="6573203"/>
            <a:ext cx="1320121" cy="128010"/>
            <a:chOff x="6866189" y="5442311"/>
            <a:chExt cx="1320121" cy="128010"/>
          </a:xfrm>
        </p:grpSpPr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71E7E914-58D4-A8D8-F3E4-BCFBAE39FF07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40999E93-48CB-1202-1907-523EE47CAD50}"/>
                </a:ext>
              </a:extLst>
            </p:cNvPr>
            <p:cNvSpPr/>
            <p:nvPr/>
          </p:nvSpPr>
          <p:spPr>
            <a:xfrm rot="17519570" flipH="1">
              <a:off x="7492283" y="4876295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BDE1C06-3A50-E455-2BDB-2D3F4931032C}"/>
              </a:ext>
            </a:extLst>
          </p:cNvPr>
          <p:cNvGrpSpPr/>
          <p:nvPr/>
        </p:nvGrpSpPr>
        <p:grpSpPr>
          <a:xfrm>
            <a:off x="3611867" y="5592850"/>
            <a:ext cx="2910830" cy="2910830"/>
            <a:chOff x="3619891" y="5592850"/>
            <a:chExt cx="2910830" cy="2910830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18B0E9E5-3EF6-BDD0-D7A6-31CE7BB1EC57}"/>
                </a:ext>
              </a:extLst>
            </p:cNvPr>
            <p:cNvGrpSpPr/>
            <p:nvPr/>
          </p:nvGrpSpPr>
          <p:grpSpPr>
            <a:xfrm rot="20016109" flipH="1">
              <a:off x="3963093" y="6277603"/>
              <a:ext cx="1105671" cy="988466"/>
              <a:chOff x="2677600" y="4983856"/>
              <a:chExt cx="982867" cy="962471"/>
            </a:xfrm>
          </p:grpSpPr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3B3B3489-1DC6-CEB3-23B3-3032CE460017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E09FF236-75CB-25AE-FCB0-EC880063BFAF}"/>
                  </a:ext>
                </a:extLst>
              </p:cNvPr>
              <p:cNvSpPr/>
              <p:nvPr/>
            </p:nvSpPr>
            <p:spPr>
              <a:xfrm rot="4277537">
                <a:off x="3200660" y="4658158"/>
                <a:ext cx="134109" cy="785505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E4314889-13A1-FE91-EC10-F4EEF8AFE2A7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FC37DEA1-0957-7D48-78EA-0496F6924FD5}"/>
                </a:ext>
              </a:extLst>
            </p:cNvPr>
            <p:cNvGrpSpPr/>
            <p:nvPr/>
          </p:nvGrpSpPr>
          <p:grpSpPr>
            <a:xfrm rot="15255591">
              <a:off x="3952910" y="6329145"/>
              <a:ext cx="1039830" cy="1088741"/>
              <a:chOff x="2677600" y="4978510"/>
              <a:chExt cx="1012485" cy="967817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0C71A5E2-77CE-EDC6-BA46-84A0A0F8A924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hteck 86">
                <a:extLst>
                  <a:ext uri="{FF2B5EF4-FFF2-40B4-BE49-F238E27FC236}">
                    <a16:creationId xmlns:a16="http://schemas.microsoft.com/office/drawing/2014/main" id="{FD2E6CE2-66B8-24C2-A53E-F76ACD0D6F86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E7071BDC-2DFC-DB87-69CD-E873AB2BD890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69012B81-5B5F-3471-B292-81861C1A6851}"/>
                </a:ext>
              </a:extLst>
            </p:cNvPr>
            <p:cNvSpPr/>
            <p:nvPr/>
          </p:nvSpPr>
          <p:spPr>
            <a:xfrm rot="17519570" flipH="1">
              <a:off x="4292843" y="6124507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BD568864-1D1C-FA0E-E580-9E8205D92D72}"/>
                </a:ext>
              </a:extLst>
            </p:cNvPr>
            <p:cNvSpPr/>
            <p:nvPr/>
          </p:nvSpPr>
          <p:spPr>
            <a:xfrm rot="17519570" flipH="1">
              <a:off x="4320942" y="6156486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3689704F-38D3-F926-6758-EED0E1BE8CFD}"/>
                </a:ext>
              </a:extLst>
            </p:cNvPr>
            <p:cNvGrpSpPr/>
            <p:nvPr/>
          </p:nvGrpSpPr>
          <p:grpSpPr>
            <a:xfrm rot="2135896">
              <a:off x="5106757" y="6067050"/>
              <a:ext cx="1192093" cy="1328904"/>
              <a:chOff x="4794189" y="5737680"/>
              <a:chExt cx="1192093" cy="1328904"/>
            </a:xfrm>
          </p:grpSpPr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E7368E0A-037A-6FBC-0DF8-E10C6C755677}"/>
                  </a:ext>
                </a:extLst>
              </p:cNvPr>
              <p:cNvGrpSpPr/>
              <p:nvPr/>
            </p:nvGrpSpPr>
            <p:grpSpPr>
              <a:xfrm rot="21047995">
                <a:off x="4794189" y="5979851"/>
                <a:ext cx="1138990" cy="993956"/>
                <a:chOff x="2677600" y="4978510"/>
                <a:chExt cx="1012485" cy="967817"/>
              </a:xfrm>
            </p:grpSpPr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4427025-C5B6-2E7C-A072-705F3CB31BCF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55AD4AC9-024F-4784-8E97-AB9010229480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" name="Ellipse 42">
                  <a:extLst>
                    <a:ext uri="{FF2B5EF4-FFF2-40B4-BE49-F238E27FC236}">
                      <a16:creationId xmlns:a16="http://schemas.microsoft.com/office/drawing/2014/main" id="{0D97C443-E2C1-9FF6-6EB7-C11706145EB6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06288E8D-3217-E8F7-2C4E-EC5D9064CF5E}"/>
                  </a:ext>
                </a:extLst>
              </p:cNvPr>
              <p:cNvGrpSpPr/>
              <p:nvPr/>
            </p:nvGrpSpPr>
            <p:grpSpPr>
              <a:xfrm rot="4208513" flipH="1">
                <a:off x="4921997" y="5995420"/>
                <a:ext cx="1039830" cy="1088741"/>
                <a:chOff x="2677600" y="4978510"/>
                <a:chExt cx="1012485" cy="967817"/>
              </a:xfrm>
            </p:grpSpPr>
            <p:sp>
              <p:nvSpPr>
                <p:cNvPr id="29" name="Rechteck 28">
                  <a:extLst>
                    <a:ext uri="{FF2B5EF4-FFF2-40B4-BE49-F238E27FC236}">
                      <a16:creationId xmlns:a16="http://schemas.microsoft.com/office/drawing/2014/main" id="{E008A416-4234-67CB-36C0-DA1ADD1F1761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hteck 29">
                  <a:extLst>
                    <a:ext uri="{FF2B5EF4-FFF2-40B4-BE49-F238E27FC236}">
                      <a16:creationId xmlns:a16="http://schemas.microsoft.com/office/drawing/2014/main" id="{2B16209E-4352-A178-41BC-E8F467364891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pattFill prst="wdUp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C879366-B39F-966E-C288-5AA399BD7CE8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10F59D8D-12A8-D2EB-9AA7-8162C5BB60A3}"/>
                  </a:ext>
                </a:extLst>
              </p:cNvPr>
              <p:cNvSpPr/>
              <p:nvPr/>
            </p:nvSpPr>
            <p:spPr>
              <a:xfrm rot="1944534">
                <a:off x="5427334" y="5737680"/>
                <a:ext cx="118635" cy="1314626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D0A3FBF1-7BE7-7705-F0D7-7042EB086E4E}"/>
                  </a:ext>
                </a:extLst>
              </p:cNvPr>
              <p:cNvSpPr/>
              <p:nvPr/>
            </p:nvSpPr>
            <p:spPr>
              <a:xfrm rot="1944534">
                <a:off x="5489344" y="5751958"/>
                <a:ext cx="55418" cy="1314626"/>
              </a:xfrm>
              <a:prstGeom prst="rect">
                <a:avLst/>
              </a:prstGeom>
              <a:pattFill prst="wdUpDiag">
                <a:fgClr>
                  <a:srgbClr val="FF0000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2997E124-D2CC-C2D3-1B45-EEA01F4188C9}"/>
                </a:ext>
              </a:extLst>
            </p:cNvPr>
            <p:cNvSpPr/>
            <p:nvPr/>
          </p:nvSpPr>
          <p:spPr>
            <a:xfrm>
              <a:off x="3876675" y="6248968"/>
              <a:ext cx="2381363" cy="579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4844545" y="7365114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5002434" y="7131237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4945756" y="691814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3619891" y="5592850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0" name="Pfeil: gebogen 129">
              <a:extLst>
                <a:ext uri="{FF2B5EF4-FFF2-40B4-BE49-F238E27FC236}">
                  <a16:creationId xmlns:a16="http://schemas.microsoft.com/office/drawing/2014/main" id="{FA176C8C-F4FD-130B-23BD-53BB43C4CC23}"/>
                </a:ext>
              </a:extLst>
            </p:cNvPr>
            <p:cNvSpPr/>
            <p:nvPr/>
          </p:nvSpPr>
          <p:spPr>
            <a:xfrm rot="20304312" flipH="1">
              <a:off x="4811384" y="67872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44910A80-FA5D-5DDE-A683-4F1DA655349F}"/>
              </a:ext>
            </a:extLst>
          </p:cNvPr>
          <p:cNvGrpSpPr/>
          <p:nvPr/>
        </p:nvGrpSpPr>
        <p:grpSpPr>
          <a:xfrm>
            <a:off x="6803800" y="5592850"/>
            <a:ext cx="2910830" cy="2910830"/>
            <a:chOff x="-60233" y="5230706"/>
            <a:chExt cx="6848475" cy="6848475"/>
          </a:xfrm>
        </p:grpSpPr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F0ABE8E2-8811-C01E-A92C-B2E2A855CBC1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1BDA47AC-0AC5-403F-8096-166751AE0808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A1664D22-5D7A-6139-C593-41F7C70D2912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Kreis: nicht ausgefüllt 124">
              <a:extLst>
                <a:ext uri="{FF2B5EF4-FFF2-40B4-BE49-F238E27FC236}">
                  <a16:creationId xmlns:a16="http://schemas.microsoft.com/office/drawing/2014/main" id="{2122957E-60AD-AADD-E8E9-A077E9380858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320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hteck 50">
            <a:extLst>
              <a:ext uri="{FF2B5EF4-FFF2-40B4-BE49-F238E27FC236}">
                <a16:creationId xmlns:a16="http://schemas.microsoft.com/office/drawing/2014/main" id="{72B53BA9-7CA4-6FCB-3088-A7EB342C2DC9}"/>
              </a:ext>
            </a:extLst>
          </p:cNvPr>
          <p:cNvSpPr/>
          <p:nvPr/>
        </p:nvSpPr>
        <p:spPr>
          <a:xfrm rot="4080430">
            <a:off x="5683805" y="6105081"/>
            <a:ext cx="118635" cy="131462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3689704F-38D3-F926-6758-EED0E1BE8CFD}"/>
              </a:ext>
            </a:extLst>
          </p:cNvPr>
          <p:cNvGrpSpPr/>
          <p:nvPr/>
        </p:nvGrpSpPr>
        <p:grpSpPr>
          <a:xfrm rot="1398042">
            <a:off x="8290443" y="5974989"/>
            <a:ext cx="1107300" cy="1234380"/>
            <a:chOff x="4794189" y="5737680"/>
            <a:chExt cx="1192093" cy="1328904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E7368E0A-037A-6FBC-0DF8-E10C6C755677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94427025-C5B6-2E7C-A072-705F3CB31BCF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55AD4AC9-024F-4784-8E97-AB9010229480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0D97C443-E2C1-9FF6-6EB7-C11706145EB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06288E8D-3217-E8F7-2C4E-EC5D9064CF5E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E008A416-4234-67CB-36C0-DA1ADD1F1761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B16209E-4352-A178-41BC-E8F467364891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CC879366-B39F-966E-C288-5AA399BD7CE8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D0A3FBF1-7BE7-7705-F0D7-7042EB086E4E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1437742-2600-922D-9F60-105FC9D9D769}"/>
              </a:ext>
            </a:extLst>
          </p:cNvPr>
          <p:cNvGrpSpPr/>
          <p:nvPr/>
        </p:nvGrpSpPr>
        <p:grpSpPr>
          <a:xfrm rot="16200000">
            <a:off x="7044993" y="6062567"/>
            <a:ext cx="1107300" cy="1234380"/>
            <a:chOff x="4794189" y="5737680"/>
            <a:chExt cx="1192093" cy="132890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C8E7049-6966-1A5E-A9F0-9FAFA3E964DE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B46769E6-0FCA-3FA5-5DAE-6DCDFE6BCFAB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C9E70-264B-63BB-04FA-F27323258D59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58B44068-5C57-943A-4E01-426934E906E4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756EAF78-A6F4-8FE7-58F1-5C8573BAC88B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CDAB68B0-8D19-2C49-4297-51C54F878BC6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FE8D6AF-0466-3236-096E-8FDAED1B7EFB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4F6EB3C1-EA65-1D7C-13AD-2BBE66DCDE5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1DC0CDE-9778-474C-E904-48D855DA0C2E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56FBAED-4F63-957D-EC70-7EAA7E83C4AC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echteck 84">
            <a:extLst>
              <a:ext uri="{FF2B5EF4-FFF2-40B4-BE49-F238E27FC236}">
                <a16:creationId xmlns:a16="http://schemas.microsoft.com/office/drawing/2014/main" id="{69012B81-5B5F-3471-B292-81861C1A6851}"/>
              </a:ext>
            </a:extLst>
          </p:cNvPr>
          <p:cNvSpPr/>
          <p:nvPr/>
        </p:nvSpPr>
        <p:spPr>
          <a:xfrm rot="17519570" flipH="1">
            <a:off x="4284819" y="6124507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68651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F941617A-23FC-6034-DC49-1E609A306C7E}"/>
              </a:ext>
            </a:extLst>
          </p:cNvPr>
          <p:cNvSpPr/>
          <p:nvPr/>
        </p:nvSpPr>
        <p:spPr>
          <a:xfrm>
            <a:off x="4836521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8FB45004-3D04-ED75-0D9E-3F0C080D8EEB}"/>
              </a:ext>
            </a:extLst>
          </p:cNvPr>
          <p:cNvSpPr/>
          <p:nvPr/>
        </p:nvSpPr>
        <p:spPr>
          <a:xfrm>
            <a:off x="4994410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A1978827-2302-5FC8-6CB1-9EC114E12E3B}"/>
              </a:ext>
            </a:extLst>
          </p:cNvPr>
          <p:cNvSpPr/>
          <p:nvPr/>
        </p:nvSpPr>
        <p:spPr>
          <a:xfrm>
            <a:off x="4937732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Kreis: nicht ausgefüllt 112">
            <a:extLst>
              <a:ext uri="{FF2B5EF4-FFF2-40B4-BE49-F238E27FC236}">
                <a16:creationId xmlns:a16="http://schemas.microsoft.com/office/drawing/2014/main" id="{A8B4DB0C-5783-8BDE-B438-B921A88DC5D7}"/>
              </a:ext>
            </a:extLst>
          </p:cNvPr>
          <p:cNvSpPr/>
          <p:nvPr/>
        </p:nvSpPr>
        <p:spPr>
          <a:xfrm>
            <a:off x="3611867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03360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F0ABE8E2-8811-C01E-A92C-B2E2A855CBC1}"/>
              </a:ext>
            </a:extLst>
          </p:cNvPr>
          <p:cNvSpPr/>
          <p:nvPr/>
        </p:nvSpPr>
        <p:spPr>
          <a:xfrm>
            <a:off x="8028454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1BDA47AC-0AC5-403F-8096-166751AE0808}"/>
              </a:ext>
            </a:extLst>
          </p:cNvPr>
          <p:cNvSpPr/>
          <p:nvPr/>
        </p:nvSpPr>
        <p:spPr>
          <a:xfrm>
            <a:off x="8186343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A1664D22-5D7A-6139-C593-41F7C70D2912}"/>
              </a:ext>
            </a:extLst>
          </p:cNvPr>
          <p:cNvSpPr/>
          <p:nvPr/>
        </p:nvSpPr>
        <p:spPr>
          <a:xfrm>
            <a:off x="8129665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Kreis: nicht ausgefüllt 124">
            <a:extLst>
              <a:ext uri="{FF2B5EF4-FFF2-40B4-BE49-F238E27FC236}">
                <a16:creationId xmlns:a16="http://schemas.microsoft.com/office/drawing/2014/main" id="{2122957E-60AD-AADD-E8E9-A077E9380858}"/>
              </a:ext>
            </a:extLst>
          </p:cNvPr>
          <p:cNvSpPr/>
          <p:nvPr/>
        </p:nvSpPr>
        <p:spPr>
          <a:xfrm>
            <a:off x="6803800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629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B6627CC4-10C4-08EB-1411-34EF5DA4DD47}"/>
              </a:ext>
            </a:extLst>
          </p:cNvPr>
          <p:cNvGrpSpPr/>
          <p:nvPr/>
        </p:nvGrpSpPr>
        <p:grpSpPr>
          <a:xfrm rot="21353473" flipH="1">
            <a:off x="3257610" y="1770148"/>
            <a:ext cx="1230842" cy="141193"/>
            <a:chOff x="4347492" y="1721425"/>
            <a:chExt cx="1231107" cy="141193"/>
          </a:xfrm>
        </p:grpSpPr>
        <p:sp>
          <p:nvSpPr>
            <p:cNvPr id="154" name="Rechteck 153">
              <a:extLst>
                <a:ext uri="{FF2B5EF4-FFF2-40B4-BE49-F238E27FC236}">
                  <a16:creationId xmlns:a16="http://schemas.microsoft.com/office/drawing/2014/main" id="{A76B4466-611B-2E67-EA72-1873FA2C059F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3B72AE71-7F49-3E07-96A6-F07540C6EADF}"/>
                </a:ext>
              </a:extLst>
            </p:cNvPr>
            <p:cNvSpPr/>
            <p:nvPr/>
          </p:nvSpPr>
          <p:spPr>
            <a:xfrm rot="3951443">
              <a:off x="4928876" y="1142250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400D598B-E1E4-8E90-523E-12CB22D80F82}"/>
              </a:ext>
            </a:extLst>
          </p:cNvPr>
          <p:cNvGrpSpPr/>
          <p:nvPr/>
        </p:nvGrpSpPr>
        <p:grpSpPr>
          <a:xfrm rot="21353473">
            <a:off x="4393692" y="1707147"/>
            <a:ext cx="1235066" cy="140276"/>
            <a:chOff x="4347492" y="1722342"/>
            <a:chExt cx="1235066" cy="140276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CCD71996-AFA7-0D4A-B5B9-2FF720B1CAB0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8F968DFB-C5CE-BA0D-8096-08E0108F5C30}"/>
                </a:ext>
              </a:extLst>
            </p:cNvPr>
            <p:cNvSpPr/>
            <p:nvPr/>
          </p:nvSpPr>
          <p:spPr>
            <a:xfrm rot="3951443">
              <a:off x="4932835" y="1209846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Halbbogen 50">
            <a:extLst>
              <a:ext uri="{FF2B5EF4-FFF2-40B4-BE49-F238E27FC236}">
                <a16:creationId xmlns:a16="http://schemas.microsoft.com/office/drawing/2014/main" id="{2047C6B2-4907-46D8-FEF0-502E3775EA4F}"/>
              </a:ext>
            </a:extLst>
          </p:cNvPr>
          <p:cNvSpPr/>
          <p:nvPr/>
        </p:nvSpPr>
        <p:spPr>
          <a:xfrm rot="11163210" flipH="1" flipV="1">
            <a:off x="825248" y="5618049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tern: 6 Zacken 52">
            <a:extLst>
              <a:ext uri="{FF2B5EF4-FFF2-40B4-BE49-F238E27FC236}">
                <a16:creationId xmlns:a16="http://schemas.microsoft.com/office/drawing/2014/main" id="{1387696C-5EAB-9890-7B16-57ECB2A4A69F}"/>
              </a:ext>
            </a:extLst>
          </p:cNvPr>
          <p:cNvSpPr/>
          <p:nvPr/>
        </p:nvSpPr>
        <p:spPr>
          <a:xfrm rot="227872">
            <a:off x="4011324" y="6324977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Würfel 95">
            <a:extLst>
              <a:ext uri="{FF2B5EF4-FFF2-40B4-BE49-F238E27FC236}">
                <a16:creationId xmlns:a16="http://schemas.microsoft.com/office/drawing/2014/main" id="{B7645D6A-758A-ED15-EFA0-8BDE3CF6D3BB}"/>
              </a:ext>
            </a:extLst>
          </p:cNvPr>
          <p:cNvSpPr/>
          <p:nvPr/>
        </p:nvSpPr>
        <p:spPr>
          <a:xfrm rot="13735647" flipH="1">
            <a:off x="3538363" y="6218139"/>
            <a:ext cx="365019" cy="1324990"/>
          </a:xfrm>
          <a:custGeom>
            <a:avLst/>
            <a:gdLst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0 w 388447"/>
              <a:gd name="connsiteY5" fmla="*/ 1348545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276121 w 388447"/>
              <a:gd name="connsiteY3" fmla="*/ 1265387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288904"/>
              <a:gd name="connsiteX1" fmla="*/ 319078 w 388447"/>
              <a:gd name="connsiteY1" fmla="*/ 69369 h 1288904"/>
              <a:gd name="connsiteX2" fmla="*/ 264966 w 388447"/>
              <a:gd name="connsiteY2" fmla="*/ 1288904 h 1288904"/>
              <a:gd name="connsiteX3" fmla="*/ 5455 w 388447"/>
              <a:gd name="connsiteY3" fmla="*/ 1006867 h 1288904"/>
              <a:gd name="connsiteX4" fmla="*/ 0 w 388447"/>
              <a:gd name="connsiteY4" fmla="*/ 69369 h 1288904"/>
              <a:gd name="connsiteX0" fmla="*/ 319078 w 388447"/>
              <a:gd name="connsiteY0" fmla="*/ 69369 h 1288904"/>
              <a:gd name="connsiteX1" fmla="*/ 388447 w 388447"/>
              <a:gd name="connsiteY1" fmla="*/ 0 h 1288904"/>
              <a:gd name="connsiteX2" fmla="*/ 388447 w 388447"/>
              <a:gd name="connsiteY2" fmla="*/ 1279176 h 1288904"/>
              <a:gd name="connsiteX3" fmla="*/ 276121 w 388447"/>
              <a:gd name="connsiteY3" fmla="*/ 1265387 h 1288904"/>
              <a:gd name="connsiteX4" fmla="*/ 319078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19078 w 388447"/>
              <a:gd name="connsiteY3" fmla="*/ 69369 h 1288904"/>
              <a:gd name="connsiteX4" fmla="*/ 0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88447 w 388447"/>
              <a:gd name="connsiteY3" fmla="*/ 1279176 h 1288904"/>
              <a:gd name="connsiteX4" fmla="*/ 268955 w 388447"/>
              <a:gd name="connsiteY4" fmla="*/ 1278161 h 1288904"/>
              <a:gd name="connsiteX5" fmla="*/ 5455 w 388447"/>
              <a:gd name="connsiteY5" fmla="*/ 1006867 h 1288904"/>
              <a:gd name="connsiteX6" fmla="*/ 0 w 388447"/>
              <a:gd name="connsiteY6" fmla="*/ 69369 h 1288904"/>
              <a:gd name="connsiteX7" fmla="*/ 0 w 388447"/>
              <a:gd name="connsiteY7" fmla="*/ 69369 h 1288904"/>
              <a:gd name="connsiteX8" fmla="*/ 319078 w 388447"/>
              <a:gd name="connsiteY8" fmla="*/ 69369 h 1288904"/>
              <a:gd name="connsiteX9" fmla="*/ 388447 w 388447"/>
              <a:gd name="connsiteY9" fmla="*/ 0 h 1288904"/>
              <a:gd name="connsiteX10" fmla="*/ 319078 w 388447"/>
              <a:gd name="connsiteY10" fmla="*/ 69369 h 1288904"/>
              <a:gd name="connsiteX11" fmla="*/ 275714 w 388447"/>
              <a:gd name="connsiteY11" fmla="*/ 1269744 h 1288904"/>
              <a:gd name="connsiteX0" fmla="*/ 0 w 436210"/>
              <a:gd name="connsiteY0" fmla="*/ 69369 h 1288904"/>
              <a:gd name="connsiteX1" fmla="*/ 319078 w 436210"/>
              <a:gd name="connsiteY1" fmla="*/ 69369 h 1288904"/>
              <a:gd name="connsiteX2" fmla="*/ 264966 w 436210"/>
              <a:gd name="connsiteY2" fmla="*/ 1288904 h 1288904"/>
              <a:gd name="connsiteX3" fmla="*/ 5455 w 436210"/>
              <a:gd name="connsiteY3" fmla="*/ 1006867 h 1288904"/>
              <a:gd name="connsiteX4" fmla="*/ 0 w 436210"/>
              <a:gd name="connsiteY4" fmla="*/ 69369 h 1288904"/>
              <a:gd name="connsiteX0" fmla="*/ 319078 w 436210"/>
              <a:gd name="connsiteY0" fmla="*/ 69369 h 1288904"/>
              <a:gd name="connsiteX1" fmla="*/ 388447 w 436210"/>
              <a:gd name="connsiteY1" fmla="*/ 0 h 1288904"/>
              <a:gd name="connsiteX2" fmla="*/ 388447 w 436210"/>
              <a:gd name="connsiteY2" fmla="*/ 1279176 h 1288904"/>
              <a:gd name="connsiteX3" fmla="*/ 276121 w 436210"/>
              <a:gd name="connsiteY3" fmla="*/ 1265387 h 1288904"/>
              <a:gd name="connsiteX4" fmla="*/ 319078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19078 w 436210"/>
              <a:gd name="connsiteY3" fmla="*/ 69369 h 1288904"/>
              <a:gd name="connsiteX4" fmla="*/ 0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88447 w 436210"/>
              <a:gd name="connsiteY3" fmla="*/ 1279176 h 1288904"/>
              <a:gd name="connsiteX4" fmla="*/ 268955 w 436210"/>
              <a:gd name="connsiteY4" fmla="*/ 1278161 h 1288904"/>
              <a:gd name="connsiteX5" fmla="*/ 5455 w 436210"/>
              <a:gd name="connsiteY5" fmla="*/ 1006867 h 1288904"/>
              <a:gd name="connsiteX6" fmla="*/ 0 w 436210"/>
              <a:gd name="connsiteY6" fmla="*/ 69369 h 1288904"/>
              <a:gd name="connsiteX7" fmla="*/ 0 w 436210"/>
              <a:gd name="connsiteY7" fmla="*/ 69369 h 1288904"/>
              <a:gd name="connsiteX8" fmla="*/ 319078 w 436210"/>
              <a:gd name="connsiteY8" fmla="*/ 69369 h 1288904"/>
              <a:gd name="connsiteX9" fmla="*/ 436210 w 436210"/>
              <a:gd name="connsiteY9" fmla="*/ 63698 h 1288904"/>
              <a:gd name="connsiteX10" fmla="*/ 319078 w 436210"/>
              <a:gd name="connsiteY10" fmla="*/ 69369 h 1288904"/>
              <a:gd name="connsiteX11" fmla="*/ 275714 w 43621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407584 w 484150"/>
              <a:gd name="connsiteY2" fmla="*/ 1234169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84150" h="1288904" stroke="0" extrusionOk="0">
                <a:moveTo>
                  <a:pt x="0" y="69369"/>
                </a:moveTo>
                <a:lnTo>
                  <a:pt x="319078" y="69369"/>
                </a:lnTo>
                <a:lnTo>
                  <a:pt x="264966" y="1288904"/>
                </a:lnTo>
                <a:lnTo>
                  <a:pt x="5455" y="1006867"/>
                </a:lnTo>
                <a:cubicBezTo>
                  <a:pt x="3637" y="694368"/>
                  <a:pt x="1818" y="381868"/>
                  <a:pt x="0" y="69369"/>
                </a:cubicBezTo>
                <a:close/>
              </a:path>
              <a:path w="484150" h="1288904" fill="darkenLess" stroke="0" extrusionOk="0">
                <a:moveTo>
                  <a:pt x="319078" y="69369"/>
                </a:moveTo>
                <a:lnTo>
                  <a:pt x="483663" y="58973"/>
                </a:lnTo>
                <a:lnTo>
                  <a:pt x="407584" y="1234169"/>
                </a:lnTo>
                <a:lnTo>
                  <a:pt x="276121" y="1265387"/>
                </a:lnTo>
                <a:lnTo>
                  <a:pt x="319078" y="69369"/>
                </a:lnTo>
                <a:close/>
              </a:path>
              <a:path w="484150" h="1288904" fill="lightenLess" stroke="0" extrusionOk="0">
                <a:moveTo>
                  <a:pt x="0" y="69369"/>
                </a:moveTo>
                <a:lnTo>
                  <a:pt x="69369" y="0"/>
                </a:lnTo>
                <a:lnTo>
                  <a:pt x="478210" y="61436"/>
                </a:lnTo>
                <a:lnTo>
                  <a:pt x="319078" y="69369"/>
                </a:lnTo>
                <a:lnTo>
                  <a:pt x="0" y="69369"/>
                </a:lnTo>
                <a:close/>
              </a:path>
              <a:path w="484150" h="1288904" fill="none" extrusionOk="0">
                <a:moveTo>
                  <a:pt x="0" y="69369"/>
                </a:moveTo>
                <a:lnTo>
                  <a:pt x="69369" y="0"/>
                </a:lnTo>
                <a:lnTo>
                  <a:pt x="460792" y="56180"/>
                </a:lnTo>
                <a:lnTo>
                  <a:pt x="388536" y="1246344"/>
                </a:lnTo>
                <a:lnTo>
                  <a:pt x="268955" y="1278161"/>
                </a:lnTo>
                <a:lnTo>
                  <a:pt x="5455" y="1006867"/>
                </a:lnTo>
                <a:cubicBezTo>
                  <a:pt x="5455" y="580475"/>
                  <a:pt x="0" y="495761"/>
                  <a:pt x="0" y="69369"/>
                </a:cubicBezTo>
                <a:close/>
                <a:moveTo>
                  <a:pt x="0" y="69369"/>
                </a:moveTo>
                <a:lnTo>
                  <a:pt x="319078" y="69369"/>
                </a:lnTo>
                <a:lnTo>
                  <a:pt x="484150" y="61733"/>
                </a:lnTo>
                <a:moveTo>
                  <a:pt x="319078" y="69369"/>
                </a:moveTo>
                <a:lnTo>
                  <a:pt x="275714" y="1269744"/>
                </a:lnTo>
              </a:path>
            </a:pathLst>
          </a:cu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06D3ADE-F525-F341-72F5-B5DAD210D7CD}"/>
              </a:ext>
            </a:extLst>
          </p:cNvPr>
          <p:cNvSpPr/>
          <p:nvPr/>
        </p:nvSpPr>
        <p:spPr>
          <a:xfrm>
            <a:off x="7419024" y="785798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CC2017-88FE-B3DB-129E-AA202D23F0E2}"/>
              </a:ext>
            </a:extLst>
          </p:cNvPr>
          <p:cNvSpPr/>
          <p:nvPr/>
        </p:nvSpPr>
        <p:spPr>
          <a:xfrm>
            <a:off x="7489161" y="815011"/>
            <a:ext cx="63566" cy="1228898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4315423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3179341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295170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136292" y="1762900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/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blipFill>
                <a:blip r:embed="rId2"/>
                <a:stretch>
                  <a:fillRect r="-13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00EA8A0B-7556-A679-0D25-1F707E906B26}"/>
              </a:ext>
            </a:extLst>
          </p:cNvPr>
          <p:cNvSpPr/>
          <p:nvPr/>
        </p:nvSpPr>
        <p:spPr>
          <a:xfrm>
            <a:off x="7336267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Kreis: nicht ausgefüllt 11">
            <a:extLst>
              <a:ext uri="{FF2B5EF4-FFF2-40B4-BE49-F238E27FC236}">
                <a16:creationId xmlns:a16="http://schemas.microsoft.com/office/drawing/2014/main" id="{D87EFFC7-33EB-4819-07B4-B63F36747480}"/>
              </a:ext>
            </a:extLst>
          </p:cNvPr>
          <p:cNvSpPr/>
          <p:nvPr/>
        </p:nvSpPr>
        <p:spPr>
          <a:xfrm>
            <a:off x="6200185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Stern: 6 Zacken 15">
            <a:extLst>
              <a:ext uri="{FF2B5EF4-FFF2-40B4-BE49-F238E27FC236}">
                <a16:creationId xmlns:a16="http://schemas.microsoft.com/office/drawing/2014/main" id="{03E30A7A-4141-6204-AC26-4D4A4F816309}"/>
              </a:ext>
            </a:extLst>
          </p:cNvPr>
          <p:cNvSpPr/>
          <p:nvPr/>
        </p:nvSpPr>
        <p:spPr>
          <a:xfrm rot="227872">
            <a:off x="7393834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feil: gebogen 16">
            <a:extLst>
              <a:ext uri="{FF2B5EF4-FFF2-40B4-BE49-F238E27FC236}">
                <a16:creationId xmlns:a16="http://schemas.microsoft.com/office/drawing/2014/main" id="{1D73B5C7-A74B-FABA-3764-7822C211B10C}"/>
              </a:ext>
            </a:extLst>
          </p:cNvPr>
          <p:cNvSpPr/>
          <p:nvPr/>
        </p:nvSpPr>
        <p:spPr>
          <a:xfrm rot="20304312" flipH="1">
            <a:off x="7176144" y="1762901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/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Kreis: nicht ausgefüllt 51">
            <a:extLst>
              <a:ext uri="{FF2B5EF4-FFF2-40B4-BE49-F238E27FC236}">
                <a16:creationId xmlns:a16="http://schemas.microsoft.com/office/drawing/2014/main" id="{EF89DCB4-C6F1-1DED-7BFA-CD6F110D4291}"/>
              </a:ext>
            </a:extLst>
          </p:cNvPr>
          <p:cNvSpPr/>
          <p:nvPr/>
        </p:nvSpPr>
        <p:spPr>
          <a:xfrm>
            <a:off x="1101875" y="5732641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Zylinder 54">
            <a:extLst>
              <a:ext uri="{FF2B5EF4-FFF2-40B4-BE49-F238E27FC236}">
                <a16:creationId xmlns:a16="http://schemas.microsoft.com/office/drawing/2014/main" id="{05C4857F-2622-CF5E-2D4E-E4B6B28B614F}"/>
              </a:ext>
            </a:extLst>
          </p:cNvPr>
          <p:cNvSpPr/>
          <p:nvPr/>
        </p:nvSpPr>
        <p:spPr>
          <a:xfrm>
            <a:off x="2676584" y="8634433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2" name="Zylinder 71">
            <a:extLst>
              <a:ext uri="{FF2B5EF4-FFF2-40B4-BE49-F238E27FC236}">
                <a16:creationId xmlns:a16="http://schemas.microsoft.com/office/drawing/2014/main" id="{7430A4C7-55C0-0593-ABF1-3083E539B35A}"/>
              </a:ext>
            </a:extLst>
          </p:cNvPr>
          <p:cNvSpPr/>
          <p:nvPr/>
        </p:nvSpPr>
        <p:spPr>
          <a:xfrm>
            <a:off x="3136405" y="792493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3" name="Zylinder 72">
            <a:extLst>
              <a:ext uri="{FF2B5EF4-FFF2-40B4-BE49-F238E27FC236}">
                <a16:creationId xmlns:a16="http://schemas.microsoft.com/office/drawing/2014/main" id="{52F84EED-BDB6-83B4-8908-33F573B409A8}"/>
              </a:ext>
            </a:extLst>
          </p:cNvPr>
          <p:cNvSpPr/>
          <p:nvPr/>
        </p:nvSpPr>
        <p:spPr>
          <a:xfrm rot="5400000" flipH="1">
            <a:off x="3127243" y="744256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4" name="Kreis: nicht ausgefüllt 73">
            <a:extLst>
              <a:ext uri="{FF2B5EF4-FFF2-40B4-BE49-F238E27FC236}">
                <a16:creationId xmlns:a16="http://schemas.microsoft.com/office/drawing/2014/main" id="{D4C1FC85-BF50-A4DE-8808-D7798660E703}"/>
              </a:ext>
            </a:extLst>
          </p:cNvPr>
          <p:cNvSpPr/>
          <p:nvPr/>
        </p:nvSpPr>
        <p:spPr>
          <a:xfrm>
            <a:off x="1101874" y="7376219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3" name="Würfel 82">
            <a:extLst>
              <a:ext uri="{FF2B5EF4-FFF2-40B4-BE49-F238E27FC236}">
                <a16:creationId xmlns:a16="http://schemas.microsoft.com/office/drawing/2014/main" id="{5691A1E2-8E6E-C185-446B-D3949879BC2F}"/>
              </a:ext>
            </a:extLst>
          </p:cNvPr>
          <p:cNvSpPr/>
          <p:nvPr/>
        </p:nvSpPr>
        <p:spPr>
          <a:xfrm>
            <a:off x="3120407" y="7274969"/>
            <a:ext cx="388447" cy="497049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60000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4" name="Zylinder 83">
            <a:extLst>
              <a:ext uri="{FF2B5EF4-FFF2-40B4-BE49-F238E27FC236}">
                <a16:creationId xmlns:a16="http://schemas.microsoft.com/office/drawing/2014/main" id="{7AE9E80C-1BF7-DD8E-2244-38EF13A0F2A2}"/>
              </a:ext>
            </a:extLst>
          </p:cNvPr>
          <p:cNvSpPr/>
          <p:nvPr/>
        </p:nvSpPr>
        <p:spPr>
          <a:xfrm rot="5400000" flipH="1">
            <a:off x="3124816" y="6822761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125ED952-D8FA-D0B7-5CFB-4E9308328BBB}"/>
              </a:ext>
            </a:extLst>
          </p:cNvPr>
          <p:cNvGrpSpPr/>
          <p:nvPr/>
        </p:nvGrpSpPr>
        <p:grpSpPr>
          <a:xfrm>
            <a:off x="-232819" y="647967"/>
            <a:ext cx="2969271" cy="3603510"/>
            <a:chOff x="218348" y="9173819"/>
            <a:chExt cx="2969271" cy="3603510"/>
          </a:xfrm>
        </p:grpSpPr>
        <p:sp>
          <p:nvSpPr>
            <p:cNvPr id="114" name="Halbbogen 113">
              <a:extLst>
                <a:ext uri="{FF2B5EF4-FFF2-40B4-BE49-F238E27FC236}">
                  <a16:creationId xmlns:a16="http://schemas.microsoft.com/office/drawing/2014/main" id="{4767BDC6-FD81-DA57-7B5C-973EA892D779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6BF2E007-2D40-E039-A510-958A6B86CB1D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1147689F-E571-F191-179F-73A2E7D40B09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Kreis: nicht ausgefüllt 116">
                <a:extLst>
                  <a:ext uri="{FF2B5EF4-FFF2-40B4-BE49-F238E27FC236}">
                    <a16:creationId xmlns:a16="http://schemas.microsoft.com/office/drawing/2014/main" id="{C3C322B4-EEC3-F96A-8A21-9065489A3010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Stern: 6 Zacken 117">
                <a:extLst>
                  <a:ext uri="{FF2B5EF4-FFF2-40B4-BE49-F238E27FC236}">
                    <a16:creationId xmlns:a16="http://schemas.microsoft.com/office/drawing/2014/main" id="{1CB6AAF7-2353-F805-320C-4DB78BA6F5B6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9F85C831-6E70-A0F1-A55D-FE1737980BCE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36" name="Rechteck 135">
                  <a:extLst>
                    <a:ext uri="{FF2B5EF4-FFF2-40B4-BE49-F238E27FC236}">
                      <a16:creationId xmlns:a16="http://schemas.microsoft.com/office/drawing/2014/main" id="{72C610B2-7CBF-6F68-34E8-486B0276882E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7" name="Gerader Verbinder 136">
                  <a:extLst>
                    <a:ext uri="{FF2B5EF4-FFF2-40B4-BE49-F238E27FC236}">
                      <a16:creationId xmlns:a16="http://schemas.microsoft.com/office/drawing/2014/main" id="{5F37FF3A-2B0F-C155-4040-8B71CCC8DF5E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Gerader Verbinder 137">
                  <a:extLst>
                    <a:ext uri="{FF2B5EF4-FFF2-40B4-BE49-F238E27FC236}">
                      <a16:creationId xmlns:a16="http://schemas.microsoft.com/office/drawing/2014/main" id="{03E371B4-43D9-FC43-D59F-E1309082F984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2F4B57DC-64A8-F6FE-ED72-859282FCE3F8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E10861CD-9975-3F52-9049-D8F344E89AEC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Gerader Verbinder 133">
                  <a:extLst>
                    <a:ext uri="{FF2B5EF4-FFF2-40B4-BE49-F238E27FC236}">
                      <a16:creationId xmlns:a16="http://schemas.microsoft.com/office/drawing/2014/main" id="{8AD2D526-40CF-C962-2A57-52124E582B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Gerader Verbinder 134">
                  <a:extLst>
                    <a:ext uri="{FF2B5EF4-FFF2-40B4-BE49-F238E27FC236}">
                      <a16:creationId xmlns:a16="http://schemas.microsoft.com/office/drawing/2014/main" id="{6AFBEFF7-F8D1-A161-6450-F9F73E516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Kreis: nicht ausgefüllt 120">
                <a:extLst>
                  <a:ext uri="{FF2B5EF4-FFF2-40B4-BE49-F238E27FC236}">
                    <a16:creationId xmlns:a16="http://schemas.microsoft.com/office/drawing/2014/main" id="{4841D256-7618-53EF-993C-F1400AF17196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Zylinder 121">
                <a:extLst>
                  <a:ext uri="{FF2B5EF4-FFF2-40B4-BE49-F238E27FC236}">
                    <a16:creationId xmlns:a16="http://schemas.microsoft.com/office/drawing/2014/main" id="{A8701020-C60D-6EA6-41A8-489C89CF85A8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4081EB57-B83D-6826-91ED-211A4EA2113C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Kreis: nicht ausgefüllt 123">
                <a:extLst>
                  <a:ext uri="{FF2B5EF4-FFF2-40B4-BE49-F238E27FC236}">
                    <a16:creationId xmlns:a16="http://schemas.microsoft.com/office/drawing/2014/main" id="{C7B9B1E1-C30C-2913-4946-84D7FA09B673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051B69B-5022-3181-7E1B-7B3282E37CA3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" name="Gruppieren 125">
                <a:extLst>
                  <a:ext uri="{FF2B5EF4-FFF2-40B4-BE49-F238E27FC236}">
                    <a16:creationId xmlns:a16="http://schemas.microsoft.com/office/drawing/2014/main" id="{18AA1E4B-57AE-F34B-780A-B82158D0B948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28" name="Rechteck 127">
                  <a:extLst>
                    <a:ext uri="{FF2B5EF4-FFF2-40B4-BE49-F238E27FC236}">
                      <a16:creationId xmlns:a16="http://schemas.microsoft.com/office/drawing/2014/main" id="{FF4C59F0-9362-611C-2496-B8BABF32A177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9" name="Gerader Verbinder 128">
                  <a:extLst>
                    <a:ext uri="{FF2B5EF4-FFF2-40B4-BE49-F238E27FC236}">
                      <a16:creationId xmlns:a16="http://schemas.microsoft.com/office/drawing/2014/main" id="{5A3E9F04-92B9-8794-6782-5F666FBA8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EC98913A-3202-4F86-A486-D4CA67CF88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44598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C349EE5B-7A0D-0908-5E60-6AD6C1EED9C8}"/>
              </a:ext>
            </a:extLst>
          </p:cNvPr>
          <p:cNvGrpSpPr/>
          <p:nvPr/>
        </p:nvGrpSpPr>
        <p:grpSpPr>
          <a:xfrm>
            <a:off x="260456" y="3230446"/>
            <a:ext cx="6268065" cy="4589174"/>
            <a:chOff x="260456" y="3230446"/>
            <a:chExt cx="6268065" cy="4589174"/>
          </a:xfrm>
        </p:grpSpPr>
        <p:sp>
          <p:nvSpPr>
            <p:cNvPr id="76" name="Pfeil: gebogen 75">
              <a:extLst>
                <a:ext uri="{FF2B5EF4-FFF2-40B4-BE49-F238E27FC236}">
                  <a16:creationId xmlns:a16="http://schemas.microsoft.com/office/drawing/2014/main" id="{6BE2814B-3C9C-D32A-C7F3-3D9C96BD047E}"/>
                </a:ext>
              </a:extLst>
            </p:cNvPr>
            <p:cNvSpPr/>
            <p:nvPr/>
          </p:nvSpPr>
          <p:spPr>
            <a:xfrm rot="5400000" flipH="1">
              <a:off x="2390997" y="4281483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61" name="Würfel 60">
              <a:extLst>
                <a:ext uri="{FF2B5EF4-FFF2-40B4-BE49-F238E27FC236}">
                  <a16:creationId xmlns:a16="http://schemas.microsoft.com/office/drawing/2014/main" id="{5362C87B-C3A1-6305-51D2-9A514558C0A6}"/>
                </a:ext>
              </a:extLst>
            </p:cNvPr>
            <p:cNvSpPr/>
            <p:nvPr/>
          </p:nvSpPr>
          <p:spPr>
            <a:xfrm rot="5400000" flipH="1">
              <a:off x="4710665" y="4135169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Würfel 62">
              <a:extLst>
                <a:ext uri="{FF2B5EF4-FFF2-40B4-BE49-F238E27FC236}">
                  <a16:creationId xmlns:a16="http://schemas.microsoft.com/office/drawing/2014/main" id="{151D82E6-A51C-1B68-58E7-CA356802D402}"/>
                </a:ext>
              </a:extLst>
            </p:cNvPr>
            <p:cNvSpPr/>
            <p:nvPr/>
          </p:nvSpPr>
          <p:spPr>
            <a:xfrm rot="5400000" flipH="1">
              <a:off x="5593846" y="344481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B5A775B6-9369-0C62-5799-B5632BD64B87}"/>
                </a:ext>
              </a:extLst>
            </p:cNvPr>
            <p:cNvCxnSpPr>
              <a:cxnSpLocks/>
            </p:cNvCxnSpPr>
            <p:nvPr/>
          </p:nvCxnSpPr>
          <p:spPr>
            <a:xfrm>
              <a:off x="2596615" y="4388039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BB2E2FBD-C61D-66E7-3A4E-0F933A40D0B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1783406" y="5877791"/>
              <a:ext cx="13142" cy="1941829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7FD1B22-9292-67A2-384B-8BC3A7FF02ED}"/>
                </a:ext>
              </a:extLst>
            </p:cNvPr>
            <p:cNvCxnSpPr/>
            <p:nvPr/>
          </p:nvCxnSpPr>
          <p:spPr>
            <a:xfrm flipH="1">
              <a:off x="741755" y="4389377"/>
              <a:ext cx="1032598" cy="636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2528B44A-EFE9-1548-254C-79E99056B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5300" y="4389377"/>
              <a:ext cx="1184375" cy="28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48ABA05D-B8D1-06D1-5E53-54D584ACAE35}"/>
                </a:ext>
              </a:extLst>
            </p:cNvPr>
            <p:cNvSpPr/>
            <p:nvPr/>
          </p:nvSpPr>
          <p:spPr>
            <a:xfrm>
              <a:off x="1500773" y="5736475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DAA0DD04-1C6A-179D-D6A3-F31CC002F473}"/>
                </a:ext>
              </a:extLst>
            </p:cNvPr>
            <p:cNvSpPr/>
            <p:nvPr/>
          </p:nvSpPr>
          <p:spPr>
            <a:xfrm rot="5400000">
              <a:off x="3576321" y="3768807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2E0FBB4-F22D-0491-5F22-CEBBA548B9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5300" y="3403600"/>
              <a:ext cx="18106" cy="239637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E4DD7499-3910-AE80-A11F-FD1FCF672456}"/>
                </a:ext>
              </a:extLst>
            </p:cNvPr>
            <p:cNvSpPr/>
            <p:nvPr/>
          </p:nvSpPr>
          <p:spPr>
            <a:xfrm rot="14701776">
              <a:off x="1523135" y="388844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A50C3925-A1C7-ED33-4D9E-11AF739F39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088" y="4532470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3B8A7495-CB2B-E1D3-02E9-022DDAE2C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0982" y="4390029"/>
              <a:ext cx="658609" cy="504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/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/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/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/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/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/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/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Pfeil: gebogen 72">
              <a:extLst>
                <a:ext uri="{FF2B5EF4-FFF2-40B4-BE49-F238E27FC236}">
                  <a16:creationId xmlns:a16="http://schemas.microsoft.com/office/drawing/2014/main" id="{23731501-6FEB-34B4-EFB3-164CB1D5CEBA}"/>
                </a:ext>
              </a:extLst>
            </p:cNvPr>
            <p:cNvSpPr/>
            <p:nvPr/>
          </p:nvSpPr>
          <p:spPr>
            <a:xfrm rot="10800000" flipH="1">
              <a:off x="1434310" y="7107585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/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B7BAD294-E2F1-FB76-435C-88473855ACAA}"/>
                </a:ext>
              </a:extLst>
            </p:cNvPr>
            <p:cNvSpPr/>
            <p:nvPr/>
          </p:nvSpPr>
          <p:spPr>
            <a:xfrm rot="5400000" flipH="1">
              <a:off x="700965" y="4615530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/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954F2813-1F39-B9C8-50E4-F48FEDDD0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6575" y="4313049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/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113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/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/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38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BE30ECFE-2522-DE30-A9A0-FF7B5E8EE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6897" y="4319411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4A04FEC6-CAD1-D412-A4FE-CB0090E0659F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38042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Würfel 61">
              <a:extLst>
                <a:ext uri="{FF2B5EF4-FFF2-40B4-BE49-F238E27FC236}">
                  <a16:creationId xmlns:a16="http://schemas.microsoft.com/office/drawing/2014/main" id="{98329EBA-B7AF-687A-0607-F61D13E543B7}"/>
                </a:ext>
              </a:extLst>
            </p:cNvPr>
            <p:cNvSpPr/>
            <p:nvPr/>
          </p:nvSpPr>
          <p:spPr>
            <a:xfrm rot="5400000" flipH="1">
              <a:off x="5593845" y="41877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39C11E70-BF95-078B-6B9F-C41B93D6CFA5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2097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309CDDE8-39BB-19F8-F099-2310678D59CE}"/>
              </a:ext>
            </a:extLst>
          </p:cNvPr>
          <p:cNvCxnSpPr/>
          <p:nvPr/>
        </p:nvCxnSpPr>
        <p:spPr>
          <a:xfrm flipH="1">
            <a:off x="1796548" y="3624395"/>
            <a:ext cx="385127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C4E2DB3-7B5E-3EA0-310B-8771E123EE16}"/>
              </a:ext>
            </a:extLst>
          </p:cNvPr>
          <p:cNvCxnSpPr/>
          <p:nvPr/>
        </p:nvCxnSpPr>
        <p:spPr>
          <a:xfrm flipV="1">
            <a:off x="5631256" y="3543300"/>
            <a:ext cx="0" cy="7947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CB295E12-DCF2-0130-00E6-38E4046F45E7}"/>
              </a:ext>
            </a:extLst>
          </p:cNvPr>
          <p:cNvSpPr txBox="1"/>
          <p:nvPr/>
        </p:nvSpPr>
        <p:spPr>
          <a:xfrm>
            <a:off x="3149316" y="3255063"/>
            <a:ext cx="882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 cm</a:t>
            </a:r>
          </a:p>
        </p:txBody>
      </p:sp>
    </p:spTree>
    <p:extLst>
      <p:ext uri="{BB962C8B-B14F-4D97-AF65-F5344CB8AC3E}">
        <p14:creationId xmlns:p14="http://schemas.microsoft.com/office/powerpoint/2010/main" val="209673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F92436C4-403B-0617-1443-BF999C6C2719}"/>
              </a:ext>
            </a:extLst>
          </p:cNvPr>
          <p:cNvGrpSpPr/>
          <p:nvPr/>
        </p:nvGrpSpPr>
        <p:grpSpPr>
          <a:xfrm>
            <a:off x="263524" y="1135619"/>
            <a:ext cx="6330951" cy="3298921"/>
            <a:chOff x="641349" y="1745219"/>
            <a:chExt cx="6330951" cy="3298921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7D29B9FE-3F57-F505-3E04-180EF1FA52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2144" y="2114550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8739B5B1-9623-CDC0-6B73-01D110A21C18}"/>
                </a:ext>
              </a:extLst>
            </p:cNvPr>
            <p:cNvCxnSpPr/>
            <p:nvPr/>
          </p:nvCxnSpPr>
          <p:spPr>
            <a:xfrm>
              <a:off x="1152144" y="4681728"/>
              <a:ext cx="528523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90DFBEF-86DE-F31F-EFB3-A9ABEE7359C4}"/>
                </a:ext>
              </a:extLst>
            </p:cNvPr>
            <p:cNvCxnSpPr/>
            <p:nvPr/>
          </p:nvCxnSpPr>
          <p:spPr>
            <a:xfrm flipV="1">
              <a:off x="1152144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51868328-ECF0-25ED-53BC-3A7D6412EA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92650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7C8FBA2B-4D53-3D54-B532-CE9E6FD50B82}"/>
                </a:ext>
              </a:extLst>
            </p:cNvPr>
            <p:cNvCxnSpPr>
              <a:cxnSpLocks/>
            </p:cNvCxnSpPr>
            <p:nvPr/>
          </p:nvCxnSpPr>
          <p:spPr>
            <a:xfrm>
              <a:off x="2368550" y="2940050"/>
              <a:ext cx="23241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623B93C5-6F4D-28ED-79D1-C681F27D3BFF}"/>
                </a:ext>
              </a:extLst>
            </p:cNvPr>
            <p:cNvSpPr txBox="1"/>
            <p:nvPr/>
          </p:nvSpPr>
          <p:spPr>
            <a:xfrm>
              <a:off x="939799" y="1745219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E2A4866-499E-A286-7CF7-F7E1B58C0B7E}"/>
                </a:ext>
              </a:extLst>
            </p:cNvPr>
            <p:cNvSpPr txBox="1"/>
            <p:nvPr/>
          </p:nvSpPr>
          <p:spPr>
            <a:xfrm>
              <a:off x="6375401" y="4497062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6E1B5D5E-4F53-C57D-D400-3F3FEE65CD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5050" y="2940050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/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/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/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295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/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CC95A76-6167-F066-CCC2-478EF9E587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8549" y="2940049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FFD09DA8-5F48-3BA9-E9E0-47D981C2F0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92650" y="2940048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E33BA31-3EF9-B078-25DA-39A9545412C4}"/>
                </a:ext>
              </a:extLst>
            </p:cNvPr>
            <p:cNvCxnSpPr>
              <a:cxnSpLocks/>
            </p:cNvCxnSpPr>
            <p:nvPr/>
          </p:nvCxnSpPr>
          <p:spPr>
            <a:xfrm>
              <a:off x="1450976" y="4241800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BF1E4F90-1AD3-BEF5-AC5D-0ACC06438D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0347" y="3810889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/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/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/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5F7CAB54-937C-28A6-B8D7-3A7FC76EAF14}"/>
                </a:ext>
              </a:extLst>
            </p:cNvPr>
            <p:cNvCxnSpPr/>
            <p:nvPr/>
          </p:nvCxnSpPr>
          <p:spPr>
            <a:xfrm>
              <a:off x="1400175" y="3681413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DA4664BC-6D62-9FBC-A775-B3E72C752CF3}"/>
              </a:ext>
            </a:extLst>
          </p:cNvPr>
          <p:cNvGrpSpPr/>
          <p:nvPr/>
        </p:nvGrpSpPr>
        <p:grpSpPr>
          <a:xfrm>
            <a:off x="165488" y="4593935"/>
            <a:ext cx="3595871" cy="3292002"/>
            <a:chOff x="165488" y="4593935"/>
            <a:chExt cx="3595871" cy="3292002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A490F27D-FC84-CB21-5513-0F43D5DF2B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194" y="4963266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E97C001C-4860-3D44-F329-05F995353468}"/>
                </a:ext>
              </a:extLst>
            </p:cNvPr>
            <p:cNvCxnSpPr>
              <a:cxnSpLocks/>
            </p:cNvCxnSpPr>
            <p:nvPr/>
          </p:nvCxnSpPr>
          <p:spPr>
            <a:xfrm>
              <a:off x="790194" y="7530444"/>
              <a:ext cx="2729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2DFE7258-90DA-85A8-706F-2FA3D54E711A}"/>
                </a:ext>
              </a:extLst>
            </p:cNvPr>
            <p:cNvCxnSpPr/>
            <p:nvPr/>
          </p:nvCxnSpPr>
          <p:spPr>
            <a:xfrm flipV="1">
              <a:off x="790194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A81004-A506-02A6-F302-490EDD63E8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93900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E88B3C5-E197-50BB-3678-ADCE2B17AC66}"/>
                </a:ext>
              </a:extLst>
            </p:cNvPr>
            <p:cNvSpPr txBox="1"/>
            <p:nvPr/>
          </p:nvSpPr>
          <p:spPr>
            <a:xfrm>
              <a:off x="577849" y="4593935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123AF9B8-1475-38B1-389E-48091832B014}"/>
                </a:ext>
              </a:extLst>
            </p:cNvPr>
            <p:cNvSpPr txBox="1"/>
            <p:nvPr/>
          </p:nvSpPr>
          <p:spPr>
            <a:xfrm>
              <a:off x="3486530" y="7345778"/>
              <a:ext cx="2748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2DB37A68-D467-2900-10B2-5EBBC54B50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100" y="5788766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/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/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/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81DB7BF1-79EE-3CA7-296D-CCAAA9CA1B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6599" y="5788765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20D1256A-7EA7-5B0A-1977-D17567D1897A}"/>
                </a:ext>
              </a:extLst>
            </p:cNvPr>
            <p:cNvCxnSpPr>
              <a:cxnSpLocks/>
            </p:cNvCxnSpPr>
            <p:nvPr/>
          </p:nvCxnSpPr>
          <p:spPr>
            <a:xfrm>
              <a:off x="1089026" y="7090516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0950CF87-8A14-D3A0-41CD-F7ABA99821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397" y="6659605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/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/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/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EAF3E37-8386-4343-5670-AC8C608E69BD}"/>
                </a:ext>
              </a:extLst>
            </p:cNvPr>
            <p:cNvCxnSpPr/>
            <p:nvPr/>
          </p:nvCxnSpPr>
          <p:spPr>
            <a:xfrm>
              <a:off x="1038225" y="6530129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5140C413-908A-35EF-A9B8-355BD8871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849" y="5365421"/>
              <a:ext cx="263245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/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241581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2C31A-757D-9387-5FB4-2EF2D91D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FDD60D45-17CD-F917-2553-CB90391A6EE6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777108" y="1465405"/>
            <a:ext cx="0" cy="7765121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Zylinder 4">
            <a:extLst>
              <a:ext uri="{FF2B5EF4-FFF2-40B4-BE49-F238E27FC236}">
                <a16:creationId xmlns:a16="http://schemas.microsoft.com/office/drawing/2014/main" id="{276C4564-14B2-B93A-1CF8-46EC52D41588}"/>
              </a:ext>
            </a:extLst>
          </p:cNvPr>
          <p:cNvSpPr/>
          <p:nvPr/>
        </p:nvSpPr>
        <p:spPr>
          <a:xfrm>
            <a:off x="749335" y="10279993"/>
            <a:ext cx="2055547" cy="1364236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6" name="Zylinder 5">
            <a:extLst>
              <a:ext uri="{FF2B5EF4-FFF2-40B4-BE49-F238E27FC236}">
                <a16:creationId xmlns:a16="http://schemas.microsoft.com/office/drawing/2014/main" id="{92442CD1-EFF7-F207-0682-272F07CBE75F}"/>
              </a:ext>
            </a:extLst>
          </p:cNvPr>
          <p:cNvSpPr/>
          <p:nvPr/>
        </p:nvSpPr>
        <p:spPr>
          <a:xfrm>
            <a:off x="1514562" y="9099253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85CA6FD4-903E-A2C4-F302-565BB6248329}"/>
              </a:ext>
            </a:extLst>
          </p:cNvPr>
          <p:cNvSpPr/>
          <p:nvPr/>
        </p:nvSpPr>
        <p:spPr>
          <a:xfrm rot="16200000">
            <a:off x="1499316" y="6738694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Zylinder 9">
            <a:extLst>
              <a:ext uri="{FF2B5EF4-FFF2-40B4-BE49-F238E27FC236}">
                <a16:creationId xmlns:a16="http://schemas.microsoft.com/office/drawing/2014/main" id="{E4EC891C-A382-6EC3-86C5-0D03AB0ABCDB}"/>
              </a:ext>
            </a:extLst>
          </p:cNvPr>
          <p:cNvSpPr/>
          <p:nvPr/>
        </p:nvSpPr>
        <p:spPr>
          <a:xfrm rot="16200000">
            <a:off x="1499316" y="4803751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109" name="Gerade Verbindung mit Pfeil 108">
            <a:extLst>
              <a:ext uri="{FF2B5EF4-FFF2-40B4-BE49-F238E27FC236}">
                <a16:creationId xmlns:a16="http://schemas.microsoft.com/office/drawing/2014/main" id="{91B34E73-5570-B03A-9BB2-A7B73B1D2852}"/>
              </a:ext>
            </a:extLst>
          </p:cNvPr>
          <p:cNvCxnSpPr>
            <a:cxnSpLocks/>
          </p:cNvCxnSpPr>
          <p:nvPr/>
        </p:nvCxnSpPr>
        <p:spPr>
          <a:xfrm flipH="1" flipV="1">
            <a:off x="371725" y="5479605"/>
            <a:ext cx="796185" cy="2189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CA42C6B-BA3C-1C18-CFB7-A46103F235FC}"/>
              </a:ext>
            </a:extLst>
          </p:cNvPr>
          <p:cNvCxnSpPr>
            <a:cxnSpLocks/>
          </p:cNvCxnSpPr>
          <p:nvPr/>
        </p:nvCxnSpPr>
        <p:spPr>
          <a:xfrm flipH="1" flipV="1">
            <a:off x="352680" y="7412544"/>
            <a:ext cx="796185" cy="2189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29A53E87-3BFA-2225-20AD-5A39C1580D44}"/>
              </a:ext>
            </a:extLst>
          </p:cNvPr>
          <p:cNvCxnSpPr>
            <a:cxnSpLocks/>
            <a:endCxn id="126" idx="3"/>
          </p:cNvCxnSpPr>
          <p:nvPr/>
        </p:nvCxnSpPr>
        <p:spPr>
          <a:xfrm flipV="1">
            <a:off x="1776277" y="8532489"/>
            <a:ext cx="13045" cy="635787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FFBE15AA-0C2A-0D1D-F500-93EBD8931BBC}"/>
              </a:ext>
            </a:extLst>
          </p:cNvPr>
          <p:cNvGrpSpPr/>
          <p:nvPr/>
        </p:nvGrpSpPr>
        <p:grpSpPr>
          <a:xfrm>
            <a:off x="371724" y="1082588"/>
            <a:ext cx="6141433" cy="3188045"/>
            <a:chOff x="371724" y="1082588"/>
            <a:chExt cx="6141433" cy="3188045"/>
          </a:xfrm>
        </p:grpSpPr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397CDC87-F6B9-7AB3-55BB-C5244B075D1E}"/>
                </a:ext>
              </a:extLst>
            </p:cNvPr>
            <p:cNvSpPr/>
            <p:nvPr/>
          </p:nvSpPr>
          <p:spPr>
            <a:xfrm rot="5400000" flipH="1">
              <a:off x="4082407" y="1559802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76" name="Würfel 75">
              <a:extLst>
                <a:ext uri="{FF2B5EF4-FFF2-40B4-BE49-F238E27FC236}">
                  <a16:creationId xmlns:a16="http://schemas.microsoft.com/office/drawing/2014/main" id="{FE53B592-5AEA-A505-874B-7344292189FD}"/>
                </a:ext>
              </a:extLst>
            </p:cNvPr>
            <p:cNvSpPr/>
            <p:nvPr/>
          </p:nvSpPr>
          <p:spPr>
            <a:xfrm rot="5400000" flipH="1">
              <a:off x="4695301" y="1422418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Würfel 76">
              <a:extLst>
                <a:ext uri="{FF2B5EF4-FFF2-40B4-BE49-F238E27FC236}">
                  <a16:creationId xmlns:a16="http://schemas.microsoft.com/office/drawing/2014/main" id="{51A3DF54-AF5A-AD3E-0809-AC5E567340CB}"/>
                </a:ext>
              </a:extLst>
            </p:cNvPr>
            <p:cNvSpPr/>
            <p:nvPr/>
          </p:nvSpPr>
          <p:spPr>
            <a:xfrm rot="5400000" flipH="1">
              <a:off x="5578482" y="732068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146597D8-B567-4B5B-1704-FA111654C565}"/>
                </a:ext>
              </a:extLst>
            </p:cNvPr>
            <p:cNvCxnSpPr>
              <a:cxnSpLocks/>
            </p:cNvCxnSpPr>
            <p:nvPr/>
          </p:nvCxnSpPr>
          <p:spPr>
            <a:xfrm>
              <a:off x="2581251" y="1675288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D2C00728-1C08-74BD-B98E-C24C2B75188B}"/>
                </a:ext>
              </a:extLst>
            </p:cNvPr>
            <p:cNvCxnSpPr>
              <a:cxnSpLocks/>
            </p:cNvCxnSpPr>
            <p:nvPr/>
          </p:nvCxnSpPr>
          <p:spPr>
            <a:xfrm>
              <a:off x="2106874" y="1677407"/>
              <a:ext cx="2396546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Zylinder 81">
              <a:extLst>
                <a:ext uri="{FF2B5EF4-FFF2-40B4-BE49-F238E27FC236}">
                  <a16:creationId xmlns:a16="http://schemas.microsoft.com/office/drawing/2014/main" id="{8FF49BFD-A3C3-5C39-201B-DEC99F22F19B}"/>
                </a:ext>
              </a:extLst>
            </p:cNvPr>
            <p:cNvSpPr/>
            <p:nvPr/>
          </p:nvSpPr>
          <p:spPr>
            <a:xfrm>
              <a:off x="1485409" y="3023724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Zylinder 82">
              <a:extLst>
                <a:ext uri="{FF2B5EF4-FFF2-40B4-BE49-F238E27FC236}">
                  <a16:creationId xmlns:a16="http://schemas.microsoft.com/office/drawing/2014/main" id="{2D15ABFD-A603-1D6D-15C4-23634789098E}"/>
                </a:ext>
              </a:extLst>
            </p:cNvPr>
            <p:cNvSpPr/>
            <p:nvPr/>
          </p:nvSpPr>
          <p:spPr>
            <a:xfrm rot="5400000">
              <a:off x="3231043" y="1056530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636137D7-7378-AF0B-AC54-493F14BFD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8042" y="2451551"/>
              <a:ext cx="0" cy="635673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Zylinder 84">
              <a:extLst>
                <a:ext uri="{FF2B5EF4-FFF2-40B4-BE49-F238E27FC236}">
                  <a16:creationId xmlns:a16="http://schemas.microsoft.com/office/drawing/2014/main" id="{B8232BA5-A86B-D77B-6270-FC4A69E729D3}"/>
                </a:ext>
              </a:extLst>
            </p:cNvPr>
            <p:cNvSpPr/>
            <p:nvPr/>
          </p:nvSpPr>
          <p:spPr>
            <a:xfrm rot="14701776">
              <a:off x="1507771" y="1175693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FDD1E194-12C1-2016-E58B-29663C7C2B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1724" y="1819719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38D9DF1D-5F37-7F27-D2E6-930B10E39A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64744" y="1677278"/>
              <a:ext cx="1097588" cy="2707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893A6724-C96D-ED6D-0114-36EE4F386278}"/>
                    </a:ext>
                  </a:extLst>
                </p:cNvPr>
                <p:cNvSpPr txBox="1"/>
                <p:nvPr/>
              </p:nvSpPr>
              <p:spPr>
                <a:xfrm flipH="1">
                  <a:off x="412153" y="2255091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893A6724-C96D-ED6D-0114-36EE4F3862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12153" y="2255091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E3D7D0BE-758B-94D3-D6EC-AA7C1622FA6E}"/>
                    </a:ext>
                  </a:extLst>
                </p:cNvPr>
                <p:cNvSpPr txBox="1"/>
                <p:nvPr/>
              </p:nvSpPr>
              <p:spPr>
                <a:xfrm flipH="1">
                  <a:off x="4353727" y="1300401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E3D7D0BE-758B-94D3-D6EC-AA7C1622FA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353727" y="1300401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1A3CB5E8-7439-BFB3-C206-AF37621F8A8F}"/>
                    </a:ext>
                  </a:extLst>
                </p:cNvPr>
                <p:cNvSpPr txBox="1"/>
                <p:nvPr/>
              </p:nvSpPr>
              <p:spPr>
                <a:xfrm>
                  <a:off x="2020661" y="2648210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1A3CB5E8-7439-BFB3-C206-AF37621F8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661" y="2648210"/>
                  <a:ext cx="43377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Pfeil: gebogen 94">
              <a:extLst>
                <a:ext uri="{FF2B5EF4-FFF2-40B4-BE49-F238E27FC236}">
                  <a16:creationId xmlns:a16="http://schemas.microsoft.com/office/drawing/2014/main" id="{C9374645-DF00-A2FF-D6AA-B7D96607FEBB}"/>
                </a:ext>
              </a:extLst>
            </p:cNvPr>
            <p:cNvSpPr/>
            <p:nvPr/>
          </p:nvSpPr>
          <p:spPr>
            <a:xfrm rot="10800000" flipH="1">
              <a:off x="1449280" y="2605806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9B2AFAD-6403-CF0E-5417-C58DD226194B}"/>
                    </a:ext>
                  </a:extLst>
                </p:cNvPr>
                <p:cNvSpPr txBox="1"/>
                <p:nvPr/>
              </p:nvSpPr>
              <p:spPr>
                <a:xfrm>
                  <a:off x="937191" y="2150355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9B2AFAD-6403-CF0E-5417-C58DD22619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191" y="2150355"/>
                  <a:ext cx="43377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7" name="Pfeil: gebogen 96">
              <a:extLst>
                <a:ext uri="{FF2B5EF4-FFF2-40B4-BE49-F238E27FC236}">
                  <a16:creationId xmlns:a16="http://schemas.microsoft.com/office/drawing/2014/main" id="{038D09D0-BDA4-94F1-0FF4-1D52F2217BB7}"/>
                </a:ext>
              </a:extLst>
            </p:cNvPr>
            <p:cNvSpPr/>
            <p:nvPr/>
          </p:nvSpPr>
          <p:spPr>
            <a:xfrm rot="5400000" flipH="1">
              <a:off x="685601" y="1902779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DBD3634D-52FA-E2E5-1C74-CC8B0437A93D}"/>
                    </a:ext>
                  </a:extLst>
                </p:cNvPr>
                <p:cNvSpPr txBox="1"/>
                <p:nvPr/>
              </p:nvSpPr>
              <p:spPr>
                <a:xfrm>
                  <a:off x="4331222" y="1726263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DBD3634D-52FA-E2E5-1C74-CC8B0437A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1222" y="1726263"/>
                  <a:ext cx="43377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0FDD6D00-EDAF-578D-607F-10F890030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01211" y="1600298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829BB8BF-5CF9-4F51-45B4-56C0C2961D5A}"/>
                    </a:ext>
                  </a:extLst>
                </p:cNvPr>
                <p:cNvSpPr txBox="1"/>
                <p:nvPr/>
              </p:nvSpPr>
              <p:spPr>
                <a:xfrm flipH="1">
                  <a:off x="5615892" y="2393888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829BB8BF-5CF9-4F51-45B4-56C0C296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15892" y="2393888"/>
                  <a:ext cx="326489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98A7B43D-A3A2-8F1F-4BD2-74E27ADA3400}"/>
                    </a:ext>
                  </a:extLst>
                </p:cNvPr>
                <p:cNvSpPr txBox="1"/>
                <p:nvPr/>
              </p:nvSpPr>
              <p:spPr>
                <a:xfrm flipH="1">
                  <a:off x="4661768" y="2136448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98A7B43D-A3A2-8F1F-4BD2-74E27ADA34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61768" y="2136448"/>
                  <a:ext cx="54788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E44F3C5F-C875-F435-D0D6-FADA23B05CBE}"/>
                    </a:ext>
                  </a:extLst>
                </p:cNvPr>
                <p:cNvSpPr txBox="1"/>
                <p:nvPr/>
              </p:nvSpPr>
              <p:spPr>
                <a:xfrm flipH="1">
                  <a:off x="6246789" y="1474334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E44F3C5F-C875-F435-D0D6-FADA23B05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46789" y="1474334"/>
                  <a:ext cx="266368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95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 Verbindung mit Pfeil 102">
              <a:extLst>
                <a:ext uri="{FF2B5EF4-FFF2-40B4-BE49-F238E27FC236}">
                  <a16:creationId xmlns:a16="http://schemas.microsoft.com/office/drawing/2014/main" id="{CF83CD34-07C9-E361-E481-C72463A54A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1533" y="1606660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D70D1F68-EBFF-9B80-6BD4-8608F8816A46}"/>
                </a:ext>
              </a:extLst>
            </p:cNvPr>
            <p:cNvCxnSpPr>
              <a:cxnSpLocks/>
            </p:cNvCxnSpPr>
            <p:nvPr/>
          </p:nvCxnSpPr>
          <p:spPr>
            <a:xfrm>
              <a:off x="5609255" y="1625291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Würfel 104">
              <a:extLst>
                <a:ext uri="{FF2B5EF4-FFF2-40B4-BE49-F238E27FC236}">
                  <a16:creationId xmlns:a16="http://schemas.microsoft.com/office/drawing/2014/main" id="{DB9378AE-5A84-A411-BF73-4DEB5251BC5D}"/>
                </a:ext>
              </a:extLst>
            </p:cNvPr>
            <p:cNvSpPr/>
            <p:nvPr/>
          </p:nvSpPr>
          <p:spPr>
            <a:xfrm rot="5400000" flipH="1">
              <a:off x="5578481" y="1475018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2E74ECBE-9474-1FC9-093E-647A22CE7A02}"/>
                </a:ext>
              </a:extLst>
            </p:cNvPr>
            <p:cNvCxnSpPr>
              <a:cxnSpLocks/>
            </p:cNvCxnSpPr>
            <p:nvPr/>
          </p:nvCxnSpPr>
          <p:spPr>
            <a:xfrm>
              <a:off x="5609255" y="1608223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0F18C82F-26CB-8DB6-15CA-71468DF4B7B8}"/>
                    </a:ext>
                  </a:extLst>
                </p:cNvPr>
                <p:cNvSpPr txBox="1"/>
                <p:nvPr/>
              </p:nvSpPr>
              <p:spPr>
                <a:xfrm flipH="1">
                  <a:off x="1897474" y="226688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0F18C82F-26CB-8DB6-15CA-71468DF4B7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97474" y="2266885"/>
                  <a:ext cx="41131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B3B38EC2-17A9-1623-9DFF-C87ADFB6DAA2}"/>
                  </a:ext>
                </a:extLst>
              </p:cNvPr>
              <p:cNvSpPr txBox="1"/>
              <p:nvPr/>
            </p:nvSpPr>
            <p:spPr>
              <a:xfrm flipH="1">
                <a:off x="69488" y="5072298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B3B38EC2-17A9-1623-9DFF-C87ADFB6D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488" y="5072298"/>
                <a:ext cx="41131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99782FF2-C348-EDE5-C5B3-2F9D8C06C9EF}"/>
                  </a:ext>
                </a:extLst>
              </p:cNvPr>
              <p:cNvSpPr txBox="1"/>
              <p:nvPr/>
            </p:nvSpPr>
            <p:spPr>
              <a:xfrm flipH="1">
                <a:off x="69488" y="6917412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99782FF2-C348-EDE5-C5B3-2F9D8C06C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488" y="6917412"/>
                <a:ext cx="41131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D19910E1-D533-6BED-7B8E-58FEBF965E37}"/>
                  </a:ext>
                </a:extLst>
              </p:cNvPr>
              <p:cNvSpPr txBox="1"/>
              <p:nvPr/>
            </p:nvSpPr>
            <p:spPr>
              <a:xfrm flipH="1">
                <a:off x="1789322" y="8347823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D19910E1-D533-6BED-7B8E-58FEBF965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789322" y="8347823"/>
                <a:ext cx="41131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Pfeil: gebogen 126">
            <a:extLst>
              <a:ext uri="{FF2B5EF4-FFF2-40B4-BE49-F238E27FC236}">
                <a16:creationId xmlns:a16="http://schemas.microsoft.com/office/drawing/2014/main" id="{E63AAC6B-A591-CBF3-7E8F-3C252B9C7CA6}"/>
              </a:ext>
            </a:extLst>
          </p:cNvPr>
          <p:cNvSpPr/>
          <p:nvPr/>
        </p:nvSpPr>
        <p:spPr>
          <a:xfrm rot="5400000" flipH="1">
            <a:off x="442988" y="5365004"/>
            <a:ext cx="454567" cy="265772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DCDD5BD9-717E-880E-F772-B5142F0D3938}"/>
                  </a:ext>
                </a:extLst>
              </p:cNvPr>
              <p:cNvSpPr txBox="1"/>
              <p:nvPr/>
            </p:nvSpPr>
            <p:spPr>
              <a:xfrm>
                <a:off x="691803" y="5531465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DCDD5BD9-717E-880E-F772-B5142F0D3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803" y="5531465"/>
                <a:ext cx="433771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Pfeil: gebogen 128">
            <a:extLst>
              <a:ext uri="{FF2B5EF4-FFF2-40B4-BE49-F238E27FC236}">
                <a16:creationId xmlns:a16="http://schemas.microsoft.com/office/drawing/2014/main" id="{B912688F-694A-8987-C134-2F4ED0DCF479}"/>
              </a:ext>
            </a:extLst>
          </p:cNvPr>
          <p:cNvSpPr/>
          <p:nvPr/>
        </p:nvSpPr>
        <p:spPr>
          <a:xfrm rot="5400000" flipH="1">
            <a:off x="370933" y="7284608"/>
            <a:ext cx="454567" cy="265772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FAD8A69F-E3C5-4648-CA89-EC9EAB0863EC}"/>
                  </a:ext>
                </a:extLst>
              </p:cNvPr>
              <p:cNvSpPr txBox="1"/>
              <p:nvPr/>
            </p:nvSpPr>
            <p:spPr>
              <a:xfrm>
                <a:off x="619748" y="7451069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FAD8A69F-E3C5-4648-CA89-EC9EAB086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48" y="7451069"/>
                <a:ext cx="43377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13E4FC0A-68C1-6634-4266-96166EA625B3}"/>
                  </a:ext>
                </a:extLst>
              </p:cNvPr>
              <p:cNvSpPr txBox="1"/>
              <p:nvPr/>
            </p:nvSpPr>
            <p:spPr>
              <a:xfrm>
                <a:off x="2020661" y="8729353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13E4FC0A-68C1-6634-4266-96166EA62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661" y="8729353"/>
                <a:ext cx="433771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Pfeil: gebogen 132">
            <a:extLst>
              <a:ext uri="{FF2B5EF4-FFF2-40B4-BE49-F238E27FC236}">
                <a16:creationId xmlns:a16="http://schemas.microsoft.com/office/drawing/2014/main" id="{4FBEF53A-6B91-6A26-57D7-D1B5A1E52AB7}"/>
              </a:ext>
            </a:extLst>
          </p:cNvPr>
          <p:cNvSpPr/>
          <p:nvPr/>
        </p:nvSpPr>
        <p:spPr>
          <a:xfrm rot="10800000" flipH="1">
            <a:off x="1449280" y="8686949"/>
            <a:ext cx="680085" cy="346219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92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703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33D88-9B1A-4D1D-82B5-9CABD7B23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7DE824AA-1857-FDA0-80CC-028EA5FEF945}"/>
              </a:ext>
            </a:extLst>
          </p:cNvPr>
          <p:cNvGrpSpPr/>
          <p:nvPr/>
        </p:nvGrpSpPr>
        <p:grpSpPr>
          <a:xfrm>
            <a:off x="63683" y="2186918"/>
            <a:ext cx="7299234" cy="9457311"/>
            <a:chOff x="63683" y="2186918"/>
            <a:chExt cx="7299234" cy="9457311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FB4573AE-5CB6-E38F-7121-3B10491AA34D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>
              <a:off x="1777108" y="5270606"/>
              <a:ext cx="0" cy="3959920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Zylinder 4">
              <a:extLst>
                <a:ext uri="{FF2B5EF4-FFF2-40B4-BE49-F238E27FC236}">
                  <a16:creationId xmlns:a16="http://schemas.microsoft.com/office/drawing/2014/main" id="{02990FCE-611E-5774-645F-F5850A9ACFDE}"/>
                </a:ext>
              </a:extLst>
            </p:cNvPr>
            <p:cNvSpPr/>
            <p:nvPr/>
          </p:nvSpPr>
          <p:spPr>
            <a:xfrm>
              <a:off x="749335" y="10279993"/>
              <a:ext cx="2055547" cy="136423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D4C428DC-42AA-072B-1E5A-F143B45F3100}"/>
                </a:ext>
              </a:extLst>
            </p:cNvPr>
            <p:cNvSpPr/>
            <p:nvPr/>
          </p:nvSpPr>
          <p:spPr>
            <a:xfrm>
              <a:off x="1514562" y="9099253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78D826AA-2C70-017D-37A2-2A0F48478C8B}"/>
                </a:ext>
              </a:extLst>
            </p:cNvPr>
            <p:cNvSpPr/>
            <p:nvPr/>
          </p:nvSpPr>
          <p:spPr>
            <a:xfrm rot="16200000">
              <a:off x="1499316" y="6738694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10" name="Zylinder 9">
              <a:extLst>
                <a:ext uri="{FF2B5EF4-FFF2-40B4-BE49-F238E27FC236}">
                  <a16:creationId xmlns:a16="http://schemas.microsoft.com/office/drawing/2014/main" id="{1F3D87BF-4437-EAC8-22E8-734F2DB9F6AE}"/>
                </a:ext>
              </a:extLst>
            </p:cNvPr>
            <p:cNvSpPr/>
            <p:nvPr/>
          </p:nvSpPr>
          <p:spPr>
            <a:xfrm rot="16200000">
              <a:off x="1499316" y="4803751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cxnSp>
          <p:nvCxnSpPr>
            <p:cNvPr id="109" name="Gerade Verbindung mit Pfeil 108">
              <a:extLst>
                <a:ext uri="{FF2B5EF4-FFF2-40B4-BE49-F238E27FC236}">
                  <a16:creationId xmlns:a16="http://schemas.microsoft.com/office/drawing/2014/main" id="{C77788BD-01D3-AF0A-FBFF-27D1CB170B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1725" y="5479605"/>
              <a:ext cx="796185" cy="2189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1F811FD0-C4F7-AFEF-B89E-C983CB74C6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2680" y="7412544"/>
              <a:ext cx="796185" cy="2189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BD497EBC-80CB-33D1-A236-B84E3D64B843}"/>
                </a:ext>
              </a:extLst>
            </p:cNvPr>
            <p:cNvCxnSpPr>
              <a:cxnSpLocks/>
              <a:endCxn id="126" idx="3"/>
            </p:cNvCxnSpPr>
            <p:nvPr/>
          </p:nvCxnSpPr>
          <p:spPr>
            <a:xfrm flipV="1">
              <a:off x="1776277" y="8578656"/>
              <a:ext cx="13045" cy="58962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392BE107-5E54-A470-F7A9-D601541A3250}"/>
                    </a:ext>
                  </a:extLst>
                </p:cNvPr>
                <p:cNvSpPr txBox="1"/>
                <p:nvPr/>
              </p:nvSpPr>
              <p:spPr>
                <a:xfrm flipH="1">
                  <a:off x="63683" y="5010780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392BE107-5E54-A470-F7A9-D601541A32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3683" y="5010780"/>
                  <a:ext cx="411314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5" name="Textfeld 124">
                  <a:extLst>
                    <a:ext uri="{FF2B5EF4-FFF2-40B4-BE49-F238E27FC236}">
                      <a16:creationId xmlns:a16="http://schemas.microsoft.com/office/drawing/2014/main" id="{06CD152F-06AE-F185-96C2-91319F5853C6}"/>
                    </a:ext>
                  </a:extLst>
                </p:cNvPr>
                <p:cNvSpPr txBox="1"/>
                <p:nvPr/>
              </p:nvSpPr>
              <p:spPr>
                <a:xfrm flipH="1">
                  <a:off x="69488" y="691741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5" name="Textfeld 124">
                  <a:extLst>
                    <a:ext uri="{FF2B5EF4-FFF2-40B4-BE49-F238E27FC236}">
                      <a16:creationId xmlns:a16="http://schemas.microsoft.com/office/drawing/2014/main" id="{06CD152F-06AE-F185-96C2-91319F5853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9488" y="6917412"/>
                  <a:ext cx="411314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2941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A7DFCAE0-D91B-6100-FB29-06BC4C6EC889}"/>
                    </a:ext>
                  </a:extLst>
                </p:cNvPr>
                <p:cNvSpPr txBox="1"/>
                <p:nvPr/>
              </p:nvSpPr>
              <p:spPr>
                <a:xfrm flipH="1">
                  <a:off x="1789322" y="8347823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A7DFCAE0-D91B-6100-FB29-06BC4C6EC8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89322" y="8347823"/>
                  <a:ext cx="411314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4478"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Pfeil: gebogen 126">
              <a:extLst>
                <a:ext uri="{FF2B5EF4-FFF2-40B4-BE49-F238E27FC236}">
                  <a16:creationId xmlns:a16="http://schemas.microsoft.com/office/drawing/2014/main" id="{26A21AEF-5492-88B4-3B44-961E2A729229}"/>
                </a:ext>
              </a:extLst>
            </p:cNvPr>
            <p:cNvSpPr/>
            <p:nvPr/>
          </p:nvSpPr>
          <p:spPr>
            <a:xfrm rot="5400000" flipH="1">
              <a:off x="442988" y="5365004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60753978-3F45-A33D-21E1-079F75566C4D}"/>
                    </a:ext>
                  </a:extLst>
                </p:cNvPr>
                <p:cNvSpPr txBox="1"/>
                <p:nvPr/>
              </p:nvSpPr>
              <p:spPr>
                <a:xfrm>
                  <a:off x="691803" y="5531465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60753978-3F45-A33D-21E1-079F75566C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803" y="5531465"/>
                  <a:ext cx="433771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2778" r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Pfeil: gebogen 128">
              <a:extLst>
                <a:ext uri="{FF2B5EF4-FFF2-40B4-BE49-F238E27FC236}">
                  <a16:creationId xmlns:a16="http://schemas.microsoft.com/office/drawing/2014/main" id="{98BF5E59-D905-AA6E-66A7-7C8E7386474B}"/>
                </a:ext>
              </a:extLst>
            </p:cNvPr>
            <p:cNvSpPr/>
            <p:nvPr/>
          </p:nvSpPr>
          <p:spPr>
            <a:xfrm rot="5400000" flipH="1">
              <a:off x="370933" y="7284608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Textfeld 129">
                  <a:extLst>
                    <a:ext uri="{FF2B5EF4-FFF2-40B4-BE49-F238E27FC236}">
                      <a16:creationId xmlns:a16="http://schemas.microsoft.com/office/drawing/2014/main" id="{3241770F-E74B-23D4-5370-C1FDF818F8E4}"/>
                    </a:ext>
                  </a:extLst>
                </p:cNvPr>
                <p:cNvSpPr txBox="1"/>
                <p:nvPr/>
              </p:nvSpPr>
              <p:spPr>
                <a:xfrm>
                  <a:off x="619748" y="7451069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130" name="Textfeld 129">
                  <a:extLst>
                    <a:ext uri="{FF2B5EF4-FFF2-40B4-BE49-F238E27FC236}">
                      <a16:creationId xmlns:a16="http://schemas.microsoft.com/office/drawing/2014/main" id="{3241770F-E74B-23D4-5370-C1FDF818F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748" y="7451069"/>
                  <a:ext cx="433771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90C773C3-B1FF-65A2-488F-06F300945261}"/>
                    </a:ext>
                  </a:extLst>
                </p:cNvPr>
                <p:cNvSpPr txBox="1"/>
                <p:nvPr/>
              </p:nvSpPr>
              <p:spPr>
                <a:xfrm>
                  <a:off x="1128583" y="8710654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90C773C3-B1FF-65A2-488F-06F300945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8583" y="8710654"/>
                  <a:ext cx="433771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2817" r="-1267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F33AC39F-5E63-9DAB-30E5-FB1B72018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92653" y="3351259"/>
              <a:ext cx="2012767" cy="2092150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76961598-F3D2-C323-4844-51E59C2A0868}"/>
                </a:ext>
              </a:extLst>
            </p:cNvPr>
            <p:cNvSpPr/>
            <p:nvPr/>
          </p:nvSpPr>
          <p:spPr>
            <a:xfrm rot="8134156" flipH="1">
              <a:off x="5529099" y="4901591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p:sp>
          <p:nvSpPr>
            <p:cNvPr id="76" name="Würfel 75">
              <a:extLst>
                <a:ext uri="{FF2B5EF4-FFF2-40B4-BE49-F238E27FC236}">
                  <a16:creationId xmlns:a16="http://schemas.microsoft.com/office/drawing/2014/main" id="{AC0774DB-B240-D87E-490E-F5343F13EDF5}"/>
                </a:ext>
              </a:extLst>
            </p:cNvPr>
            <p:cNvSpPr/>
            <p:nvPr/>
          </p:nvSpPr>
          <p:spPr>
            <a:xfrm rot="8134156" flipH="1">
              <a:off x="5940421" y="5435587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77" name="Würfel 76">
              <a:extLst>
                <a:ext uri="{FF2B5EF4-FFF2-40B4-BE49-F238E27FC236}">
                  <a16:creationId xmlns:a16="http://schemas.microsoft.com/office/drawing/2014/main" id="{9883079F-EBB9-786F-2302-3E06B05A5276}"/>
                </a:ext>
              </a:extLst>
            </p:cNvPr>
            <p:cNvSpPr/>
            <p:nvPr/>
          </p:nvSpPr>
          <p:spPr>
            <a:xfrm rot="8134156" flipH="1">
              <a:off x="6935384" y="5222070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7BC75218-6A59-C4C8-9E8E-6FDFFDFCBB9F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4392729" y="4183432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Zylinder 81">
              <a:extLst>
                <a:ext uri="{FF2B5EF4-FFF2-40B4-BE49-F238E27FC236}">
                  <a16:creationId xmlns:a16="http://schemas.microsoft.com/office/drawing/2014/main" id="{2F6F0A72-5C47-05E4-733E-088B8CE053B0}"/>
                </a:ext>
              </a:extLst>
            </p:cNvPr>
            <p:cNvSpPr/>
            <p:nvPr/>
          </p:nvSpPr>
          <p:spPr>
            <a:xfrm rot="2734156">
              <a:off x="2298781" y="3964272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875BDBB9-CA26-A9B9-A14D-1591DDC1CB7B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3208242" y="3655396"/>
              <a:ext cx="0" cy="63567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Zylinder 84">
              <a:extLst>
                <a:ext uri="{FF2B5EF4-FFF2-40B4-BE49-F238E27FC236}">
                  <a16:creationId xmlns:a16="http://schemas.microsoft.com/office/drawing/2014/main" id="{18BBFE4F-7EBC-1E33-3436-E4650ACD2F3E}"/>
                </a:ext>
              </a:extLst>
            </p:cNvPr>
            <p:cNvSpPr/>
            <p:nvPr/>
          </p:nvSpPr>
          <p:spPr>
            <a:xfrm rot="17435932">
              <a:off x="3706519" y="270920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AED77A16-A827-3DE7-153E-639243E7671A}"/>
                </a:ext>
              </a:extLst>
            </p:cNvPr>
            <p:cNvCxnSpPr>
              <a:cxnSpLocks/>
            </p:cNvCxnSpPr>
            <p:nvPr/>
          </p:nvCxnSpPr>
          <p:spPr>
            <a:xfrm rot="2734156" flipH="1">
              <a:off x="2552930" y="2629585"/>
              <a:ext cx="1113685" cy="529208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905CDEDB-CBF7-C2A5-725D-9CDC8326F5B9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5430333" y="5240260"/>
              <a:ext cx="1097588" cy="2707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580F932B-09F5-C1AD-3063-1F86C8B26150}"/>
                    </a:ext>
                  </a:extLst>
                </p:cNvPr>
                <p:cNvSpPr txBox="1"/>
                <p:nvPr/>
              </p:nvSpPr>
              <p:spPr>
                <a:xfrm flipH="1">
                  <a:off x="2432757" y="2736433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580F932B-09F5-C1AD-3063-1F86C8B26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2757" y="2736433"/>
                  <a:ext cx="411314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93113719-706C-50C2-F170-40AADBA6FEAF}"/>
                    </a:ext>
                  </a:extLst>
                </p:cNvPr>
                <p:cNvSpPr txBox="1"/>
                <p:nvPr/>
              </p:nvSpPr>
              <p:spPr>
                <a:xfrm flipH="1">
                  <a:off x="5873784" y="488277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93113719-706C-50C2-F170-40AADBA6F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873784" y="4882772"/>
                  <a:ext cx="411314" cy="461665"/>
                </a:xfrm>
                <a:prstGeom prst="rect">
                  <a:avLst/>
                </a:prstGeom>
                <a:blipFill>
                  <a:blip r:embed="rId9"/>
                  <a:stretch>
                    <a:fillRect l="-4478"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08B568A1-9714-D858-EBF5-F16C0255885A}"/>
                    </a:ext>
                  </a:extLst>
                </p:cNvPr>
                <p:cNvSpPr txBox="1"/>
                <p:nvPr/>
              </p:nvSpPr>
              <p:spPr>
                <a:xfrm>
                  <a:off x="3163381" y="4126061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08B568A1-9714-D858-EBF5-F16C025588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3381" y="4126061"/>
                  <a:ext cx="433771" cy="461665"/>
                </a:xfrm>
                <a:prstGeom prst="rect">
                  <a:avLst/>
                </a:prstGeom>
                <a:blipFill>
                  <a:blip r:embed="rId10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Pfeil: gebogen 94">
              <a:extLst>
                <a:ext uri="{FF2B5EF4-FFF2-40B4-BE49-F238E27FC236}">
                  <a16:creationId xmlns:a16="http://schemas.microsoft.com/office/drawing/2014/main" id="{BF1FE3E3-7D17-E5B5-26AD-CE8D149FC0C8}"/>
                </a:ext>
              </a:extLst>
            </p:cNvPr>
            <p:cNvSpPr/>
            <p:nvPr/>
          </p:nvSpPr>
          <p:spPr>
            <a:xfrm rot="13534156" flipH="1">
              <a:off x="2876293" y="3821990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D24E803C-863A-2C88-7B3F-AF0CEF758FBD}"/>
                    </a:ext>
                  </a:extLst>
                </p:cNvPr>
                <p:cNvSpPr txBox="1"/>
                <p:nvPr/>
              </p:nvSpPr>
              <p:spPr>
                <a:xfrm>
                  <a:off x="2871732" y="3046059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D24E803C-863A-2C88-7B3F-AF0CEF758F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1732" y="3046059"/>
                  <a:ext cx="433771" cy="461665"/>
                </a:xfrm>
                <a:prstGeom prst="rect">
                  <a:avLst/>
                </a:prstGeom>
                <a:blipFill>
                  <a:blip r:embed="rId11"/>
                  <a:stretch>
                    <a:fillRect l="-2817" r="-15493" b="-1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7" name="Pfeil: gebogen 96">
              <a:extLst>
                <a:ext uri="{FF2B5EF4-FFF2-40B4-BE49-F238E27FC236}">
                  <a16:creationId xmlns:a16="http://schemas.microsoft.com/office/drawing/2014/main" id="{486647B2-A2A5-B72B-0F43-176951E1A0D4}"/>
                </a:ext>
              </a:extLst>
            </p:cNvPr>
            <p:cNvSpPr/>
            <p:nvPr/>
          </p:nvSpPr>
          <p:spPr>
            <a:xfrm rot="8134156" flipH="1">
              <a:off x="2864722" y="2698594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8C9E01D8-6222-E986-0709-D053B22DABAE}"/>
                    </a:ext>
                  </a:extLst>
                </p:cNvPr>
                <p:cNvSpPr txBox="1"/>
                <p:nvPr/>
              </p:nvSpPr>
              <p:spPr>
                <a:xfrm>
                  <a:off x="5550554" y="5172843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8C9E01D8-6222-E986-0709-D053B22DAB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0554" y="5172843"/>
                  <a:ext cx="433771" cy="461665"/>
                </a:xfrm>
                <a:prstGeom prst="rect">
                  <a:avLst/>
                </a:prstGeom>
                <a:blipFill>
                  <a:blip r:embed="rId12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E4B95502-0B08-9082-3B91-104D3CF7060A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6626399" y="6130338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BE641487-0B6E-9135-DDB1-967DC21C1AE7}"/>
                    </a:ext>
                  </a:extLst>
                </p:cNvPr>
                <p:cNvSpPr txBox="1"/>
                <p:nvPr/>
              </p:nvSpPr>
              <p:spPr>
                <a:xfrm flipH="1">
                  <a:off x="5989224" y="6519286"/>
                  <a:ext cx="32648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BE641487-0B6E-9135-DDB1-967DC21C1A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89224" y="6519286"/>
                  <a:ext cx="326489" cy="461665"/>
                </a:xfrm>
                <a:prstGeom prst="rect">
                  <a:avLst/>
                </a:prstGeom>
                <a:blipFill>
                  <a:blip r:embed="rId13"/>
                  <a:stretch>
                    <a:fillRect l="-3704" r="-351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38F92B19-2543-453D-38EF-2BD9C0E96DA7}"/>
                    </a:ext>
                  </a:extLst>
                </p:cNvPr>
                <p:cNvSpPr txBox="1"/>
                <p:nvPr/>
              </p:nvSpPr>
              <p:spPr>
                <a:xfrm flipH="1">
                  <a:off x="5471926" y="5736777"/>
                  <a:ext cx="54788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38F92B19-2543-453D-38EF-2BD9C0E96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471926" y="5736777"/>
                  <a:ext cx="547883" cy="46166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F1843466-61B5-6ACC-A29A-7DBA1277CC17}"/>
                    </a:ext>
                  </a:extLst>
                </p:cNvPr>
                <p:cNvSpPr txBox="1"/>
                <p:nvPr/>
              </p:nvSpPr>
              <p:spPr>
                <a:xfrm flipH="1">
                  <a:off x="7096549" y="6304611"/>
                  <a:ext cx="266368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F1843466-61B5-6ACC-A29A-7DBA1277CC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096549" y="6304611"/>
                  <a:ext cx="266368" cy="461665"/>
                </a:xfrm>
                <a:prstGeom prst="rect">
                  <a:avLst/>
                </a:prstGeom>
                <a:blipFill>
                  <a:blip r:embed="rId15"/>
                  <a:stretch>
                    <a:fillRect l="-4545" r="-7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 Verbindung mit Pfeil 102">
              <a:extLst>
                <a:ext uri="{FF2B5EF4-FFF2-40B4-BE49-F238E27FC236}">
                  <a16:creationId xmlns:a16="http://schemas.microsoft.com/office/drawing/2014/main" id="{D38BEF3F-17C6-2C7F-6C49-8A8C6440EF98}"/>
                </a:ext>
              </a:extLst>
            </p:cNvPr>
            <p:cNvCxnSpPr>
              <a:cxnSpLocks/>
            </p:cNvCxnSpPr>
            <p:nvPr/>
          </p:nvCxnSpPr>
          <p:spPr>
            <a:xfrm rot="2734156" flipH="1">
              <a:off x="5981935" y="5589068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5176E064-1E95-EFCA-7F19-D1FC85C46F38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6383179" y="5776240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Würfel 104">
              <a:extLst>
                <a:ext uri="{FF2B5EF4-FFF2-40B4-BE49-F238E27FC236}">
                  <a16:creationId xmlns:a16="http://schemas.microsoft.com/office/drawing/2014/main" id="{23B30A85-D4F4-93C1-27B1-7A34AE6B38AD}"/>
                </a:ext>
              </a:extLst>
            </p:cNvPr>
            <p:cNvSpPr/>
            <p:nvPr/>
          </p:nvSpPr>
          <p:spPr>
            <a:xfrm rot="8134156" flipH="1">
              <a:off x="6404844" y="57421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C9D14D7-E3A2-BE0F-117F-921FA1855677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6611801" y="585520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48AB5E4B-B6A8-AC2C-3A79-9594D8D194C0}"/>
                    </a:ext>
                  </a:extLst>
                </p:cNvPr>
                <p:cNvSpPr txBox="1"/>
                <p:nvPr/>
              </p:nvSpPr>
              <p:spPr>
                <a:xfrm flipH="1">
                  <a:off x="3336339" y="371460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48AB5E4B-B6A8-AC2C-3A79-9594D8D194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336339" y="3714602"/>
                  <a:ext cx="411314" cy="461665"/>
                </a:xfrm>
                <a:prstGeom prst="rect">
                  <a:avLst/>
                </a:prstGeom>
                <a:blipFill>
                  <a:blip r:embed="rId16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265AF79C-487B-C38C-AC05-0C88BFFE42C6}"/>
                </a:ext>
              </a:extLst>
            </p:cNvPr>
            <p:cNvGrpSpPr/>
            <p:nvPr/>
          </p:nvGrpSpPr>
          <p:grpSpPr>
            <a:xfrm>
              <a:off x="908688" y="8578656"/>
              <a:ext cx="2259317" cy="1769830"/>
              <a:chOff x="1808815" y="421964"/>
              <a:chExt cx="2259317" cy="1769830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7737558B-5A55-B9E6-29FD-C6C9F0E41EAD}"/>
                  </a:ext>
                </a:extLst>
              </p:cNvPr>
              <p:cNvCxnSpPr>
                <a:cxnSpLocks/>
                <a:endCxn id="126" idx="3"/>
              </p:cNvCxnSpPr>
              <p:nvPr/>
            </p:nvCxnSpPr>
            <p:spPr>
              <a:xfrm flipV="1">
                <a:off x="2682727" y="421964"/>
                <a:ext cx="6722" cy="127199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 Verbindung mit Pfeil 13">
                <a:extLst>
                  <a:ext uri="{FF2B5EF4-FFF2-40B4-BE49-F238E27FC236}">
                    <a16:creationId xmlns:a16="http://schemas.microsoft.com/office/drawing/2014/main" id="{C7AABAFC-B869-E7B2-4B66-A38C4DB183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71444" y="1676211"/>
                <a:ext cx="940133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771C121B-D2DE-2957-0C22-CE22829C902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91216" y="1425591"/>
                    <a:ext cx="57691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4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4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400" dirty="0"/>
                  </a:p>
                </p:txBody>
              </p:sp>
            </mc:Choice>
            <mc:Fallback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771C121B-D2DE-2957-0C22-CE22829C90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91216" y="1425591"/>
                    <a:ext cx="576916" cy="4616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2E207A4-108F-26B4-F6C7-E0AA4F3D09A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08815" y="1730129"/>
                    <a:ext cx="37361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400" dirty="0"/>
                  </a:p>
                </p:txBody>
              </p:sp>
            </mc:Choice>
            <mc:Fallback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2E207A4-108F-26B4-F6C7-E0AA4F3D09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08815" y="1730129"/>
                    <a:ext cx="373613" cy="461665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3279" r="-278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" name="Gerade Verbindung mit Pfeil 17">
                <a:extLst>
                  <a:ext uri="{FF2B5EF4-FFF2-40B4-BE49-F238E27FC236}">
                    <a16:creationId xmlns:a16="http://schemas.microsoft.com/office/drawing/2014/main" id="{3A0480AC-A814-CDCF-60E0-0A6228BE88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630D3982-31F0-A9D1-07C4-CB68DD3FA9F9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3865794" y="4306438"/>
              <a:ext cx="2396546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Zylinder 82">
              <a:extLst>
                <a:ext uri="{FF2B5EF4-FFF2-40B4-BE49-F238E27FC236}">
                  <a16:creationId xmlns:a16="http://schemas.microsoft.com/office/drawing/2014/main" id="{6ED16567-7E55-086D-3563-7DF01D5AC435}"/>
                </a:ext>
              </a:extLst>
            </p:cNvPr>
            <p:cNvSpPr/>
            <p:nvPr/>
          </p:nvSpPr>
          <p:spPr>
            <a:xfrm rot="8134156">
              <a:off x="4925574" y="3833698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33" name="Pfeil: gebogen 132">
              <a:extLst>
                <a:ext uri="{FF2B5EF4-FFF2-40B4-BE49-F238E27FC236}">
                  <a16:creationId xmlns:a16="http://schemas.microsoft.com/office/drawing/2014/main" id="{CE13D29F-B1F8-758F-CC72-B4D745537F09}"/>
                </a:ext>
              </a:extLst>
            </p:cNvPr>
            <p:cNvSpPr/>
            <p:nvPr/>
          </p:nvSpPr>
          <p:spPr>
            <a:xfrm rot="10800000" flipH="1">
              <a:off x="1449280" y="8686949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EAA2F336-A7ED-D142-704A-FB83C5B8FD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9322" y="3305821"/>
              <a:ext cx="2219228" cy="654483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BA00123-7EAE-8C12-593F-62C4C1DAAB0F}"/>
                </a:ext>
              </a:extLst>
            </p:cNvPr>
            <p:cNvCxnSpPr/>
            <p:nvPr/>
          </p:nvCxnSpPr>
          <p:spPr>
            <a:xfrm flipV="1">
              <a:off x="1798620" y="5900797"/>
              <a:ext cx="4913949" cy="394985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EE2DAA27-993A-8339-FDEC-6000DE71D983}"/>
                    </a:ext>
                  </a:extLst>
                </p:cNvPr>
                <p:cNvSpPr txBox="1"/>
                <p:nvPr/>
              </p:nvSpPr>
              <p:spPr>
                <a:xfrm>
                  <a:off x="3577999" y="4848773"/>
                  <a:ext cx="4929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EE2DAA27-993A-8339-FDEC-6000DE71D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7999" y="4848773"/>
                  <a:ext cx="492939" cy="461665"/>
                </a:xfrm>
                <a:prstGeom prst="rect">
                  <a:avLst/>
                </a:prstGeom>
                <a:blipFill>
                  <a:blip r:embed="rId19"/>
                  <a:stretch>
                    <a:fillRect l="-3704"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8D0CE8FE-0A01-D85A-3C1E-36CE55C0CAE8}"/>
                    </a:ext>
                  </a:extLst>
                </p:cNvPr>
                <p:cNvSpPr txBox="1"/>
                <p:nvPr/>
              </p:nvSpPr>
              <p:spPr>
                <a:xfrm>
                  <a:off x="5460177" y="6842778"/>
                  <a:ext cx="4929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𝑒𝑒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8D0CE8FE-0A01-D85A-3C1E-36CE55C0C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0177" y="6842778"/>
                  <a:ext cx="492939" cy="461665"/>
                </a:xfrm>
                <a:prstGeom prst="rect">
                  <a:avLst/>
                </a:prstGeom>
                <a:blipFill>
                  <a:blip r:embed="rId20"/>
                  <a:stretch>
                    <a:fillRect l="-3704" r="-11111" b="-9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5BC48ADD-65AF-6CB3-86A7-FF4C6F617FA5}"/>
                </a:ext>
              </a:extLst>
            </p:cNvPr>
            <p:cNvGrpSpPr/>
            <p:nvPr/>
          </p:nvGrpSpPr>
          <p:grpSpPr>
            <a:xfrm rot="2725083">
              <a:off x="3995896" y="2749260"/>
              <a:ext cx="3770362" cy="2645678"/>
              <a:chOff x="4925194" y="2225752"/>
              <a:chExt cx="3770362" cy="2645678"/>
            </a:xfrm>
          </p:grpSpPr>
          <p:cxnSp>
            <p:nvCxnSpPr>
              <p:cNvPr id="27" name="Gerade Verbindung mit Pfeil 26">
                <a:extLst>
                  <a:ext uri="{FF2B5EF4-FFF2-40B4-BE49-F238E27FC236}">
                    <a16:creationId xmlns:a16="http://schemas.microsoft.com/office/drawing/2014/main" id="{9189A598-BDE9-5E1A-9770-684F3E66087A}"/>
                  </a:ext>
                </a:extLst>
              </p:cNvPr>
              <p:cNvCxnSpPr>
                <a:cxnSpLocks/>
              </p:cNvCxnSpPr>
              <p:nvPr/>
            </p:nvCxnSpPr>
            <p:spPr>
              <a:xfrm rot="18874917" flipH="1" flipV="1">
                <a:off x="5502055" y="2202584"/>
                <a:ext cx="2645678" cy="269201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A93C8651-0435-8852-E0BE-02603927FD6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5556" y="3470109"/>
                <a:ext cx="0" cy="79474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89AF6E5C-3C0D-1EB0-9489-B4FB39636BBA}"/>
                  </a:ext>
                </a:extLst>
              </p:cNvPr>
              <p:cNvSpPr txBox="1"/>
              <p:nvPr/>
            </p:nvSpPr>
            <p:spPr>
              <a:xfrm>
                <a:off x="6213616" y="3135706"/>
                <a:ext cx="14375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15 cm</a:t>
                </a:r>
              </a:p>
            </p:txBody>
          </p: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11E677CA-6B10-5539-2FDF-A81F8E958B7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25194" y="3482081"/>
                <a:ext cx="0" cy="79474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1288632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A99E-A073-6CAE-B56E-AA31AAD5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4896FF6-6F24-AD57-6A6A-2C8A37215997}"/>
              </a:ext>
            </a:extLst>
          </p:cNvPr>
          <p:cNvGrpSpPr/>
          <p:nvPr/>
        </p:nvGrpSpPr>
        <p:grpSpPr>
          <a:xfrm>
            <a:off x="1109883" y="1611953"/>
            <a:ext cx="3736639" cy="6321108"/>
            <a:chOff x="1109883" y="1611953"/>
            <a:chExt cx="3736639" cy="6321108"/>
          </a:xfrm>
        </p:grpSpPr>
        <p:grpSp>
          <p:nvGrpSpPr>
            <p:cNvPr id="280" name="Gruppieren 279">
              <a:extLst>
                <a:ext uri="{FF2B5EF4-FFF2-40B4-BE49-F238E27FC236}">
                  <a16:creationId xmlns:a16="http://schemas.microsoft.com/office/drawing/2014/main" id="{5B0D5F83-BFC2-F4FA-1CAF-CDA8A487DA04}"/>
                </a:ext>
              </a:extLst>
            </p:cNvPr>
            <p:cNvGrpSpPr/>
            <p:nvPr/>
          </p:nvGrpSpPr>
          <p:grpSpPr>
            <a:xfrm>
              <a:off x="2538380" y="4267448"/>
              <a:ext cx="1328599" cy="1228473"/>
              <a:chOff x="941061" y="1914735"/>
              <a:chExt cx="1328599" cy="2273260"/>
            </a:xfrm>
          </p:grpSpPr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441FE6E4-B8C9-A6AA-CB03-003966B7FA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Gerade Verbindung mit Pfeil 280">
                <a:extLst>
                  <a:ext uri="{FF2B5EF4-FFF2-40B4-BE49-F238E27FC236}">
                    <a16:creationId xmlns:a16="http://schemas.microsoft.com/office/drawing/2014/main" id="{30572BB6-C837-DA15-2763-A439406B02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6224" y="1971034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7E47008-CC15-7E5D-3F6B-8C3F8046E337}"/>
                </a:ext>
              </a:extLst>
            </p:cNvPr>
            <p:cNvSpPr/>
            <p:nvPr/>
          </p:nvSpPr>
          <p:spPr>
            <a:xfrm>
              <a:off x="3756217" y="3326923"/>
              <a:ext cx="192985" cy="2423249"/>
            </a:xfrm>
            <a:prstGeom prst="rect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Rechteck 282">
              <a:extLst>
                <a:ext uri="{FF2B5EF4-FFF2-40B4-BE49-F238E27FC236}">
                  <a16:creationId xmlns:a16="http://schemas.microsoft.com/office/drawing/2014/main" id="{EFC57088-818B-4B40-77D8-19E80163F48A}"/>
                </a:ext>
              </a:extLst>
            </p:cNvPr>
            <p:cNvSpPr/>
            <p:nvPr/>
          </p:nvSpPr>
          <p:spPr>
            <a:xfrm>
              <a:off x="3687734" y="3260450"/>
              <a:ext cx="343301" cy="103742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284" name="Gruppieren 283">
              <a:extLst>
                <a:ext uri="{FF2B5EF4-FFF2-40B4-BE49-F238E27FC236}">
                  <a16:creationId xmlns:a16="http://schemas.microsoft.com/office/drawing/2014/main" id="{A0F12F56-2B39-99B6-09DF-7A824D2612D2}"/>
                </a:ext>
              </a:extLst>
            </p:cNvPr>
            <p:cNvGrpSpPr/>
            <p:nvPr/>
          </p:nvGrpSpPr>
          <p:grpSpPr>
            <a:xfrm>
              <a:off x="2530786" y="2745064"/>
              <a:ext cx="1328599" cy="1506916"/>
              <a:chOff x="941061" y="1914735"/>
              <a:chExt cx="1328599" cy="2179507"/>
            </a:xfrm>
          </p:grpSpPr>
          <p:cxnSp>
            <p:nvCxnSpPr>
              <p:cNvPr id="285" name="Gerade Verbindung mit Pfeil 284">
                <a:extLst>
                  <a:ext uri="{FF2B5EF4-FFF2-40B4-BE49-F238E27FC236}">
                    <a16:creationId xmlns:a16="http://schemas.microsoft.com/office/drawing/2014/main" id="{0C262B56-8EEB-BA90-996D-40AC36F73E0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3818" y="1920964"/>
                <a:ext cx="0" cy="2173278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6" name="Gerader Verbinder 285">
                <a:extLst>
                  <a:ext uri="{FF2B5EF4-FFF2-40B4-BE49-F238E27FC236}">
                    <a16:creationId xmlns:a16="http://schemas.microsoft.com/office/drawing/2014/main" id="{8A2F560E-DFDA-EA79-5A6B-9D2ACB209F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9" name="Gerader Verbinder 138">
              <a:extLst>
                <a:ext uri="{FF2B5EF4-FFF2-40B4-BE49-F238E27FC236}">
                  <a16:creationId xmlns:a16="http://schemas.microsoft.com/office/drawing/2014/main" id="{1B1FBB15-1B48-6528-1507-CF712BBB52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787" y="5505322"/>
              <a:ext cx="1328599" cy="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Rechteck 236">
              <a:extLst>
                <a:ext uri="{FF2B5EF4-FFF2-40B4-BE49-F238E27FC236}">
                  <a16:creationId xmlns:a16="http://schemas.microsoft.com/office/drawing/2014/main" id="{25F826E9-D2D0-FA7C-B27E-B1B0E852A8E8}"/>
                </a:ext>
              </a:extLst>
            </p:cNvPr>
            <p:cNvSpPr/>
            <p:nvPr/>
          </p:nvSpPr>
          <p:spPr>
            <a:xfrm>
              <a:off x="2916281" y="7335136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Rechteck 237">
              <a:extLst>
                <a:ext uri="{FF2B5EF4-FFF2-40B4-BE49-F238E27FC236}">
                  <a16:creationId xmlns:a16="http://schemas.microsoft.com/office/drawing/2014/main" id="{3B15E555-2BC8-70C3-035C-F1540D315A4C}"/>
                </a:ext>
              </a:extLst>
            </p:cNvPr>
            <p:cNvSpPr/>
            <p:nvPr/>
          </p:nvSpPr>
          <p:spPr>
            <a:xfrm>
              <a:off x="3676677" y="5505322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241" name="Gruppieren 240">
              <a:extLst>
                <a:ext uri="{FF2B5EF4-FFF2-40B4-BE49-F238E27FC236}">
                  <a16:creationId xmlns:a16="http://schemas.microsoft.com/office/drawing/2014/main" id="{746BE06B-9938-AAA5-EBE7-DB517A085F58}"/>
                </a:ext>
              </a:extLst>
            </p:cNvPr>
            <p:cNvGrpSpPr/>
            <p:nvPr/>
          </p:nvGrpSpPr>
          <p:grpSpPr>
            <a:xfrm rot="5400000">
              <a:off x="3349878" y="2390537"/>
              <a:ext cx="1019017" cy="1060250"/>
              <a:chOff x="1371600" y="2486025"/>
              <a:chExt cx="1485900" cy="1546025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42" name="Rechteck 241">
                <a:extLst>
                  <a:ext uri="{FF2B5EF4-FFF2-40B4-BE49-F238E27FC236}">
                    <a16:creationId xmlns:a16="http://schemas.microsoft.com/office/drawing/2014/main" id="{3C0BBEA3-C9DA-93F7-2B67-79BC9ABB560C}"/>
                  </a:ext>
                </a:extLst>
              </p:cNvPr>
              <p:cNvSpPr/>
              <p:nvPr/>
            </p:nvSpPr>
            <p:spPr>
              <a:xfrm>
                <a:off x="1371600" y="2486025"/>
                <a:ext cx="1485900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43" name="Rechteck 242">
                <a:extLst>
                  <a:ext uri="{FF2B5EF4-FFF2-40B4-BE49-F238E27FC236}">
                    <a16:creationId xmlns:a16="http://schemas.microsoft.com/office/drawing/2014/main" id="{5D06B98E-61A2-3E96-9ACE-75F266EDD01F}"/>
                  </a:ext>
                </a:extLst>
              </p:cNvPr>
              <p:cNvSpPr/>
              <p:nvPr/>
            </p:nvSpPr>
            <p:spPr>
              <a:xfrm>
                <a:off x="1371600" y="3622473"/>
                <a:ext cx="1485900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44" name="Rechteck 243">
                <a:extLst>
                  <a:ext uri="{FF2B5EF4-FFF2-40B4-BE49-F238E27FC236}">
                    <a16:creationId xmlns:a16="http://schemas.microsoft.com/office/drawing/2014/main" id="{341FF671-204A-2C03-705C-A950A45923BE}"/>
                  </a:ext>
                </a:extLst>
              </p:cNvPr>
              <p:cNvSpPr/>
              <p:nvPr/>
            </p:nvSpPr>
            <p:spPr>
              <a:xfrm rot="5400000">
                <a:off x="1879700" y="3054250"/>
                <a:ext cx="1546024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/>
              </a:p>
            </p:txBody>
          </p:sp>
        </p:grpSp>
        <p:sp>
          <p:nvSpPr>
            <p:cNvPr id="245" name="Ellipse 244">
              <a:extLst>
                <a:ext uri="{FF2B5EF4-FFF2-40B4-BE49-F238E27FC236}">
                  <a16:creationId xmlns:a16="http://schemas.microsoft.com/office/drawing/2014/main" id="{3CFB6A01-54E1-4A31-3362-9F89B1737014}"/>
                </a:ext>
              </a:extLst>
            </p:cNvPr>
            <p:cNvSpPr/>
            <p:nvPr/>
          </p:nvSpPr>
          <p:spPr>
            <a:xfrm>
              <a:off x="3409779" y="6833266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cxnSp>
          <p:nvCxnSpPr>
            <p:cNvPr id="252" name="Gerade Verbindung mit Pfeil 251">
              <a:extLst>
                <a:ext uri="{FF2B5EF4-FFF2-40B4-BE49-F238E27FC236}">
                  <a16:creationId xmlns:a16="http://schemas.microsoft.com/office/drawing/2014/main" id="{9D8DD6AC-90C7-6296-E1A5-D06A655850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3543" y="5545188"/>
              <a:ext cx="0" cy="175899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Gerader Verbinder 252">
              <a:extLst>
                <a:ext uri="{FF2B5EF4-FFF2-40B4-BE49-F238E27FC236}">
                  <a16:creationId xmlns:a16="http://schemas.microsoft.com/office/drawing/2014/main" id="{70A9C688-C296-08D5-A404-1EFF8D85C68A}"/>
                </a:ext>
              </a:extLst>
            </p:cNvPr>
            <p:cNvCxnSpPr>
              <a:cxnSpLocks/>
              <a:stCxn id="266" idx="3"/>
            </p:cNvCxnSpPr>
            <p:nvPr/>
          </p:nvCxnSpPr>
          <p:spPr>
            <a:xfrm flipH="1">
              <a:off x="2551600" y="7320344"/>
              <a:ext cx="1307859" cy="539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Textfeld 254">
              <a:extLst>
                <a:ext uri="{FF2B5EF4-FFF2-40B4-BE49-F238E27FC236}">
                  <a16:creationId xmlns:a16="http://schemas.microsoft.com/office/drawing/2014/main" id="{1818A050-1B9B-D67A-862B-BB301E5BF885}"/>
                </a:ext>
              </a:extLst>
            </p:cNvPr>
            <p:cNvSpPr txBox="1"/>
            <p:nvPr/>
          </p:nvSpPr>
          <p:spPr>
            <a:xfrm>
              <a:off x="1641223" y="5980756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0.25 m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6" name="Textfeld 255">
                  <a:extLst>
                    <a:ext uri="{FF2B5EF4-FFF2-40B4-BE49-F238E27FC236}">
                      <a16:creationId xmlns:a16="http://schemas.microsoft.com/office/drawing/2014/main" id="{D931C71D-0C13-09A6-66C6-C76DA7B19327}"/>
                    </a:ext>
                  </a:extLst>
                </p:cNvPr>
                <p:cNvSpPr txBox="1"/>
                <p:nvPr/>
              </p:nvSpPr>
              <p:spPr>
                <a:xfrm>
                  <a:off x="3893346" y="6784446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>
            <p:sp>
              <p:nvSpPr>
                <p:cNvPr id="256" name="Textfeld 255">
                  <a:extLst>
                    <a:ext uri="{FF2B5EF4-FFF2-40B4-BE49-F238E27FC236}">
                      <a16:creationId xmlns:a16="http://schemas.microsoft.com/office/drawing/2014/main" id="{D931C71D-0C13-09A6-66C6-C76DA7B19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3346" y="6784446"/>
                  <a:ext cx="410280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7" name="Pfeil: gebogen 256">
              <a:extLst>
                <a:ext uri="{FF2B5EF4-FFF2-40B4-BE49-F238E27FC236}">
                  <a16:creationId xmlns:a16="http://schemas.microsoft.com/office/drawing/2014/main" id="{3C9101E7-2BBB-CCD0-7E94-68D35C26D0E9}"/>
                </a:ext>
              </a:extLst>
            </p:cNvPr>
            <p:cNvSpPr/>
            <p:nvPr/>
          </p:nvSpPr>
          <p:spPr>
            <a:xfrm rot="10800000" flipH="1">
              <a:off x="3633623" y="7057390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60" name="Gerade Verbindung mit Pfeil 259">
              <a:extLst>
                <a:ext uri="{FF2B5EF4-FFF2-40B4-BE49-F238E27FC236}">
                  <a16:creationId xmlns:a16="http://schemas.microsoft.com/office/drawing/2014/main" id="{71CDD94D-EDFC-ABE2-36FC-CCAB124026FB}"/>
                </a:ext>
              </a:extLst>
            </p:cNvPr>
            <p:cNvCxnSpPr>
              <a:cxnSpLocks/>
            </p:cNvCxnSpPr>
            <p:nvPr/>
          </p:nvCxnSpPr>
          <p:spPr>
            <a:xfrm>
              <a:off x="3974501" y="7304179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Gerade Verbindung mit Pfeil 260">
              <a:extLst>
                <a:ext uri="{FF2B5EF4-FFF2-40B4-BE49-F238E27FC236}">
                  <a16:creationId xmlns:a16="http://schemas.microsoft.com/office/drawing/2014/main" id="{21A0CFF3-C7D5-CEB9-3CB1-D7F655085A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1402" y="6360256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2" name="Gruppieren 261">
              <a:extLst>
                <a:ext uri="{FF2B5EF4-FFF2-40B4-BE49-F238E27FC236}">
                  <a16:creationId xmlns:a16="http://schemas.microsoft.com/office/drawing/2014/main" id="{5D50C8B2-7FBF-1863-8527-D87F0E916FE1}"/>
                </a:ext>
              </a:extLst>
            </p:cNvPr>
            <p:cNvGrpSpPr/>
            <p:nvPr/>
          </p:nvGrpSpPr>
          <p:grpSpPr>
            <a:xfrm>
              <a:off x="3429000" y="6892163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3" name="Textfeld 262">
                    <a:extLst>
                      <a:ext uri="{FF2B5EF4-FFF2-40B4-BE49-F238E27FC236}">
                        <a16:creationId xmlns:a16="http://schemas.microsoft.com/office/drawing/2014/main" id="{5DCB3996-A169-669B-1BA1-F9BDDD28714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>
              <p:sp>
                <p:nvSpPr>
                  <p:cNvPr id="263" name="Textfeld 262">
                    <a:extLst>
                      <a:ext uri="{FF2B5EF4-FFF2-40B4-BE49-F238E27FC236}">
                        <a16:creationId xmlns:a16="http://schemas.microsoft.com/office/drawing/2014/main" id="{5DCB3996-A169-669B-1BA1-F9BDDD2871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64" name="Gruppieren 263">
                <a:extLst>
                  <a:ext uri="{FF2B5EF4-FFF2-40B4-BE49-F238E27FC236}">
                    <a16:creationId xmlns:a16="http://schemas.microsoft.com/office/drawing/2014/main" id="{1E14DCCD-23EA-B783-083C-4AA6F01EB32A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65" name="Ellipse 264">
                  <a:extLst>
                    <a:ext uri="{FF2B5EF4-FFF2-40B4-BE49-F238E27FC236}">
                      <a16:creationId xmlns:a16="http://schemas.microsoft.com/office/drawing/2014/main" id="{0B674B91-4C73-416A-E003-6D0DB000C457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66" name="Ellipse 265">
                  <a:extLst>
                    <a:ext uri="{FF2B5EF4-FFF2-40B4-BE49-F238E27FC236}">
                      <a16:creationId xmlns:a16="http://schemas.microsoft.com/office/drawing/2014/main" id="{FEBA14E3-6AE9-0B0A-B462-4733A1632586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7" name="Textfeld 266">
                  <a:extLst>
                    <a:ext uri="{FF2B5EF4-FFF2-40B4-BE49-F238E27FC236}">
                      <a16:creationId xmlns:a16="http://schemas.microsoft.com/office/drawing/2014/main" id="{E68C84C1-F163-7103-E1A4-8C05D36CC281}"/>
                    </a:ext>
                  </a:extLst>
                </p:cNvPr>
                <p:cNvSpPr txBox="1"/>
                <p:nvPr/>
              </p:nvSpPr>
              <p:spPr>
                <a:xfrm>
                  <a:off x="3963302" y="6200756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7" name="Textfeld 266">
                  <a:extLst>
                    <a:ext uri="{FF2B5EF4-FFF2-40B4-BE49-F238E27FC236}">
                      <a16:creationId xmlns:a16="http://schemas.microsoft.com/office/drawing/2014/main" id="{E68C84C1-F163-7103-E1A4-8C05D36CC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3302" y="6200756"/>
                  <a:ext cx="35247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8" name="Textfeld 267">
                  <a:extLst>
                    <a:ext uri="{FF2B5EF4-FFF2-40B4-BE49-F238E27FC236}">
                      <a16:creationId xmlns:a16="http://schemas.microsoft.com/office/drawing/2014/main" id="{137ED92E-9936-BB90-CFC8-9D67EAF9C973}"/>
                    </a:ext>
                  </a:extLst>
                </p:cNvPr>
                <p:cNvSpPr txBox="1"/>
                <p:nvPr/>
              </p:nvSpPr>
              <p:spPr>
                <a:xfrm>
                  <a:off x="4457577" y="6991854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8" name="Textfeld 267">
                  <a:extLst>
                    <a:ext uri="{FF2B5EF4-FFF2-40B4-BE49-F238E27FC236}">
                      <a16:creationId xmlns:a16="http://schemas.microsoft.com/office/drawing/2014/main" id="{137ED92E-9936-BB90-CFC8-9D67EAF9C9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7577" y="6991854"/>
                  <a:ext cx="352476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3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9" name="Gerade Verbindung mit Pfeil 268">
              <a:extLst>
                <a:ext uri="{FF2B5EF4-FFF2-40B4-BE49-F238E27FC236}">
                  <a16:creationId xmlns:a16="http://schemas.microsoft.com/office/drawing/2014/main" id="{89967DFD-DCD0-950A-9798-71F614742D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3696" y="2743755"/>
              <a:ext cx="920805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Gerade Verbindung mit Pfeil 269">
              <a:extLst>
                <a:ext uri="{FF2B5EF4-FFF2-40B4-BE49-F238E27FC236}">
                  <a16:creationId xmlns:a16="http://schemas.microsoft.com/office/drawing/2014/main" id="{1A63F3C8-37D7-B377-F334-B698D19F7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1402" y="1799832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1" name="Gruppieren 270">
              <a:extLst>
                <a:ext uri="{FF2B5EF4-FFF2-40B4-BE49-F238E27FC236}">
                  <a16:creationId xmlns:a16="http://schemas.microsoft.com/office/drawing/2014/main" id="{4B73DDB0-2895-E0C3-304C-4297E0C0305D}"/>
                </a:ext>
              </a:extLst>
            </p:cNvPr>
            <p:cNvGrpSpPr/>
            <p:nvPr/>
          </p:nvGrpSpPr>
          <p:grpSpPr>
            <a:xfrm>
              <a:off x="3603412" y="2657164"/>
              <a:ext cx="404364" cy="509561"/>
              <a:chOff x="4354615" y="2270649"/>
              <a:chExt cx="404364" cy="50956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2" name="Textfeld 271">
                    <a:extLst>
                      <a:ext uri="{FF2B5EF4-FFF2-40B4-BE49-F238E27FC236}">
                        <a16:creationId xmlns:a16="http://schemas.microsoft.com/office/drawing/2014/main" id="{AED5A05D-2E5F-C510-7916-526AE4395AA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>
              <p:sp>
                <p:nvSpPr>
                  <p:cNvPr id="272" name="Textfeld 271">
                    <a:extLst>
                      <a:ext uri="{FF2B5EF4-FFF2-40B4-BE49-F238E27FC236}">
                        <a16:creationId xmlns:a16="http://schemas.microsoft.com/office/drawing/2014/main" id="{AED5A05D-2E5F-C510-7916-526AE4395A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96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73" name="Gruppieren 272">
                <a:extLst>
                  <a:ext uri="{FF2B5EF4-FFF2-40B4-BE49-F238E27FC236}">
                    <a16:creationId xmlns:a16="http://schemas.microsoft.com/office/drawing/2014/main" id="{1ADB1423-2DFA-D365-A273-DFA6F27AD591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74" name="Ellipse 273">
                  <a:extLst>
                    <a:ext uri="{FF2B5EF4-FFF2-40B4-BE49-F238E27FC236}">
                      <a16:creationId xmlns:a16="http://schemas.microsoft.com/office/drawing/2014/main" id="{F9EE04DA-7CD6-A2B4-34D5-93CF154D2337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75" name="Ellipse 274">
                  <a:extLst>
                    <a:ext uri="{FF2B5EF4-FFF2-40B4-BE49-F238E27FC236}">
                      <a16:creationId xmlns:a16="http://schemas.microsoft.com/office/drawing/2014/main" id="{1A18B77B-5C65-3A3B-3BB0-0FF959C7A092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6" name="Textfeld 275">
                  <a:extLst>
                    <a:ext uri="{FF2B5EF4-FFF2-40B4-BE49-F238E27FC236}">
                      <a16:creationId xmlns:a16="http://schemas.microsoft.com/office/drawing/2014/main" id="{1219D508-67A4-87FD-62AC-8E5E01C84524}"/>
                    </a:ext>
                  </a:extLst>
                </p:cNvPr>
                <p:cNvSpPr txBox="1"/>
                <p:nvPr/>
              </p:nvSpPr>
              <p:spPr>
                <a:xfrm>
                  <a:off x="2827032" y="237128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6" name="Textfeld 275">
                  <a:extLst>
                    <a:ext uri="{FF2B5EF4-FFF2-40B4-BE49-F238E27FC236}">
                      <a16:creationId xmlns:a16="http://schemas.microsoft.com/office/drawing/2014/main" id="{1219D508-67A4-87FD-62AC-8E5E01C845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7032" y="237128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24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7" name="Textfeld 276">
                  <a:extLst>
                    <a:ext uri="{FF2B5EF4-FFF2-40B4-BE49-F238E27FC236}">
                      <a16:creationId xmlns:a16="http://schemas.microsoft.com/office/drawing/2014/main" id="{3E2A901A-96B2-7A59-D6CA-BAB8DD98D168}"/>
                    </a:ext>
                  </a:extLst>
                </p:cNvPr>
                <p:cNvSpPr txBox="1"/>
                <p:nvPr/>
              </p:nvSpPr>
              <p:spPr>
                <a:xfrm>
                  <a:off x="3873966" y="1611953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7" name="Textfeld 276">
                  <a:extLst>
                    <a:ext uri="{FF2B5EF4-FFF2-40B4-BE49-F238E27FC236}">
                      <a16:creationId xmlns:a16="http://schemas.microsoft.com/office/drawing/2014/main" id="{3E2A901A-96B2-7A59-D6CA-BAB8DD98D1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3966" y="1611953"/>
                  <a:ext cx="352476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310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8" name="Textfeld 277">
              <a:extLst>
                <a:ext uri="{FF2B5EF4-FFF2-40B4-BE49-F238E27FC236}">
                  <a16:creationId xmlns:a16="http://schemas.microsoft.com/office/drawing/2014/main" id="{4A4AE0B3-9FEC-DC2E-CA2F-8242B1B4C5CE}"/>
                </a:ext>
              </a:extLst>
            </p:cNvPr>
            <p:cNvSpPr txBox="1"/>
            <p:nvPr/>
          </p:nvSpPr>
          <p:spPr>
            <a:xfrm>
              <a:off x="1688292" y="3330292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 m</a:t>
              </a:r>
            </a:p>
          </p:txBody>
        </p:sp>
        <p:sp>
          <p:nvSpPr>
            <p:cNvPr id="287" name="Textfeld 286">
              <a:extLst>
                <a:ext uri="{FF2B5EF4-FFF2-40B4-BE49-F238E27FC236}">
                  <a16:creationId xmlns:a16="http://schemas.microsoft.com/office/drawing/2014/main" id="{18F29C84-56F3-B385-C676-C418E406F27A}"/>
                </a:ext>
              </a:extLst>
            </p:cNvPr>
            <p:cNvSpPr txBox="1"/>
            <p:nvPr/>
          </p:nvSpPr>
          <p:spPr>
            <a:xfrm>
              <a:off x="1109883" y="4650667"/>
              <a:ext cx="15488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0.1 - 0.3 m</a:t>
              </a:r>
            </a:p>
          </p:txBody>
        </p:sp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DE6B4F1D-4DBF-BF6F-DFCE-CFC80A3CF737}"/>
                </a:ext>
              </a:extLst>
            </p:cNvPr>
            <p:cNvCxnSpPr>
              <a:cxnSpLocks/>
              <a:stCxn id="238" idx="0"/>
            </p:cNvCxnSpPr>
            <p:nvPr/>
          </p:nvCxnSpPr>
          <p:spPr>
            <a:xfrm flipV="1">
              <a:off x="3848328" y="4743450"/>
              <a:ext cx="0" cy="76187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CD37447-F149-FF79-ED6A-1CC8FB9AE16E}"/>
                    </a:ext>
                  </a:extLst>
                </p:cNvPr>
                <p:cNvSpPr txBox="1"/>
                <p:nvPr/>
              </p:nvSpPr>
              <p:spPr>
                <a:xfrm>
                  <a:off x="3932391" y="462494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CD37447-F149-FF79-ED6A-1CC8FB9AE1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2391" y="4624947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Pfeil: nach oben 8">
              <a:extLst>
                <a:ext uri="{FF2B5EF4-FFF2-40B4-BE49-F238E27FC236}">
                  <a16:creationId xmlns:a16="http://schemas.microsoft.com/office/drawing/2014/main" id="{DA931427-DB1C-AF3E-2E42-E211E86D5B36}"/>
                </a:ext>
              </a:extLst>
            </p:cNvPr>
            <p:cNvSpPr/>
            <p:nvPr/>
          </p:nvSpPr>
          <p:spPr>
            <a:xfrm>
              <a:off x="3521204" y="4708408"/>
              <a:ext cx="192982" cy="714742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6F96C0FB-F075-2E84-FA7F-6F05EEFB8065}"/>
                    </a:ext>
                  </a:extLst>
                </p:cNvPr>
                <p:cNvSpPr txBox="1"/>
                <p:nvPr/>
              </p:nvSpPr>
              <p:spPr>
                <a:xfrm>
                  <a:off x="3176113" y="479754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6F96C0FB-F075-2E84-FA7F-6F05EEFB8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6113" y="4797547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68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887666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ruppieren 288">
            <a:extLst>
              <a:ext uri="{FF2B5EF4-FFF2-40B4-BE49-F238E27FC236}">
                <a16:creationId xmlns:a16="http://schemas.microsoft.com/office/drawing/2014/main" id="{3396E8D1-8B39-FB74-5DF0-A005CD003E20}"/>
              </a:ext>
            </a:extLst>
          </p:cNvPr>
          <p:cNvGrpSpPr/>
          <p:nvPr/>
        </p:nvGrpSpPr>
        <p:grpSpPr>
          <a:xfrm>
            <a:off x="1066482" y="2507226"/>
            <a:ext cx="3239892" cy="6309452"/>
            <a:chOff x="1066482" y="2507226"/>
            <a:chExt cx="3239892" cy="6309452"/>
          </a:xfrm>
        </p:grpSpPr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4914CEA8-0D38-C557-1CC4-695174EBDA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5759" y="5975411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0798D1EE-1F78-D702-91A2-6A7E1D8F14FB}"/>
                </a:ext>
              </a:extLst>
            </p:cNvPr>
            <p:cNvGrpSpPr/>
            <p:nvPr/>
          </p:nvGrpSpPr>
          <p:grpSpPr>
            <a:xfrm>
              <a:off x="2012655" y="3627503"/>
              <a:ext cx="1328599" cy="2354429"/>
              <a:chOff x="941061" y="1908308"/>
              <a:chExt cx="1328599" cy="2216961"/>
            </a:xfrm>
          </p:grpSpPr>
          <p:cxnSp>
            <p:nvCxnSpPr>
              <p:cNvPr id="228" name="Gerade Verbindung mit Pfeil 227">
                <a:extLst>
                  <a:ext uri="{FF2B5EF4-FFF2-40B4-BE49-F238E27FC236}">
                    <a16:creationId xmlns:a16="http://schemas.microsoft.com/office/drawing/2014/main" id="{EAA909DE-2862-466A-F9ED-624AD794D6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7647" y="1908308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Gerader Verbinder 228">
                <a:extLst>
                  <a:ext uri="{FF2B5EF4-FFF2-40B4-BE49-F238E27FC236}">
                    <a16:creationId xmlns:a16="http://schemas.microsoft.com/office/drawing/2014/main" id="{5CB4FA00-6122-DEF5-0C45-1ACEFC6C5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AA730B35-793C-66CE-9DEC-BBB0F6C95C67}"/>
                </a:ext>
              </a:extLst>
            </p:cNvPr>
            <p:cNvSpPr/>
            <p:nvPr/>
          </p:nvSpPr>
          <p:spPr>
            <a:xfrm>
              <a:off x="2376133" y="8218753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4EFC0500-FB57-9CFF-6283-60EFA1605D7B}"/>
                </a:ext>
              </a:extLst>
            </p:cNvPr>
            <p:cNvSpPr/>
            <p:nvPr/>
          </p:nvSpPr>
          <p:spPr>
            <a:xfrm>
              <a:off x="3142375" y="6400595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99" name="Gruppieren 198">
              <a:extLst>
                <a:ext uri="{FF2B5EF4-FFF2-40B4-BE49-F238E27FC236}">
                  <a16:creationId xmlns:a16="http://schemas.microsoft.com/office/drawing/2014/main" id="{69A03C07-6EE4-11F0-E3CD-728BA0148AFF}"/>
                </a:ext>
              </a:extLst>
            </p:cNvPr>
            <p:cNvGrpSpPr/>
            <p:nvPr/>
          </p:nvGrpSpPr>
          <p:grpSpPr>
            <a:xfrm rot="5400000">
              <a:off x="2136125" y="3965260"/>
              <a:ext cx="2377918" cy="1060250"/>
              <a:chOff x="783232" y="1839493"/>
              <a:chExt cx="2377918" cy="1060250"/>
            </a:xfrm>
          </p:grpSpPr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22709D48-60B0-0A4D-C21B-5CD22E14C794}"/>
                  </a:ext>
                </a:extLst>
              </p:cNvPr>
              <p:cNvSpPr/>
              <p:nvPr/>
            </p:nvSpPr>
            <p:spPr>
              <a:xfrm rot="16200000">
                <a:off x="2310049" y="1690168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3F0AA437-136A-5128-794D-B4DC37B641C3}"/>
                  </a:ext>
                </a:extLst>
              </p:cNvPr>
              <p:cNvGrpSpPr/>
              <p:nvPr/>
            </p:nvGrpSpPr>
            <p:grpSpPr>
              <a:xfrm>
                <a:off x="783232" y="1839493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96" name="Rechteck 195">
                  <a:extLst>
                    <a:ext uri="{FF2B5EF4-FFF2-40B4-BE49-F238E27FC236}">
                      <a16:creationId xmlns:a16="http://schemas.microsoft.com/office/drawing/2014/main" id="{E6E24154-115D-4B54-06C3-74682D4D1E28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7" name="Rechteck 196">
                  <a:extLst>
                    <a:ext uri="{FF2B5EF4-FFF2-40B4-BE49-F238E27FC236}">
                      <a16:creationId xmlns:a16="http://schemas.microsoft.com/office/drawing/2014/main" id="{F315BB5B-50C8-7934-C715-EFF3E32946DF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8" name="Rechteck 197">
                  <a:extLst>
                    <a:ext uri="{FF2B5EF4-FFF2-40B4-BE49-F238E27FC236}">
                      <a16:creationId xmlns:a16="http://schemas.microsoft.com/office/drawing/2014/main" id="{B6A066D5-9716-E30E-51FC-EE4B34AA863F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88A8A00C-4C54-FC49-DD85-E9678060F98E}"/>
                </a:ext>
              </a:extLst>
            </p:cNvPr>
            <p:cNvSpPr/>
            <p:nvPr/>
          </p:nvSpPr>
          <p:spPr>
            <a:xfrm>
              <a:off x="2875477" y="7728539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3B6E60E5-6E34-3394-D550-81E673F896D6}"/>
                </a:ext>
              </a:extLst>
            </p:cNvPr>
            <p:cNvSpPr/>
            <p:nvPr/>
          </p:nvSpPr>
          <p:spPr>
            <a:xfrm>
              <a:off x="2875477" y="5517152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DE634B26-EFDB-3C1E-514F-637628FEA8C2}"/>
                </a:ext>
              </a:extLst>
            </p:cNvPr>
            <p:cNvGrpSpPr/>
            <p:nvPr/>
          </p:nvGrpSpPr>
          <p:grpSpPr>
            <a:xfrm rot="16200000">
              <a:off x="2924590" y="5588714"/>
              <a:ext cx="526076" cy="448093"/>
              <a:chOff x="4539999" y="1995738"/>
              <a:chExt cx="526076" cy="448093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0C2194AE-44DC-6C0C-5986-C6CD8FBE8F2A}"/>
                      </a:ext>
                    </a:extLst>
                  </p:cNvPr>
                  <p:cNvSpPr txBox="1"/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0C2194AE-44DC-6C0C-5986-C6CD8FBE8F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AF543ACA-1ADE-59D8-6663-D5224E102270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3CBC1D90-C9D1-294C-E2D4-862C653E571C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BBE8E719-0F9A-99DB-2482-25C47ED7B4C2}"/>
                    </a:ext>
                  </a:extLst>
                </p:cNvPr>
                <p:cNvSpPr/>
                <p:nvPr/>
              </p:nvSpPr>
              <p:spPr>
                <a:xfrm>
                  <a:off x="2031084" y="1262150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B0DE3F96-C40A-8D0E-22F0-CFDC275FDF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9241" y="5982491"/>
              <a:ext cx="0" cy="221696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DBEDFBBE-D279-0FFD-CC9D-A7ACCD103622}"/>
                </a:ext>
              </a:extLst>
            </p:cNvPr>
            <p:cNvCxnSpPr>
              <a:cxnSpLocks/>
              <a:stCxn id="195" idx="3"/>
            </p:cNvCxnSpPr>
            <p:nvPr/>
          </p:nvCxnSpPr>
          <p:spPr>
            <a:xfrm flipH="1" flipV="1">
              <a:off x="2029241" y="8199457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D7B558E-A141-6947-8CA8-16EDD94C5BA1}"/>
                </a:ext>
              </a:extLst>
            </p:cNvPr>
            <p:cNvSpPr txBox="1"/>
            <p:nvPr/>
          </p:nvSpPr>
          <p:spPr>
            <a:xfrm>
              <a:off x="1106921" y="6876029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0.35 m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C6D6AB8-E672-6737-4F53-53516BE2CAE5}"/>
                    </a:ext>
                  </a:extLst>
                </p:cNvPr>
                <p:cNvSpPr txBox="1"/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C6D6AB8-E672-6737-4F53-53516BE2C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1" name="Pfeil: gebogen 110">
              <a:extLst>
                <a:ext uri="{FF2B5EF4-FFF2-40B4-BE49-F238E27FC236}">
                  <a16:creationId xmlns:a16="http://schemas.microsoft.com/office/drawing/2014/main" id="{49031C29-4E27-EE04-720B-9F275AC67B3D}"/>
                </a:ext>
              </a:extLst>
            </p:cNvPr>
            <p:cNvSpPr/>
            <p:nvPr/>
          </p:nvSpPr>
          <p:spPr>
            <a:xfrm rot="10800000" flipH="1">
              <a:off x="3099321" y="79526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68114E23-7572-6E58-15C5-572CF33ED5D3}"/>
                    </a:ext>
                  </a:extLst>
                </p:cNvPr>
                <p:cNvSpPr txBox="1"/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68114E23-7572-6E58-15C5-572CF33ED5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5" name="Pfeil: gebogen 114">
              <a:extLst>
                <a:ext uri="{FF2B5EF4-FFF2-40B4-BE49-F238E27FC236}">
                  <a16:creationId xmlns:a16="http://schemas.microsoft.com/office/drawing/2014/main" id="{CDA4741F-0834-48BF-20AF-477586B9C2AA}"/>
                </a:ext>
              </a:extLst>
            </p:cNvPr>
            <p:cNvSpPr/>
            <p:nvPr/>
          </p:nvSpPr>
          <p:spPr>
            <a:xfrm rot="10800000" flipH="1">
              <a:off x="3087788" y="57104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04" name="Gerade Verbindung mit Pfeil 203">
              <a:extLst>
                <a:ext uri="{FF2B5EF4-FFF2-40B4-BE49-F238E27FC236}">
                  <a16:creationId xmlns:a16="http://schemas.microsoft.com/office/drawing/2014/main" id="{A56C574B-8C4B-9DD8-ABA8-B90ED544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40199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 Verbindung mit Pfeil 204">
              <a:extLst>
                <a:ext uri="{FF2B5EF4-FFF2-40B4-BE49-F238E27FC236}">
                  <a16:creationId xmlns:a16="http://schemas.microsoft.com/office/drawing/2014/main" id="{FBA7B25A-DAE2-EEBC-9972-4C83C31A43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C2B35354-C910-C642-E662-993BD469ACFE}"/>
                </a:ext>
              </a:extLst>
            </p:cNvPr>
            <p:cNvGrpSpPr/>
            <p:nvPr/>
          </p:nvGrpSpPr>
          <p:grpSpPr>
            <a:xfrm>
              <a:off x="2894698" y="7787436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C58A56BD-BC87-D88A-D0DA-41420BCA655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C58A56BD-BC87-D88A-D0DA-41420BCA65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3" name="Gruppieren 192">
                <a:extLst>
                  <a:ext uri="{FF2B5EF4-FFF2-40B4-BE49-F238E27FC236}">
                    <a16:creationId xmlns:a16="http://schemas.microsoft.com/office/drawing/2014/main" id="{9F879E4E-F9D8-67A3-9651-9BAE82E5DECC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4" name="Ellipse 193">
                  <a:extLst>
                    <a:ext uri="{FF2B5EF4-FFF2-40B4-BE49-F238E27FC236}">
                      <a16:creationId xmlns:a16="http://schemas.microsoft.com/office/drawing/2014/main" id="{55A8846B-47AE-1F36-A60D-D7055B88E99A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5" name="Ellipse 194">
                  <a:extLst>
                    <a:ext uri="{FF2B5EF4-FFF2-40B4-BE49-F238E27FC236}">
                      <a16:creationId xmlns:a16="http://schemas.microsoft.com/office/drawing/2014/main" id="{C71ED8FB-1751-E41E-EE51-5E938FE38D85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12F8386B-3E97-E3D3-6761-154997D454BF}"/>
                    </a:ext>
                  </a:extLst>
                </p:cNvPr>
                <p:cNvSpPr txBox="1"/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12F8386B-3E97-E3D3-6761-154997D454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AC9A93DC-050E-CD5B-43D8-CFB84E29ABF7}"/>
                    </a:ext>
                  </a:extLst>
                </p:cNvPr>
                <p:cNvSpPr txBox="1"/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AC9A93DC-050E-CD5B-43D8-CFB84E29AB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3" name="Gerade Verbindung mit Pfeil 212">
              <a:extLst>
                <a:ext uri="{FF2B5EF4-FFF2-40B4-BE49-F238E27FC236}">
                  <a16:creationId xmlns:a16="http://schemas.microsoft.com/office/drawing/2014/main" id="{5F470D73-BA94-2FE8-1E38-BCC5851657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19394" y="3639028"/>
              <a:ext cx="920805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032F3182-0260-5710-1751-C6163A891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2695105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6D6B9A09-C296-4BD0-E576-C6E2BD8E595D}"/>
                </a:ext>
              </a:extLst>
            </p:cNvPr>
            <p:cNvGrpSpPr/>
            <p:nvPr/>
          </p:nvGrpSpPr>
          <p:grpSpPr>
            <a:xfrm>
              <a:off x="3069110" y="3552437"/>
              <a:ext cx="404364" cy="509561"/>
              <a:chOff x="4354615" y="2270649"/>
              <a:chExt cx="404364" cy="50956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22D0255E-C959-42B4-3A23-782411E815E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22D0255E-C959-42B4-3A23-782411E815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79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7" name="Gruppieren 216">
                <a:extLst>
                  <a:ext uri="{FF2B5EF4-FFF2-40B4-BE49-F238E27FC236}">
                    <a16:creationId xmlns:a16="http://schemas.microsoft.com/office/drawing/2014/main" id="{0A77F26B-2A9D-AC12-D60D-BB11415C2C77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18" name="Ellipse 217">
                  <a:extLst>
                    <a:ext uri="{FF2B5EF4-FFF2-40B4-BE49-F238E27FC236}">
                      <a16:creationId xmlns:a16="http://schemas.microsoft.com/office/drawing/2014/main" id="{93F231D6-1C67-4C18-26A7-89AD2FE25840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19" name="Ellipse 218">
                  <a:extLst>
                    <a:ext uri="{FF2B5EF4-FFF2-40B4-BE49-F238E27FC236}">
                      <a16:creationId xmlns:a16="http://schemas.microsoft.com/office/drawing/2014/main" id="{25303D38-1BDF-34ED-B892-E9FB077A5044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0A8CD807-7A0A-6F7B-3148-3446734EFFAF}"/>
                    </a:ext>
                  </a:extLst>
                </p:cNvPr>
                <p:cNvSpPr txBox="1"/>
                <p:nvPr/>
              </p:nvSpPr>
              <p:spPr>
                <a:xfrm>
                  <a:off x="2292730" y="3266560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0A8CD807-7A0A-6F7B-3148-3446734EFF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2730" y="3266560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8791F62C-3D61-74D0-39E9-ACF15381ACAF}"/>
                    </a:ext>
                  </a:extLst>
                </p:cNvPr>
                <p:cNvSpPr txBox="1"/>
                <p:nvPr/>
              </p:nvSpPr>
              <p:spPr>
                <a:xfrm>
                  <a:off x="3339664" y="2507226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8791F62C-3D61-74D0-39E9-ACF15381AC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664" y="2507226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29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DEC58352-8520-BEDA-0ED4-CF5447B2AE4C}"/>
                </a:ext>
              </a:extLst>
            </p:cNvPr>
            <p:cNvSpPr txBox="1"/>
            <p:nvPr/>
          </p:nvSpPr>
          <p:spPr>
            <a:xfrm>
              <a:off x="1066482" y="4498374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0.4 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94758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87192-D9CB-F36E-086B-7208ED33D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4E2B5660-55C7-3A28-CA81-BFFF433F54D7}"/>
              </a:ext>
            </a:extLst>
          </p:cNvPr>
          <p:cNvGrpSpPr/>
          <p:nvPr/>
        </p:nvGrpSpPr>
        <p:grpSpPr>
          <a:xfrm>
            <a:off x="1066482" y="3035369"/>
            <a:ext cx="3413769" cy="5781309"/>
            <a:chOff x="1066482" y="3035369"/>
            <a:chExt cx="3413769" cy="5781309"/>
          </a:xfrm>
        </p:grpSpPr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CDB38626-9C91-E25C-1C3E-C9978F0DBFD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5759" y="5975411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D68B4328-877B-8F6D-8A20-ABAF950F16F9}"/>
                </a:ext>
              </a:extLst>
            </p:cNvPr>
            <p:cNvGrpSpPr/>
            <p:nvPr/>
          </p:nvGrpSpPr>
          <p:grpSpPr>
            <a:xfrm>
              <a:off x="2012655" y="4158223"/>
              <a:ext cx="1328599" cy="1823709"/>
              <a:chOff x="941061" y="1908308"/>
              <a:chExt cx="1328599" cy="2216961"/>
            </a:xfrm>
          </p:grpSpPr>
          <p:cxnSp>
            <p:nvCxnSpPr>
              <p:cNvPr id="228" name="Gerade Verbindung mit Pfeil 227">
                <a:extLst>
                  <a:ext uri="{FF2B5EF4-FFF2-40B4-BE49-F238E27FC236}">
                    <a16:creationId xmlns:a16="http://schemas.microsoft.com/office/drawing/2014/main" id="{27405D57-7D58-1825-1593-E0BA53F5A9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7647" y="1908308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Gerader Verbinder 228">
                <a:extLst>
                  <a:ext uri="{FF2B5EF4-FFF2-40B4-BE49-F238E27FC236}">
                    <a16:creationId xmlns:a16="http://schemas.microsoft.com/office/drawing/2014/main" id="{5D7BDD14-1A69-965A-4AF5-9D0F472070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0B2B62E8-E25F-E9F0-75E5-C7D03DA60C81}"/>
                </a:ext>
              </a:extLst>
            </p:cNvPr>
            <p:cNvSpPr/>
            <p:nvPr/>
          </p:nvSpPr>
          <p:spPr>
            <a:xfrm>
              <a:off x="2376133" y="8218753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1934A8B0-97F3-4444-7ABE-ACC615717FA4}"/>
                </a:ext>
              </a:extLst>
            </p:cNvPr>
            <p:cNvSpPr/>
            <p:nvPr/>
          </p:nvSpPr>
          <p:spPr>
            <a:xfrm>
              <a:off x="3142375" y="6400595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2D0769ED-C2E1-6B28-3D97-FB953D581FEF}"/>
                </a:ext>
              </a:extLst>
            </p:cNvPr>
            <p:cNvSpPr/>
            <p:nvPr/>
          </p:nvSpPr>
          <p:spPr>
            <a:xfrm>
              <a:off x="3153433" y="4325443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B8032514-3F3E-61CE-8700-20B39386A288}"/>
                </a:ext>
              </a:extLst>
            </p:cNvPr>
            <p:cNvSpPr/>
            <p:nvPr/>
          </p:nvSpPr>
          <p:spPr>
            <a:xfrm>
              <a:off x="2875477" y="7728539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80DFE128-7BC2-A425-F192-F1A4DD2AFA4C}"/>
                </a:ext>
              </a:extLst>
            </p:cNvPr>
            <p:cNvSpPr/>
            <p:nvPr/>
          </p:nvSpPr>
          <p:spPr>
            <a:xfrm>
              <a:off x="2875477" y="5517152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1BAC23F3-F58A-2E12-3177-2C4FF9EAB8DD}"/>
                </a:ext>
              </a:extLst>
            </p:cNvPr>
            <p:cNvGrpSpPr/>
            <p:nvPr/>
          </p:nvGrpSpPr>
          <p:grpSpPr>
            <a:xfrm rot="16200000">
              <a:off x="2924590" y="5588714"/>
              <a:ext cx="526076" cy="448093"/>
              <a:chOff x="4539999" y="1995738"/>
              <a:chExt cx="526076" cy="448093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F2ABFEF5-001A-D017-B2C8-B1AAFDF39262}"/>
                      </a:ext>
                    </a:extLst>
                  </p:cNvPr>
                  <p:cNvSpPr txBox="1"/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F2ABFEF5-001A-D017-B2C8-B1AAFDF392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DE574170-32E3-2CF6-C80F-52A87F856F2A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B7697EC1-4E9E-B0BF-99EC-8EDA4AF61E7C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5CFD5CB4-AD5C-3355-B83F-57B25AD21E77}"/>
                    </a:ext>
                  </a:extLst>
                </p:cNvPr>
                <p:cNvSpPr/>
                <p:nvPr/>
              </p:nvSpPr>
              <p:spPr>
                <a:xfrm>
                  <a:off x="2031084" y="1262150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1FBEC23A-4D92-D255-7362-558641619B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9241" y="5982491"/>
              <a:ext cx="0" cy="221696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A32C8F2E-11DD-6748-2C05-754E34FC61D6}"/>
                </a:ext>
              </a:extLst>
            </p:cNvPr>
            <p:cNvCxnSpPr>
              <a:cxnSpLocks/>
              <a:stCxn id="195" idx="3"/>
            </p:cNvCxnSpPr>
            <p:nvPr/>
          </p:nvCxnSpPr>
          <p:spPr>
            <a:xfrm flipH="1" flipV="1">
              <a:off x="2029241" y="8199457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2A6974D9-1AFE-3BAB-EDEF-CE6AAD2E3CE6}"/>
                </a:ext>
              </a:extLst>
            </p:cNvPr>
            <p:cNvSpPr txBox="1"/>
            <p:nvPr/>
          </p:nvSpPr>
          <p:spPr>
            <a:xfrm>
              <a:off x="1106921" y="6876029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0.35 m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7B09DAD-20C7-9A74-1337-30FAA0B8642D}"/>
                    </a:ext>
                  </a:extLst>
                </p:cNvPr>
                <p:cNvSpPr txBox="1"/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7B09DAD-20C7-9A74-1337-30FAA0B86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1" name="Pfeil: gebogen 110">
              <a:extLst>
                <a:ext uri="{FF2B5EF4-FFF2-40B4-BE49-F238E27FC236}">
                  <a16:creationId xmlns:a16="http://schemas.microsoft.com/office/drawing/2014/main" id="{62C1E517-9612-D71E-1D97-A2475F6F8796}"/>
                </a:ext>
              </a:extLst>
            </p:cNvPr>
            <p:cNvSpPr/>
            <p:nvPr/>
          </p:nvSpPr>
          <p:spPr>
            <a:xfrm rot="10800000" flipH="1">
              <a:off x="3099321" y="79526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E5D3BC02-DF21-2A92-CCBC-F77CCB10FB33}"/>
                    </a:ext>
                  </a:extLst>
                </p:cNvPr>
                <p:cNvSpPr txBox="1"/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E5D3BC02-DF21-2A92-CCBC-F77CCB10FB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5" name="Pfeil: gebogen 114">
              <a:extLst>
                <a:ext uri="{FF2B5EF4-FFF2-40B4-BE49-F238E27FC236}">
                  <a16:creationId xmlns:a16="http://schemas.microsoft.com/office/drawing/2014/main" id="{FD8BB581-80FB-5ED5-FF4F-D0EA789193D4}"/>
                </a:ext>
              </a:extLst>
            </p:cNvPr>
            <p:cNvSpPr/>
            <p:nvPr/>
          </p:nvSpPr>
          <p:spPr>
            <a:xfrm rot="10800000" flipH="1">
              <a:off x="3087788" y="57104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04" name="Gerade Verbindung mit Pfeil 203">
              <a:extLst>
                <a:ext uri="{FF2B5EF4-FFF2-40B4-BE49-F238E27FC236}">
                  <a16:creationId xmlns:a16="http://schemas.microsoft.com/office/drawing/2014/main" id="{1F249DEA-DED4-F9B9-D540-41A7CC11AAFD}"/>
                </a:ext>
              </a:extLst>
            </p:cNvPr>
            <p:cNvCxnSpPr>
              <a:cxnSpLocks/>
            </p:cNvCxnSpPr>
            <p:nvPr/>
          </p:nvCxnSpPr>
          <p:spPr>
            <a:xfrm>
              <a:off x="3440199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 Verbindung mit Pfeil 204">
              <a:extLst>
                <a:ext uri="{FF2B5EF4-FFF2-40B4-BE49-F238E27FC236}">
                  <a16:creationId xmlns:a16="http://schemas.microsoft.com/office/drawing/2014/main" id="{163D0182-7C06-07B6-8578-8B21C05BBE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8D2BEC80-274B-835C-BC99-373FC229FE71}"/>
                </a:ext>
              </a:extLst>
            </p:cNvPr>
            <p:cNvGrpSpPr/>
            <p:nvPr/>
          </p:nvGrpSpPr>
          <p:grpSpPr>
            <a:xfrm>
              <a:off x="2894698" y="7787436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1F0366E3-CBB4-7119-DEBC-AA57F1D3E7A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1F0366E3-CBB4-7119-DEBC-AA57F1D3E7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3" name="Gruppieren 192">
                <a:extLst>
                  <a:ext uri="{FF2B5EF4-FFF2-40B4-BE49-F238E27FC236}">
                    <a16:creationId xmlns:a16="http://schemas.microsoft.com/office/drawing/2014/main" id="{738A464F-EA74-B99B-B926-5C897CD279BE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4" name="Ellipse 193">
                  <a:extLst>
                    <a:ext uri="{FF2B5EF4-FFF2-40B4-BE49-F238E27FC236}">
                      <a16:creationId xmlns:a16="http://schemas.microsoft.com/office/drawing/2014/main" id="{9319265E-FFA2-317F-8010-74642A5ABEC1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5" name="Ellipse 194">
                  <a:extLst>
                    <a:ext uri="{FF2B5EF4-FFF2-40B4-BE49-F238E27FC236}">
                      <a16:creationId xmlns:a16="http://schemas.microsoft.com/office/drawing/2014/main" id="{97586395-5618-1757-6435-F79448B650A7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E0965F44-5649-015B-E60C-78DDCDDAD1AF}"/>
                    </a:ext>
                  </a:extLst>
                </p:cNvPr>
                <p:cNvSpPr txBox="1"/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E0965F44-5649-015B-E60C-78DDCDDAD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36F02F1B-14DB-A53B-FA23-CD843C6BA694}"/>
                    </a:ext>
                  </a:extLst>
                </p:cNvPr>
                <p:cNvSpPr txBox="1"/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36F02F1B-14DB-A53B-FA23-CD843C6BA6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F5232130-7C18-7F96-B67E-8772C9901598}"/>
                </a:ext>
              </a:extLst>
            </p:cNvPr>
            <p:cNvSpPr txBox="1"/>
            <p:nvPr/>
          </p:nvSpPr>
          <p:spPr>
            <a:xfrm>
              <a:off x="1066482" y="4498374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0.25 m</a:t>
              </a:r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654CB299-8973-5A20-46DE-227E3C77D60A}"/>
                </a:ext>
              </a:extLst>
            </p:cNvPr>
            <p:cNvSpPr/>
            <p:nvPr/>
          </p:nvSpPr>
          <p:spPr>
            <a:xfrm>
              <a:off x="2884053" y="3727801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cxnSp>
          <p:nvCxnSpPr>
            <p:cNvPr id="213" name="Gerade Verbindung mit Pfeil 212">
              <a:extLst>
                <a:ext uri="{FF2B5EF4-FFF2-40B4-BE49-F238E27FC236}">
                  <a16:creationId xmlns:a16="http://schemas.microsoft.com/office/drawing/2014/main" id="{65C4B476-7862-C6C3-394D-B3774250A114}"/>
                </a:ext>
              </a:extLst>
            </p:cNvPr>
            <p:cNvCxnSpPr>
              <a:cxnSpLocks/>
            </p:cNvCxnSpPr>
            <p:nvPr/>
          </p:nvCxnSpPr>
          <p:spPr>
            <a:xfrm>
              <a:off x="3439765" y="4167171"/>
              <a:ext cx="79886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0AE1952B-4E43-8BA5-AC18-B48F59BF65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6666" y="3223248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3D76DF78-F2F6-13A8-0102-18705C1965DA}"/>
                </a:ext>
              </a:extLst>
            </p:cNvPr>
            <p:cNvGrpSpPr/>
            <p:nvPr/>
          </p:nvGrpSpPr>
          <p:grpSpPr>
            <a:xfrm>
              <a:off x="2963399" y="4080580"/>
              <a:ext cx="464423" cy="537443"/>
              <a:chOff x="4249338" y="2270649"/>
              <a:chExt cx="464423" cy="537443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573C7F80-E5F7-96A7-2361-7F86D6760F3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249338" y="2407982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573C7F80-E5F7-96A7-2361-7F86D6760F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249338" y="2407982"/>
                    <a:ext cx="404364" cy="4001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96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8" name="Ellipse 217">
                <a:extLst>
                  <a:ext uri="{FF2B5EF4-FFF2-40B4-BE49-F238E27FC236}">
                    <a16:creationId xmlns:a16="http://schemas.microsoft.com/office/drawing/2014/main" id="{1B2D1DCC-D103-ADC2-D68C-03A6A5C0FCBA}"/>
                  </a:ext>
                </a:extLst>
              </p:cNvPr>
              <p:cNvSpPr/>
              <p:nvPr/>
            </p:nvSpPr>
            <p:spPr>
              <a:xfrm>
                <a:off x="4539999" y="2270649"/>
                <a:ext cx="173762" cy="17318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2CABDFD9-AF02-C7CD-5B9E-FC9C52154F72}"/>
                    </a:ext>
                  </a:extLst>
                </p:cNvPr>
                <p:cNvSpPr txBox="1"/>
                <p:nvPr/>
              </p:nvSpPr>
              <p:spPr>
                <a:xfrm>
                  <a:off x="4127775" y="3873705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2CABDFD9-AF02-C7CD-5B9E-FC9C52154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7775" y="3873705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FA01CD25-2924-28C8-6155-7C0BAE4DCE4C}"/>
                    </a:ext>
                  </a:extLst>
                </p:cNvPr>
                <p:cNvSpPr txBox="1"/>
                <p:nvPr/>
              </p:nvSpPr>
              <p:spPr>
                <a:xfrm>
                  <a:off x="3339230" y="303536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FA01CD25-2924-28C8-6155-7C0BAE4DCE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230" y="3035369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29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42F3B5C3-0779-8AD3-47D6-5B1E7384F167}"/>
                </a:ext>
              </a:extLst>
            </p:cNvPr>
            <p:cNvCxnSpPr>
              <a:stCxn id="218" idx="1"/>
              <a:endCxn id="218" idx="5"/>
            </p:cNvCxnSpPr>
            <p:nvPr/>
          </p:nvCxnSpPr>
          <p:spPr>
            <a:xfrm>
              <a:off x="3279507" y="4105942"/>
              <a:ext cx="122868" cy="12245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9DC61272-8724-9629-4BF7-3005AA00FDF5}"/>
                </a:ext>
              </a:extLst>
            </p:cNvPr>
            <p:cNvCxnSpPr>
              <a:stCxn id="218" idx="3"/>
              <a:endCxn id="218" idx="7"/>
            </p:cNvCxnSpPr>
            <p:nvPr/>
          </p:nvCxnSpPr>
          <p:spPr>
            <a:xfrm flipV="1">
              <a:off x="3279507" y="4105942"/>
              <a:ext cx="122868" cy="12245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1B55B1-8CA1-7DD2-61D0-78B328031206}"/>
                    </a:ext>
                  </a:extLst>
                </p:cNvPr>
                <p:cNvSpPr txBox="1"/>
                <p:nvPr/>
              </p:nvSpPr>
              <p:spPr>
                <a:xfrm>
                  <a:off x="3384980" y="3811101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1B55B1-8CA1-7DD2-61D0-78B3280312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4980" y="3811101"/>
                  <a:ext cx="410280" cy="400110"/>
                </a:xfrm>
                <a:prstGeom prst="rect">
                  <a:avLst/>
                </a:prstGeom>
                <a:blipFill>
                  <a:blip r:embed="rId11"/>
                  <a:stretch>
                    <a:fillRect r="-44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Pfeil: gebogen 10">
              <a:extLst>
                <a:ext uri="{FF2B5EF4-FFF2-40B4-BE49-F238E27FC236}">
                  <a16:creationId xmlns:a16="http://schemas.microsoft.com/office/drawing/2014/main" id="{1C03F416-90A3-DAF8-1CB5-6936F8CD5C14}"/>
                </a:ext>
              </a:extLst>
            </p:cNvPr>
            <p:cNvSpPr/>
            <p:nvPr/>
          </p:nvSpPr>
          <p:spPr>
            <a:xfrm rot="10800000" flipH="1">
              <a:off x="3085763" y="389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4575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418</Words>
  <Application>Microsoft Office PowerPoint</Application>
  <PresentationFormat>Breitbild</PresentationFormat>
  <Paragraphs>355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21</cp:revision>
  <dcterms:created xsi:type="dcterms:W3CDTF">2025-06-24T11:29:39Z</dcterms:created>
  <dcterms:modified xsi:type="dcterms:W3CDTF">2025-07-29T17:26:46Z</dcterms:modified>
</cp:coreProperties>
</file>