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2052" y="-2508"/>
      </p:cViewPr>
      <p:guideLst>
        <p:guide orient="horz" pos="48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338</Words>
  <Application>Microsoft Office PowerPoint</Application>
  <PresentationFormat>Breitbild</PresentationFormat>
  <Paragraphs>285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20</cp:revision>
  <dcterms:created xsi:type="dcterms:W3CDTF">2025-06-24T11:29:39Z</dcterms:created>
  <dcterms:modified xsi:type="dcterms:W3CDTF">2025-07-29T13:40:20Z</dcterms:modified>
</cp:coreProperties>
</file>