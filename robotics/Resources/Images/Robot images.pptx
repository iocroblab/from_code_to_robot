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  <p:sldId id="279" r:id="rId21"/>
    <p:sldId id="280" r:id="rId22"/>
    <p:sldId id="288" r:id="rId23"/>
    <p:sldId id="282" r:id="rId24"/>
    <p:sldId id="281" r:id="rId25"/>
    <p:sldId id="283" r:id="rId26"/>
    <p:sldId id="284" r:id="rId27"/>
    <p:sldId id="286" r:id="rId28"/>
    <p:sldId id="285" r:id="rId29"/>
    <p:sldId id="287" r:id="rId30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96DCF8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7296" y="96"/>
      </p:cViewPr>
      <p:guideLst>
        <p:guide orient="horz" pos="67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7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163.png"/><Relationship Id="rId10" Type="http://schemas.openxmlformats.org/officeDocument/2006/relationships/image" Target="../media/image168.png"/><Relationship Id="rId4" Type="http://schemas.openxmlformats.org/officeDocument/2006/relationships/image" Target="../media/image162.png"/><Relationship Id="rId9" Type="http://schemas.openxmlformats.org/officeDocument/2006/relationships/image" Target="../media/image167.png"/><Relationship Id="rId14" Type="http://schemas.openxmlformats.org/officeDocument/2006/relationships/image" Target="../media/image1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13" Type="http://schemas.openxmlformats.org/officeDocument/2006/relationships/image" Target="../media/image184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12" Type="http://schemas.openxmlformats.org/officeDocument/2006/relationships/image" Target="../media/image183.png"/><Relationship Id="rId2" Type="http://schemas.openxmlformats.org/officeDocument/2006/relationships/image" Target="../media/image173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5" Type="http://schemas.openxmlformats.org/officeDocument/2006/relationships/image" Target="../media/image18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Relationship Id="rId14" Type="http://schemas.openxmlformats.org/officeDocument/2006/relationships/image" Target="../media/image18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5.png"/><Relationship Id="rId3" Type="http://schemas.openxmlformats.org/officeDocument/2006/relationships/image" Target="../media/image189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4.png"/><Relationship Id="rId2" Type="http://schemas.openxmlformats.org/officeDocument/2006/relationships/image" Target="../media/image188.png"/><Relationship Id="rId16" Type="http://schemas.openxmlformats.org/officeDocument/2006/relationships/image" Target="../media/image203.png"/><Relationship Id="rId20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5" Type="http://schemas.openxmlformats.org/officeDocument/2006/relationships/image" Target="../media/image202.png"/><Relationship Id="rId10" Type="http://schemas.openxmlformats.org/officeDocument/2006/relationships/image" Target="../media/image196.png"/><Relationship Id="rId19" Type="http://schemas.openxmlformats.org/officeDocument/2006/relationships/image" Target="../media/image206.png"/><Relationship Id="rId4" Type="http://schemas.openxmlformats.org/officeDocument/2006/relationships/image" Target="../media/image190.png"/><Relationship Id="rId9" Type="http://schemas.openxmlformats.org/officeDocument/2006/relationships/image" Target="../media/image195.png"/><Relationship Id="rId14" Type="http://schemas.openxmlformats.org/officeDocument/2006/relationships/image" Target="../media/image20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13" Type="http://schemas.openxmlformats.org/officeDocument/2006/relationships/image" Target="../media/image220.png"/><Relationship Id="rId3" Type="http://schemas.openxmlformats.org/officeDocument/2006/relationships/image" Target="../media/image209.png"/><Relationship Id="rId7" Type="http://schemas.openxmlformats.org/officeDocument/2006/relationships/image" Target="../media/image214.png"/><Relationship Id="rId12" Type="http://schemas.openxmlformats.org/officeDocument/2006/relationships/image" Target="../media/image219.png"/><Relationship Id="rId2" Type="http://schemas.openxmlformats.org/officeDocument/2006/relationships/image" Target="../media/image208.png"/><Relationship Id="rId16" Type="http://schemas.openxmlformats.org/officeDocument/2006/relationships/image" Target="../media/image2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.png"/><Relationship Id="rId11" Type="http://schemas.openxmlformats.org/officeDocument/2006/relationships/image" Target="../media/image218.png"/><Relationship Id="rId5" Type="http://schemas.openxmlformats.org/officeDocument/2006/relationships/image" Target="../media/image212.png"/><Relationship Id="rId15" Type="http://schemas.openxmlformats.org/officeDocument/2006/relationships/image" Target="../media/image222.png"/><Relationship Id="rId10" Type="http://schemas.openxmlformats.org/officeDocument/2006/relationships/image" Target="../media/image217.png"/><Relationship Id="rId4" Type="http://schemas.openxmlformats.org/officeDocument/2006/relationships/image" Target="../media/image211.png"/><Relationship Id="rId9" Type="http://schemas.openxmlformats.org/officeDocument/2006/relationships/image" Target="../media/image216.png"/><Relationship Id="rId14" Type="http://schemas.openxmlformats.org/officeDocument/2006/relationships/image" Target="../media/image22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0.png"/><Relationship Id="rId3" Type="http://schemas.openxmlformats.org/officeDocument/2006/relationships/image" Target="../media/image2090.png"/><Relationship Id="rId7" Type="http://schemas.openxmlformats.org/officeDocument/2006/relationships/image" Target="../media/image2140.png"/><Relationship Id="rId2" Type="http://schemas.openxmlformats.org/officeDocument/2006/relationships/image" Target="../media/image20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0.png"/><Relationship Id="rId5" Type="http://schemas.openxmlformats.org/officeDocument/2006/relationships/image" Target="../media/image2120.png"/><Relationship Id="rId10" Type="http://schemas.openxmlformats.org/officeDocument/2006/relationships/image" Target="../media/image2170.png"/><Relationship Id="rId4" Type="http://schemas.openxmlformats.org/officeDocument/2006/relationships/image" Target="../media/image2110.png"/><Relationship Id="rId9" Type="http://schemas.openxmlformats.org/officeDocument/2006/relationships/image" Target="../media/image216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png"/><Relationship Id="rId3" Type="http://schemas.openxmlformats.org/officeDocument/2006/relationships/image" Target="../media/image2190.png"/><Relationship Id="rId7" Type="http://schemas.openxmlformats.org/officeDocument/2006/relationships/image" Target="../media/image2230.png"/><Relationship Id="rId2" Type="http://schemas.openxmlformats.org/officeDocument/2006/relationships/image" Target="../media/image2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0.png"/><Relationship Id="rId5" Type="http://schemas.openxmlformats.org/officeDocument/2006/relationships/image" Target="../media/image2210.png"/><Relationship Id="rId10" Type="http://schemas.openxmlformats.org/officeDocument/2006/relationships/image" Target="../media/image226.png"/><Relationship Id="rId4" Type="http://schemas.openxmlformats.org/officeDocument/2006/relationships/image" Target="../media/image2200.png"/><Relationship Id="rId9" Type="http://schemas.openxmlformats.org/officeDocument/2006/relationships/image" Target="../media/image22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2190.png"/><Relationship Id="rId7" Type="http://schemas.openxmlformats.org/officeDocument/2006/relationships/image" Target="../media/image2230.png"/><Relationship Id="rId2" Type="http://schemas.openxmlformats.org/officeDocument/2006/relationships/image" Target="../media/image2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0.png"/><Relationship Id="rId11" Type="http://schemas.openxmlformats.org/officeDocument/2006/relationships/image" Target="../media/image230.png"/><Relationship Id="rId5" Type="http://schemas.openxmlformats.org/officeDocument/2006/relationships/image" Target="../media/image2210.png"/><Relationship Id="rId10" Type="http://schemas.openxmlformats.org/officeDocument/2006/relationships/image" Target="../media/image229.png"/><Relationship Id="rId4" Type="http://schemas.openxmlformats.org/officeDocument/2006/relationships/image" Target="../media/image2200.png"/><Relationship Id="rId9" Type="http://schemas.openxmlformats.org/officeDocument/2006/relationships/image" Target="../media/image2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7.png"/><Relationship Id="rId3" Type="http://schemas.openxmlformats.org/officeDocument/2006/relationships/image" Target="../media/image232.png"/><Relationship Id="rId7" Type="http://schemas.openxmlformats.org/officeDocument/2006/relationships/image" Target="../media/image236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5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3" Type="http://schemas.openxmlformats.org/officeDocument/2006/relationships/image" Target="../media/image232.png"/><Relationship Id="rId7" Type="http://schemas.openxmlformats.org/officeDocument/2006/relationships/image" Target="../media/image239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8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8.png"/><Relationship Id="rId3" Type="http://schemas.openxmlformats.org/officeDocument/2006/relationships/image" Target="../media/image243.png"/><Relationship Id="rId7" Type="http://schemas.openxmlformats.org/officeDocument/2006/relationships/image" Target="../media/image247.png"/><Relationship Id="rId12" Type="http://schemas.openxmlformats.org/officeDocument/2006/relationships/image" Target="../media/image252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6.png"/><Relationship Id="rId11" Type="http://schemas.openxmlformats.org/officeDocument/2006/relationships/image" Target="../media/image251.png"/><Relationship Id="rId5" Type="http://schemas.openxmlformats.org/officeDocument/2006/relationships/image" Target="../media/image245.png"/><Relationship Id="rId10" Type="http://schemas.openxmlformats.org/officeDocument/2006/relationships/image" Target="../media/image250.png"/><Relationship Id="rId4" Type="http://schemas.openxmlformats.org/officeDocument/2006/relationships/image" Target="../media/image244.png"/><Relationship Id="rId9" Type="http://schemas.openxmlformats.org/officeDocument/2006/relationships/image" Target="../media/image24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3" Type="http://schemas.openxmlformats.org/officeDocument/2006/relationships/image" Target="../media/image254.png"/><Relationship Id="rId7" Type="http://schemas.openxmlformats.org/officeDocument/2006/relationships/image" Target="../media/image258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92436C4-403B-0617-1443-BF999C6C2719}"/>
              </a:ext>
            </a:extLst>
          </p:cNvPr>
          <p:cNvGrpSpPr/>
          <p:nvPr/>
        </p:nvGrpSpPr>
        <p:grpSpPr>
          <a:xfrm>
            <a:off x="263524" y="1135619"/>
            <a:ext cx="6330951" cy="3298921"/>
            <a:chOff x="641349" y="1745219"/>
            <a:chExt cx="6330951" cy="329892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7D29B9FE-3F57-F505-3E04-180EF1FA5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2144" y="2114550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8739B5B1-9623-CDC0-6B73-01D110A21C18}"/>
                </a:ext>
              </a:extLst>
            </p:cNvPr>
            <p:cNvCxnSpPr/>
            <p:nvPr/>
          </p:nvCxnSpPr>
          <p:spPr>
            <a:xfrm>
              <a:off x="1152144" y="4681728"/>
              <a:ext cx="52852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90DFBEF-86DE-F31F-EFB3-A9ABEE7359C4}"/>
                </a:ext>
              </a:extLst>
            </p:cNvPr>
            <p:cNvCxnSpPr/>
            <p:nvPr/>
          </p:nvCxnSpPr>
          <p:spPr>
            <a:xfrm flipV="1">
              <a:off x="1152144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1868328-ECF0-25ED-53BC-3A7D6412EA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2650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7C8FBA2B-4D53-3D54-B532-CE9E6FD50B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8550" y="2940050"/>
              <a:ext cx="2324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23B93C5-6F4D-28ED-79D1-C681F27D3BFF}"/>
                </a:ext>
              </a:extLst>
            </p:cNvPr>
            <p:cNvSpPr txBox="1"/>
            <p:nvPr/>
          </p:nvSpPr>
          <p:spPr>
            <a:xfrm>
              <a:off x="939799" y="1745219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E2A4866-499E-A286-7CF7-F7E1B58C0B7E}"/>
                </a:ext>
              </a:extLst>
            </p:cNvPr>
            <p:cNvSpPr txBox="1"/>
            <p:nvPr/>
          </p:nvSpPr>
          <p:spPr>
            <a:xfrm>
              <a:off x="6375401" y="4497062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6E1B5D5E-4F53-C57D-D400-3F3FEE65C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050" y="2940050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/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/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/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95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/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CC95A76-6167-F066-CCC2-478EF9E58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8549" y="2940049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FD09DA8-5F48-3BA9-E9E0-47D981C2F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2650" y="2940048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E33BA31-3EF9-B078-25DA-39A9545412C4}"/>
                </a:ext>
              </a:extLst>
            </p:cNvPr>
            <p:cNvCxnSpPr>
              <a:cxnSpLocks/>
            </p:cNvCxnSpPr>
            <p:nvPr/>
          </p:nvCxnSpPr>
          <p:spPr>
            <a:xfrm>
              <a:off x="1450976" y="4241800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BF1E4F90-1AD3-BEF5-AC5D-0ACC06438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0347" y="3810889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/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/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/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F7CAB54-937C-28A6-B8D7-3A7FC76EAF14}"/>
                </a:ext>
              </a:extLst>
            </p:cNvPr>
            <p:cNvCxnSpPr/>
            <p:nvPr/>
          </p:nvCxnSpPr>
          <p:spPr>
            <a:xfrm>
              <a:off x="1400175" y="3681413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DA4664BC-6D62-9FBC-A775-B3E72C752CF3}"/>
              </a:ext>
            </a:extLst>
          </p:cNvPr>
          <p:cNvGrpSpPr/>
          <p:nvPr/>
        </p:nvGrpSpPr>
        <p:grpSpPr>
          <a:xfrm>
            <a:off x="165488" y="4593935"/>
            <a:ext cx="3595871" cy="3292002"/>
            <a:chOff x="165488" y="4593935"/>
            <a:chExt cx="3595871" cy="3292002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490F27D-FC84-CB21-5513-0F43D5DF2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194" y="4963266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E97C001C-4860-3D44-F329-05F995353468}"/>
                </a:ext>
              </a:extLst>
            </p:cNvPr>
            <p:cNvCxnSpPr>
              <a:cxnSpLocks/>
            </p:cNvCxnSpPr>
            <p:nvPr/>
          </p:nvCxnSpPr>
          <p:spPr>
            <a:xfrm>
              <a:off x="790194" y="7530444"/>
              <a:ext cx="2729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DFE7258-90DA-85A8-706F-2FA3D54E711A}"/>
                </a:ext>
              </a:extLst>
            </p:cNvPr>
            <p:cNvCxnSpPr/>
            <p:nvPr/>
          </p:nvCxnSpPr>
          <p:spPr>
            <a:xfrm flipV="1">
              <a:off x="790194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81004-A506-02A6-F302-490EDD63E8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93900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E88B3C5-E197-50BB-3678-ADCE2B17AC66}"/>
                </a:ext>
              </a:extLst>
            </p:cNvPr>
            <p:cNvSpPr txBox="1"/>
            <p:nvPr/>
          </p:nvSpPr>
          <p:spPr>
            <a:xfrm>
              <a:off x="577849" y="4593935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23AF9B8-1475-38B1-389E-48091832B014}"/>
                </a:ext>
              </a:extLst>
            </p:cNvPr>
            <p:cNvSpPr txBox="1"/>
            <p:nvPr/>
          </p:nvSpPr>
          <p:spPr>
            <a:xfrm>
              <a:off x="3486530" y="7345778"/>
              <a:ext cx="2748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DB37A68-D467-2900-10B2-5EBBC54B5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00" y="5788766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/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/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/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81DB7BF1-79EE-3CA7-296D-CCAAA9CA1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6599" y="5788765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0D1256A-7EA7-5B0A-1977-D17567D1897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26" y="7090516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0950CF87-8A14-D3A0-41CD-F7ABA99821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397" y="6659605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/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/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/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EAF3E37-8386-4343-5670-AC8C608E69BD}"/>
                </a:ext>
              </a:extLst>
            </p:cNvPr>
            <p:cNvCxnSpPr/>
            <p:nvPr/>
          </p:nvCxnSpPr>
          <p:spPr>
            <a:xfrm>
              <a:off x="1038225" y="6530129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40C413-908A-35EF-A9B8-355BD8871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849" y="5365421"/>
              <a:ext cx="263245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/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2C31A-757D-9387-5FB4-2EF2D91D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FDD60D45-17CD-F917-2553-CB90391A6E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777108" y="1465405"/>
            <a:ext cx="0" cy="776512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Zylinder 4">
            <a:extLst>
              <a:ext uri="{FF2B5EF4-FFF2-40B4-BE49-F238E27FC236}">
                <a16:creationId xmlns:a16="http://schemas.microsoft.com/office/drawing/2014/main" id="{276C4564-14B2-B93A-1CF8-46EC52D41588}"/>
              </a:ext>
            </a:extLst>
          </p:cNvPr>
          <p:cNvSpPr/>
          <p:nvPr/>
        </p:nvSpPr>
        <p:spPr>
          <a:xfrm>
            <a:off x="749335" y="10279993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92442CD1-EFF7-F207-0682-272F07CBE75F}"/>
              </a:ext>
            </a:extLst>
          </p:cNvPr>
          <p:cNvSpPr/>
          <p:nvPr/>
        </p:nvSpPr>
        <p:spPr>
          <a:xfrm>
            <a:off x="1514562" y="9099253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85CA6FD4-903E-A2C4-F302-565BB6248329}"/>
              </a:ext>
            </a:extLst>
          </p:cNvPr>
          <p:cNvSpPr/>
          <p:nvPr/>
        </p:nvSpPr>
        <p:spPr>
          <a:xfrm rot="16200000">
            <a:off x="1499316" y="6738694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Zylinder 9">
            <a:extLst>
              <a:ext uri="{FF2B5EF4-FFF2-40B4-BE49-F238E27FC236}">
                <a16:creationId xmlns:a16="http://schemas.microsoft.com/office/drawing/2014/main" id="{E4EC891C-A382-6EC3-86C5-0D03AB0ABCDB}"/>
              </a:ext>
            </a:extLst>
          </p:cNvPr>
          <p:cNvSpPr/>
          <p:nvPr/>
        </p:nvSpPr>
        <p:spPr>
          <a:xfrm rot="16200000">
            <a:off x="1499316" y="4803751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91B34E73-5570-B03A-9BB2-A7B73B1D2852}"/>
              </a:ext>
            </a:extLst>
          </p:cNvPr>
          <p:cNvCxnSpPr>
            <a:cxnSpLocks/>
          </p:cNvCxnSpPr>
          <p:nvPr/>
        </p:nvCxnSpPr>
        <p:spPr>
          <a:xfrm flipH="1" flipV="1">
            <a:off x="371725" y="5479605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CA42C6B-BA3C-1C18-CFB7-A46103F235FC}"/>
              </a:ext>
            </a:extLst>
          </p:cNvPr>
          <p:cNvCxnSpPr>
            <a:cxnSpLocks/>
          </p:cNvCxnSpPr>
          <p:nvPr/>
        </p:nvCxnSpPr>
        <p:spPr>
          <a:xfrm flipH="1" flipV="1">
            <a:off x="352680" y="7412544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29A53E87-3BFA-2225-20AD-5A39C1580D44}"/>
              </a:ext>
            </a:extLst>
          </p:cNvPr>
          <p:cNvCxnSpPr>
            <a:cxnSpLocks/>
            <a:endCxn id="126" idx="3"/>
          </p:cNvCxnSpPr>
          <p:nvPr/>
        </p:nvCxnSpPr>
        <p:spPr>
          <a:xfrm flipV="1">
            <a:off x="1776277" y="8532489"/>
            <a:ext cx="13045" cy="63578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FFBE15AA-0C2A-0D1D-F500-93EBD8931BBC}"/>
              </a:ext>
            </a:extLst>
          </p:cNvPr>
          <p:cNvGrpSpPr/>
          <p:nvPr/>
        </p:nvGrpSpPr>
        <p:grpSpPr>
          <a:xfrm>
            <a:off x="371724" y="1082588"/>
            <a:ext cx="6141433" cy="3188045"/>
            <a:chOff x="371724" y="1082588"/>
            <a:chExt cx="6141433" cy="3188045"/>
          </a:xfrm>
        </p:grpSpPr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397CDC87-F6B9-7AB3-55BB-C5244B075D1E}"/>
                </a:ext>
              </a:extLst>
            </p:cNvPr>
            <p:cNvSpPr/>
            <p:nvPr/>
          </p:nvSpPr>
          <p:spPr>
            <a:xfrm rot="5400000" flipH="1">
              <a:off x="4082407" y="1559802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FE53B592-5AEA-A505-874B-7344292189FD}"/>
                </a:ext>
              </a:extLst>
            </p:cNvPr>
            <p:cNvSpPr/>
            <p:nvPr/>
          </p:nvSpPr>
          <p:spPr>
            <a:xfrm rot="5400000" flipH="1">
              <a:off x="4695301" y="1422418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51A3DF54-AF5A-AD3E-0809-AC5E567340CB}"/>
                </a:ext>
              </a:extLst>
            </p:cNvPr>
            <p:cNvSpPr/>
            <p:nvPr/>
          </p:nvSpPr>
          <p:spPr>
            <a:xfrm rot="5400000" flipH="1">
              <a:off x="5578482" y="73206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146597D8-B567-4B5B-1704-FA111654C565}"/>
                </a:ext>
              </a:extLst>
            </p:cNvPr>
            <p:cNvCxnSpPr>
              <a:cxnSpLocks/>
            </p:cNvCxnSpPr>
            <p:nvPr/>
          </p:nvCxnSpPr>
          <p:spPr>
            <a:xfrm>
              <a:off x="2581251" y="1675288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D2C00728-1C08-74BD-B98E-C24C2B75188B}"/>
                </a:ext>
              </a:extLst>
            </p:cNvPr>
            <p:cNvCxnSpPr>
              <a:cxnSpLocks/>
            </p:cNvCxnSpPr>
            <p:nvPr/>
          </p:nvCxnSpPr>
          <p:spPr>
            <a:xfrm>
              <a:off x="2106874" y="1677407"/>
              <a:ext cx="2396546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8FF49BFD-A3C3-5C39-201B-DEC99F22F19B}"/>
                </a:ext>
              </a:extLst>
            </p:cNvPr>
            <p:cNvSpPr/>
            <p:nvPr/>
          </p:nvSpPr>
          <p:spPr>
            <a:xfrm>
              <a:off x="1485409" y="3023724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2D15ABFD-A603-1D6D-15C4-23634789098E}"/>
                </a:ext>
              </a:extLst>
            </p:cNvPr>
            <p:cNvSpPr/>
            <p:nvPr/>
          </p:nvSpPr>
          <p:spPr>
            <a:xfrm rot="5400000">
              <a:off x="3231043" y="1056530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636137D7-7378-AF0B-AC54-493F14BF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8042" y="2451551"/>
              <a:ext cx="0" cy="635673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B8232BA5-A86B-D77B-6270-FC4A69E729D3}"/>
                </a:ext>
              </a:extLst>
            </p:cNvPr>
            <p:cNvSpPr/>
            <p:nvPr/>
          </p:nvSpPr>
          <p:spPr>
            <a:xfrm rot="14701776">
              <a:off x="1507771" y="1175693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FDD1E194-12C1-2016-E58B-29663C7C2B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1724" y="1819719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38D9DF1D-5F37-7F27-D2E6-930B10E39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4744" y="1677278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/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/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/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C9374645-DF00-A2FF-D6AA-B7D96607FEBB}"/>
                </a:ext>
              </a:extLst>
            </p:cNvPr>
            <p:cNvSpPr/>
            <p:nvPr/>
          </p:nvSpPr>
          <p:spPr>
            <a:xfrm rot="10800000" flipH="1">
              <a:off x="1449280" y="2605806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/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038D09D0-BDA4-94F1-0FF4-1D52F2217BB7}"/>
                </a:ext>
              </a:extLst>
            </p:cNvPr>
            <p:cNvSpPr/>
            <p:nvPr/>
          </p:nvSpPr>
          <p:spPr>
            <a:xfrm rot="5400000" flipH="1">
              <a:off x="685601" y="1902779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/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0FDD6D00-EDAF-578D-607F-10F890030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1211" y="160029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/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/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/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95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CF83CD34-07C9-E361-E481-C72463A54A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1533" y="1606660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D70D1F68-EBFF-9B80-6BD4-8608F8816A46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25291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DB9378AE-5A84-A411-BF73-4DEB5251BC5D}"/>
                </a:ext>
              </a:extLst>
            </p:cNvPr>
            <p:cNvSpPr/>
            <p:nvPr/>
          </p:nvSpPr>
          <p:spPr>
            <a:xfrm rot="5400000" flipH="1">
              <a:off x="5578481" y="147501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2E74ECBE-9474-1FC9-093E-647A22CE7A02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08223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/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/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/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/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Pfeil: gebogen 126">
            <a:extLst>
              <a:ext uri="{FF2B5EF4-FFF2-40B4-BE49-F238E27FC236}">
                <a16:creationId xmlns:a16="http://schemas.microsoft.com/office/drawing/2014/main" id="{E63AAC6B-A591-CBF3-7E8F-3C252B9C7CA6}"/>
              </a:ext>
            </a:extLst>
          </p:cNvPr>
          <p:cNvSpPr/>
          <p:nvPr/>
        </p:nvSpPr>
        <p:spPr>
          <a:xfrm rot="5400000" flipH="1">
            <a:off x="442988" y="5365004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/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B912688F-694A-8987-C134-2F4ED0DCF479}"/>
              </a:ext>
            </a:extLst>
          </p:cNvPr>
          <p:cNvSpPr/>
          <p:nvPr/>
        </p:nvSpPr>
        <p:spPr>
          <a:xfrm rot="5400000" flipH="1">
            <a:off x="370933" y="7284608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/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/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4FBEF53A-6B91-6A26-57D7-D1B5A1E52AB7}"/>
              </a:ext>
            </a:extLst>
          </p:cNvPr>
          <p:cNvSpPr/>
          <p:nvPr/>
        </p:nvSpPr>
        <p:spPr>
          <a:xfrm rot="10800000" flipH="1">
            <a:off x="1449280" y="8686949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70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33D88-9B1A-4D1D-82B5-9CABD7B2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7DE824AA-1857-FDA0-80CC-028EA5FEF945}"/>
              </a:ext>
            </a:extLst>
          </p:cNvPr>
          <p:cNvGrpSpPr/>
          <p:nvPr/>
        </p:nvGrpSpPr>
        <p:grpSpPr>
          <a:xfrm>
            <a:off x="63683" y="2186918"/>
            <a:ext cx="7299234" cy="9457311"/>
            <a:chOff x="63683" y="2186918"/>
            <a:chExt cx="7299234" cy="9457311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FB4573AE-5CB6-E38F-7121-3B10491AA34D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1777108" y="5270606"/>
              <a:ext cx="0" cy="395992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ylinder 4">
              <a:extLst>
                <a:ext uri="{FF2B5EF4-FFF2-40B4-BE49-F238E27FC236}">
                  <a16:creationId xmlns:a16="http://schemas.microsoft.com/office/drawing/2014/main" id="{02990FCE-611E-5774-645F-F5850A9ACFDE}"/>
                </a:ext>
              </a:extLst>
            </p:cNvPr>
            <p:cNvSpPr/>
            <p:nvPr/>
          </p:nvSpPr>
          <p:spPr>
            <a:xfrm>
              <a:off x="749335" y="10279993"/>
              <a:ext cx="2055547" cy="136423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D4C428DC-42AA-072B-1E5A-F143B45F3100}"/>
                </a:ext>
              </a:extLst>
            </p:cNvPr>
            <p:cNvSpPr/>
            <p:nvPr/>
          </p:nvSpPr>
          <p:spPr>
            <a:xfrm>
              <a:off x="1514562" y="9099253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78D826AA-2C70-017D-37A2-2A0F48478C8B}"/>
                </a:ext>
              </a:extLst>
            </p:cNvPr>
            <p:cNvSpPr/>
            <p:nvPr/>
          </p:nvSpPr>
          <p:spPr>
            <a:xfrm rot="16200000">
              <a:off x="1499316" y="6738694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10" name="Zylinder 9">
              <a:extLst>
                <a:ext uri="{FF2B5EF4-FFF2-40B4-BE49-F238E27FC236}">
                  <a16:creationId xmlns:a16="http://schemas.microsoft.com/office/drawing/2014/main" id="{1F3D87BF-4437-EAC8-22E8-734F2DB9F6AE}"/>
                </a:ext>
              </a:extLst>
            </p:cNvPr>
            <p:cNvSpPr/>
            <p:nvPr/>
          </p:nvSpPr>
          <p:spPr>
            <a:xfrm rot="16200000">
              <a:off x="1499316" y="4803751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C77788BD-01D3-AF0A-FBFF-27D1CB170B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725" y="5479605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1F811FD0-C4F7-AFEF-B89E-C983CB74C6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2680" y="7412544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BD497EBC-80CB-33D1-A236-B84E3D64B843}"/>
                </a:ext>
              </a:extLst>
            </p:cNvPr>
            <p:cNvCxnSpPr>
              <a:cxnSpLocks/>
              <a:endCxn id="126" idx="3"/>
            </p:cNvCxnSpPr>
            <p:nvPr/>
          </p:nvCxnSpPr>
          <p:spPr>
            <a:xfrm flipV="1">
              <a:off x="1776277" y="8578656"/>
              <a:ext cx="13045" cy="58962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/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/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941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/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Pfeil: gebogen 126">
              <a:extLst>
                <a:ext uri="{FF2B5EF4-FFF2-40B4-BE49-F238E27FC236}">
                  <a16:creationId xmlns:a16="http://schemas.microsoft.com/office/drawing/2014/main" id="{26A21AEF-5492-88B4-3B44-961E2A729229}"/>
                </a:ext>
              </a:extLst>
            </p:cNvPr>
            <p:cNvSpPr/>
            <p:nvPr/>
          </p:nvSpPr>
          <p:spPr>
            <a:xfrm rot="5400000" flipH="1">
              <a:off x="442988" y="5365004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/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78" r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Pfeil: gebogen 128">
              <a:extLst>
                <a:ext uri="{FF2B5EF4-FFF2-40B4-BE49-F238E27FC236}">
                  <a16:creationId xmlns:a16="http://schemas.microsoft.com/office/drawing/2014/main" id="{98BF5E59-D905-AA6E-66A7-7C8E7386474B}"/>
                </a:ext>
              </a:extLst>
            </p:cNvPr>
            <p:cNvSpPr/>
            <p:nvPr/>
          </p:nvSpPr>
          <p:spPr>
            <a:xfrm rot="5400000" flipH="1">
              <a:off x="370933" y="7284608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/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/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817" r="-1267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3AC39F-5E63-9DAB-30E5-FB1B72018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2653" y="3351259"/>
              <a:ext cx="2012767" cy="209215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76961598-F3D2-C323-4844-51E59C2A0868}"/>
                </a:ext>
              </a:extLst>
            </p:cNvPr>
            <p:cNvSpPr/>
            <p:nvPr/>
          </p:nvSpPr>
          <p:spPr>
            <a:xfrm rot="8134156" flipH="1">
              <a:off x="5529099" y="4901591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AC0774DB-B240-D87E-490E-F5343F13EDF5}"/>
                </a:ext>
              </a:extLst>
            </p:cNvPr>
            <p:cNvSpPr/>
            <p:nvPr/>
          </p:nvSpPr>
          <p:spPr>
            <a:xfrm rot="8134156" flipH="1">
              <a:off x="5940421" y="5435587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9883079F-EBB9-786F-2302-3E06B05A5276}"/>
                </a:ext>
              </a:extLst>
            </p:cNvPr>
            <p:cNvSpPr/>
            <p:nvPr/>
          </p:nvSpPr>
          <p:spPr>
            <a:xfrm rot="8134156" flipH="1">
              <a:off x="6935384" y="5222070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7BC75218-6A59-C4C8-9E8E-6FDFFDFCBB9F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4392729" y="4183432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2F6F0A72-5C47-05E4-733E-088B8CE053B0}"/>
                </a:ext>
              </a:extLst>
            </p:cNvPr>
            <p:cNvSpPr/>
            <p:nvPr/>
          </p:nvSpPr>
          <p:spPr>
            <a:xfrm rot="2734156">
              <a:off x="2298781" y="3964272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875BDBB9-CA26-A9B9-A14D-1591DDC1CB7B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3208242" y="3655396"/>
              <a:ext cx="0" cy="63567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18BBFE4F-7EBC-1E33-3436-E4650ACD2F3E}"/>
                </a:ext>
              </a:extLst>
            </p:cNvPr>
            <p:cNvSpPr/>
            <p:nvPr/>
          </p:nvSpPr>
          <p:spPr>
            <a:xfrm rot="17435932">
              <a:off x="3706519" y="270920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AED77A16-A827-3DE7-153E-639243E7671A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2552930" y="2629585"/>
              <a:ext cx="1113685" cy="529208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905CDEDB-CBF7-C2A5-725D-9CDC8326F5B9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5430333" y="5240260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/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/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blipFill>
                  <a:blip r:embed="rId9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/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blipFill>
                  <a:blip r:embed="rId10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BF1FE3E3-7D17-E5B5-26AD-CE8D149FC0C8}"/>
                </a:ext>
              </a:extLst>
            </p:cNvPr>
            <p:cNvSpPr/>
            <p:nvPr/>
          </p:nvSpPr>
          <p:spPr>
            <a:xfrm rot="13534156" flipH="1">
              <a:off x="2876293" y="3821990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/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blipFill>
                  <a:blip r:embed="rId11"/>
                  <a:stretch>
                    <a:fillRect l="-2817" r="-15493" b="-1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486647B2-A2A5-B72B-0F43-176951E1A0D4}"/>
                </a:ext>
              </a:extLst>
            </p:cNvPr>
            <p:cNvSpPr/>
            <p:nvPr/>
          </p:nvSpPr>
          <p:spPr>
            <a:xfrm rot="8134156" flipH="1">
              <a:off x="2864722" y="2698594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/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blipFill>
                  <a:blip r:embed="rId12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E4B95502-0B08-9082-3B91-104D3CF7060A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6626399" y="613033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/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blipFill>
                  <a:blip r:embed="rId13"/>
                  <a:stretch>
                    <a:fillRect l="-3704" r="-351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/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/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blipFill>
                  <a:blip r:embed="rId15"/>
                  <a:stretch>
                    <a:fillRect l="-4545" r="-7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D38BEF3F-17C6-2C7F-6C49-8A8C6440EF98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5981935" y="5589068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5176E064-1E95-EFCA-7F19-D1FC85C46F38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383179" y="5776240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23B30A85-D4F4-93C1-27B1-7A34AE6B38AD}"/>
                </a:ext>
              </a:extLst>
            </p:cNvPr>
            <p:cNvSpPr/>
            <p:nvPr/>
          </p:nvSpPr>
          <p:spPr>
            <a:xfrm rot="8134156" flipH="1">
              <a:off x="6404844" y="57421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C9D14D7-E3A2-BE0F-117F-921FA1855677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611801" y="585520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/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blipFill>
                  <a:blip r:embed="rId16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265AF79C-487B-C38C-AC05-0C88BFFE42C6}"/>
                </a:ext>
              </a:extLst>
            </p:cNvPr>
            <p:cNvGrpSpPr/>
            <p:nvPr/>
          </p:nvGrpSpPr>
          <p:grpSpPr>
            <a:xfrm>
              <a:off x="908688" y="8578656"/>
              <a:ext cx="2259317" cy="1769830"/>
              <a:chOff x="1808815" y="421964"/>
              <a:chExt cx="2259317" cy="1769830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7737558B-5A55-B9E6-29FD-C6C9F0E41EAD}"/>
                  </a:ext>
                </a:extLst>
              </p:cNvPr>
              <p:cNvCxnSpPr>
                <a:cxnSpLocks/>
                <a:endCxn id="126" idx="3"/>
              </p:cNvCxnSpPr>
              <p:nvPr/>
            </p:nvCxnSpPr>
            <p:spPr>
              <a:xfrm flipV="1">
                <a:off x="2682727" y="421964"/>
                <a:ext cx="6722" cy="127199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C7AABAFC-B869-E7B2-4B66-A38C4DB183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444" y="1676211"/>
                <a:ext cx="940133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279" r="-27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Gerade Verbindung mit Pfeil 17">
                <a:extLst>
                  <a:ext uri="{FF2B5EF4-FFF2-40B4-BE49-F238E27FC236}">
                    <a16:creationId xmlns:a16="http://schemas.microsoft.com/office/drawing/2014/main" id="{3A0480AC-A814-CDCF-60E0-0A6228BE88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630D3982-31F0-A9D1-07C4-CB68DD3FA9F9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3865794" y="4306438"/>
              <a:ext cx="239654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6ED16567-7E55-086D-3563-7DF01D5AC435}"/>
                </a:ext>
              </a:extLst>
            </p:cNvPr>
            <p:cNvSpPr/>
            <p:nvPr/>
          </p:nvSpPr>
          <p:spPr>
            <a:xfrm rot="8134156">
              <a:off x="4925574" y="3833698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33" name="Pfeil: gebogen 132">
              <a:extLst>
                <a:ext uri="{FF2B5EF4-FFF2-40B4-BE49-F238E27FC236}">
                  <a16:creationId xmlns:a16="http://schemas.microsoft.com/office/drawing/2014/main" id="{CE13D29F-B1F8-758F-CC72-B4D745537F09}"/>
                </a:ext>
              </a:extLst>
            </p:cNvPr>
            <p:cNvSpPr/>
            <p:nvPr/>
          </p:nvSpPr>
          <p:spPr>
            <a:xfrm rot="10800000" flipH="1">
              <a:off x="1449280" y="8686949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EAA2F336-A7ED-D142-704A-FB83C5B8F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22" y="3305821"/>
              <a:ext cx="2219228" cy="654483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BA00123-7EAE-8C12-593F-62C4C1DAAB0F}"/>
                </a:ext>
              </a:extLst>
            </p:cNvPr>
            <p:cNvCxnSpPr/>
            <p:nvPr/>
          </p:nvCxnSpPr>
          <p:spPr>
            <a:xfrm flipV="1">
              <a:off x="1798620" y="5900797"/>
              <a:ext cx="4913949" cy="39498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/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blipFill>
                  <a:blip r:embed="rId19"/>
                  <a:stretch>
                    <a:fillRect l="-3704"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/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𝑒𝑒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blipFill>
                  <a:blip r:embed="rId20"/>
                  <a:stretch>
                    <a:fillRect l="-3704" r="-11111" b="-9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5BC48ADD-65AF-6CB3-86A7-FF4C6F617FA5}"/>
                </a:ext>
              </a:extLst>
            </p:cNvPr>
            <p:cNvGrpSpPr/>
            <p:nvPr/>
          </p:nvGrpSpPr>
          <p:grpSpPr>
            <a:xfrm rot="2725083">
              <a:off x="3995896" y="2749260"/>
              <a:ext cx="3770362" cy="2645678"/>
              <a:chOff x="4925194" y="2225752"/>
              <a:chExt cx="3770362" cy="2645678"/>
            </a:xfrm>
          </p:grpSpPr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9189A598-BDE9-5E1A-9770-684F3E66087A}"/>
                  </a:ext>
                </a:extLst>
              </p:cNvPr>
              <p:cNvCxnSpPr>
                <a:cxnSpLocks/>
              </p:cNvCxnSpPr>
              <p:nvPr/>
            </p:nvCxnSpPr>
            <p:spPr>
              <a:xfrm rot="18874917" flipH="1" flipV="1">
                <a:off x="5502055" y="2202584"/>
                <a:ext cx="2645678" cy="26920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A93C8651-0435-8852-E0BE-02603927FD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5556" y="3470109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89AF6E5C-3C0D-1EB0-9489-B4FB39636BBA}"/>
                  </a:ext>
                </a:extLst>
              </p:cNvPr>
              <p:cNvSpPr txBox="1"/>
              <p:nvPr/>
            </p:nvSpPr>
            <p:spPr>
              <a:xfrm>
                <a:off x="6213616" y="3135706"/>
                <a:ext cx="14375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15 cm</a:t>
                </a:r>
              </a:p>
            </p:txBody>
          </p: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11E677CA-6B10-5539-2FDF-A81F8E958B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25194" y="3482081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28863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75A4-1AE0-A905-A8D0-A8DF1358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79B2225-B3F9-9823-EA9B-61013DB0746C}"/>
              </a:ext>
            </a:extLst>
          </p:cNvPr>
          <p:cNvCxnSpPr>
            <a:cxnSpLocks/>
          </p:cNvCxnSpPr>
          <p:nvPr/>
        </p:nvCxnSpPr>
        <p:spPr>
          <a:xfrm flipH="1">
            <a:off x="5231036" y="4529342"/>
            <a:ext cx="1237658" cy="180334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4EFAB53D-7EFC-287B-3D95-FB893D11C220}"/>
              </a:ext>
            </a:extLst>
          </p:cNvPr>
          <p:cNvCxnSpPr>
            <a:cxnSpLocks/>
          </p:cNvCxnSpPr>
          <p:nvPr/>
        </p:nvCxnSpPr>
        <p:spPr>
          <a:xfrm flipH="1">
            <a:off x="1708455" y="4675584"/>
            <a:ext cx="1491853" cy="227069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ylinder 6">
            <a:extLst>
              <a:ext uri="{FF2B5EF4-FFF2-40B4-BE49-F238E27FC236}">
                <a16:creationId xmlns:a16="http://schemas.microsoft.com/office/drawing/2014/main" id="{F6EB1E3C-DE11-1A59-9196-F08E3C7D506B}"/>
              </a:ext>
            </a:extLst>
          </p:cNvPr>
          <p:cNvSpPr/>
          <p:nvPr/>
        </p:nvSpPr>
        <p:spPr>
          <a:xfrm rot="12902072">
            <a:off x="1662874" y="5877791"/>
            <a:ext cx="664211" cy="1369593"/>
          </a:xfrm>
          <a:prstGeom prst="can">
            <a:avLst>
              <a:gd name="adj" fmla="val 130415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5" name="Zylinder 4">
            <a:extLst>
              <a:ext uri="{FF2B5EF4-FFF2-40B4-BE49-F238E27FC236}">
                <a16:creationId xmlns:a16="http://schemas.microsoft.com/office/drawing/2014/main" id="{A6117DBE-DC2F-E844-F768-781B034D4581}"/>
              </a:ext>
            </a:extLst>
          </p:cNvPr>
          <p:cNvSpPr/>
          <p:nvPr/>
        </p:nvSpPr>
        <p:spPr>
          <a:xfrm>
            <a:off x="1058716" y="10056869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FD922088-FB21-BFFB-2FBA-0369044FC803}"/>
              </a:ext>
            </a:extLst>
          </p:cNvPr>
          <p:cNvSpPr/>
          <p:nvPr/>
        </p:nvSpPr>
        <p:spPr>
          <a:xfrm>
            <a:off x="1666961" y="8712041"/>
            <a:ext cx="747689" cy="1551065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5B746A73-9688-A6C3-3A91-2AD2D114940C}"/>
                  </a:ext>
                </a:extLst>
              </p:cNvPr>
              <p:cNvSpPr txBox="1"/>
              <p:nvPr/>
            </p:nvSpPr>
            <p:spPr>
              <a:xfrm flipH="1">
                <a:off x="1151104" y="682857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5B746A73-9688-A6C3-3A91-2AD2D1149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151104" y="6828579"/>
                <a:ext cx="411314" cy="461665"/>
              </a:xfrm>
              <a:prstGeom prst="rect">
                <a:avLst/>
              </a:prstGeom>
              <a:blipFill>
                <a:blip r:embed="rId2"/>
                <a:stretch>
                  <a:fillRect l="-4478" r="-10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BEF891AC-6F2E-972B-D163-FA02C18FD499}"/>
                  </a:ext>
                </a:extLst>
              </p:cNvPr>
              <p:cNvSpPr txBox="1"/>
              <p:nvPr/>
            </p:nvSpPr>
            <p:spPr>
              <a:xfrm flipH="1">
                <a:off x="1613243" y="460679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BEF891AC-6F2E-972B-D163-FA02C18FD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613243" y="4606791"/>
                <a:ext cx="411314" cy="461665"/>
              </a:xfrm>
              <a:prstGeom prst="rect">
                <a:avLst/>
              </a:prstGeom>
              <a:blipFill>
                <a:blip r:embed="rId3"/>
                <a:stretch>
                  <a:fillRect l="-4478"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7014E00-30AC-4E04-0D08-57D8C57F9CA8}"/>
                  </a:ext>
                </a:extLst>
              </p:cNvPr>
              <p:cNvSpPr txBox="1"/>
              <p:nvPr/>
            </p:nvSpPr>
            <p:spPr>
              <a:xfrm>
                <a:off x="1454309" y="7152698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7014E00-30AC-4E04-0D08-57D8C57F9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309" y="7152698"/>
                <a:ext cx="433771" cy="461665"/>
              </a:xfrm>
              <a:prstGeom prst="rect">
                <a:avLst/>
              </a:prstGeom>
              <a:blipFill>
                <a:blip r:embed="rId4"/>
                <a:stretch>
                  <a:fillRect l="-4225" r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8372973-99B2-566A-2DF5-A0EA09AFB5FF}"/>
                  </a:ext>
                </a:extLst>
              </p:cNvPr>
              <p:cNvSpPr txBox="1"/>
              <p:nvPr/>
            </p:nvSpPr>
            <p:spPr>
              <a:xfrm>
                <a:off x="1344703" y="8162625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8372973-99B2-566A-2DF5-A0EA09AFB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03" y="8162625"/>
                <a:ext cx="433771" cy="461665"/>
              </a:xfrm>
              <a:prstGeom prst="rect">
                <a:avLst/>
              </a:prstGeom>
              <a:blipFill>
                <a:blip r:embed="rId5"/>
                <a:stretch>
                  <a:fillRect l="-4225" r="-12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9057AA9-B507-8644-95D0-BDC9F5FC77A9}"/>
              </a:ext>
            </a:extLst>
          </p:cNvPr>
          <p:cNvCxnSpPr>
            <a:cxnSpLocks/>
            <a:endCxn id="65" idx="1"/>
          </p:cNvCxnSpPr>
          <p:nvPr/>
        </p:nvCxnSpPr>
        <p:spPr>
          <a:xfrm flipH="1">
            <a:off x="2047500" y="6077409"/>
            <a:ext cx="2942130" cy="36160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2B76FDB-5497-5067-CB3D-C45BF72E3ECA}"/>
              </a:ext>
            </a:extLst>
          </p:cNvPr>
          <p:cNvCxnSpPr>
            <a:cxnSpLocks/>
            <a:stCxn id="65" idx="0"/>
          </p:cNvCxnSpPr>
          <p:nvPr/>
        </p:nvCxnSpPr>
        <p:spPr>
          <a:xfrm flipH="1" flipV="1">
            <a:off x="2062687" y="4897945"/>
            <a:ext cx="978" cy="153437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2E60984-C19B-ABAC-9994-C1C8795BE487}"/>
              </a:ext>
            </a:extLst>
          </p:cNvPr>
          <p:cNvCxnSpPr>
            <a:cxnSpLocks/>
            <a:stCxn id="65" idx="6"/>
          </p:cNvCxnSpPr>
          <p:nvPr/>
        </p:nvCxnSpPr>
        <p:spPr>
          <a:xfrm>
            <a:off x="2086524" y="6455175"/>
            <a:ext cx="110435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1EE6D1F5-A73B-ADB7-3042-FE01AB25ADE3}"/>
                  </a:ext>
                </a:extLst>
              </p:cNvPr>
              <p:cNvSpPr txBox="1"/>
              <p:nvPr/>
            </p:nvSpPr>
            <p:spPr>
              <a:xfrm flipH="1">
                <a:off x="3491342" y="5540754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1EE6D1F5-A73B-ADB7-3042-FE01AB25AD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491342" y="5540754"/>
                <a:ext cx="411314" cy="461665"/>
              </a:xfrm>
              <a:prstGeom prst="rect">
                <a:avLst/>
              </a:prstGeom>
              <a:blipFill>
                <a:blip r:embed="rId6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CC53AD1D-4EB3-E2E6-743C-54218B7F4785}"/>
              </a:ext>
            </a:extLst>
          </p:cNvPr>
          <p:cNvCxnSpPr>
            <a:cxnSpLocks/>
            <a:stCxn id="65" idx="3"/>
          </p:cNvCxnSpPr>
          <p:nvPr/>
        </p:nvCxnSpPr>
        <p:spPr>
          <a:xfrm flipH="1">
            <a:off x="1122851" y="6471339"/>
            <a:ext cx="924649" cy="137161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AC8B51BD-0137-5975-E43F-295CDD5655A3}"/>
              </a:ext>
            </a:extLst>
          </p:cNvPr>
          <p:cNvSpPr/>
          <p:nvPr/>
        </p:nvSpPr>
        <p:spPr>
          <a:xfrm rot="2054605" flipH="1">
            <a:off x="1129478" y="7290039"/>
            <a:ext cx="454567" cy="365141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B65858C3-E7EB-034C-29AE-54D78A328D7E}"/>
                  </a:ext>
                </a:extLst>
              </p:cNvPr>
              <p:cNvSpPr txBox="1"/>
              <p:nvPr/>
            </p:nvSpPr>
            <p:spPr>
              <a:xfrm flipH="1">
                <a:off x="2139828" y="465316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B65858C3-E7EB-034C-29AE-54D78A328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9828" y="4653169"/>
                <a:ext cx="411314" cy="461665"/>
              </a:xfrm>
              <a:prstGeom prst="rect">
                <a:avLst/>
              </a:prstGeom>
              <a:blipFill>
                <a:blip r:embed="rId7"/>
                <a:stretch>
                  <a:fillRect l="-2985" r="-7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9CD0EBEE-4CEF-9B34-18F2-DC5A1BEC96E0}"/>
              </a:ext>
            </a:extLst>
          </p:cNvPr>
          <p:cNvCxnSpPr>
            <a:cxnSpLocks/>
            <a:stCxn id="65" idx="4"/>
          </p:cNvCxnSpPr>
          <p:nvPr/>
        </p:nvCxnSpPr>
        <p:spPr>
          <a:xfrm flipH="1">
            <a:off x="2040806" y="6478034"/>
            <a:ext cx="22859" cy="2305452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AB4C4BF1-D5F9-476A-706B-F30F0D3AE026}"/>
              </a:ext>
            </a:extLst>
          </p:cNvPr>
          <p:cNvSpPr/>
          <p:nvPr/>
        </p:nvSpPr>
        <p:spPr>
          <a:xfrm>
            <a:off x="2040805" y="6432315"/>
            <a:ext cx="45719" cy="45719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F784DCFB-F71C-6DA2-0752-97340122B9CD}"/>
              </a:ext>
            </a:extLst>
          </p:cNvPr>
          <p:cNvSpPr/>
          <p:nvPr/>
        </p:nvSpPr>
        <p:spPr>
          <a:xfrm rot="10800000" flipH="1">
            <a:off x="1665400" y="8138920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F399646F-5E2E-3CCE-EB2F-C343CFA8BAD8}"/>
                  </a:ext>
                </a:extLst>
              </p:cNvPr>
              <p:cNvSpPr txBox="1"/>
              <p:nvPr/>
            </p:nvSpPr>
            <p:spPr>
              <a:xfrm flipH="1">
                <a:off x="2774962" y="6503205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F399646F-5E2E-3CCE-EB2F-C343CFA8B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74962" y="6503205"/>
                <a:ext cx="411314" cy="461665"/>
              </a:xfrm>
              <a:prstGeom prst="rect">
                <a:avLst/>
              </a:prstGeom>
              <a:blipFill>
                <a:blip r:embed="rId8"/>
                <a:stretch>
                  <a:fillRect l="-2941" r="-13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ylinder 9">
            <a:extLst>
              <a:ext uri="{FF2B5EF4-FFF2-40B4-BE49-F238E27FC236}">
                <a16:creationId xmlns:a16="http://schemas.microsoft.com/office/drawing/2014/main" id="{F28F3FE0-5B29-A2B1-EBA4-2173F3725286}"/>
              </a:ext>
            </a:extLst>
          </p:cNvPr>
          <p:cNvSpPr/>
          <p:nvPr/>
        </p:nvSpPr>
        <p:spPr>
          <a:xfrm rot="13145024">
            <a:off x="5051775" y="5395931"/>
            <a:ext cx="725180" cy="1369593"/>
          </a:xfrm>
          <a:prstGeom prst="can">
            <a:avLst>
              <a:gd name="adj" fmla="val 130415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5A0C4D0-65F8-EEFE-D90B-41DA60749774}"/>
              </a:ext>
            </a:extLst>
          </p:cNvPr>
          <p:cNvCxnSpPr>
            <a:cxnSpLocks/>
          </p:cNvCxnSpPr>
          <p:nvPr/>
        </p:nvCxnSpPr>
        <p:spPr>
          <a:xfrm flipH="1">
            <a:off x="5496797" y="4526030"/>
            <a:ext cx="1731111" cy="1425418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764B8BB3-D742-3B8E-F3C2-1FE81F70E8E4}"/>
                  </a:ext>
                </a:extLst>
              </p:cNvPr>
              <p:cNvSpPr txBox="1"/>
              <p:nvPr/>
            </p:nvSpPr>
            <p:spPr>
              <a:xfrm flipH="1">
                <a:off x="4391976" y="654336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764B8BB3-D742-3B8E-F3C2-1FE81F70E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391976" y="6543369"/>
                <a:ext cx="411314" cy="461665"/>
              </a:xfrm>
              <a:prstGeom prst="rect">
                <a:avLst/>
              </a:prstGeom>
              <a:blipFill>
                <a:blip r:embed="rId9"/>
                <a:stretch>
                  <a:fillRect l="-2941" r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747AB3A6-98E2-7DBE-0355-3DAF7A3B956C}"/>
                  </a:ext>
                </a:extLst>
              </p:cNvPr>
              <p:cNvSpPr txBox="1"/>
              <p:nvPr/>
            </p:nvSpPr>
            <p:spPr>
              <a:xfrm>
                <a:off x="4792625" y="6807174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747AB3A6-98E2-7DBE-0355-3DAF7A3B9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2625" y="6807174"/>
                <a:ext cx="433771" cy="461665"/>
              </a:xfrm>
              <a:prstGeom prst="rect">
                <a:avLst/>
              </a:prstGeom>
              <a:blipFill>
                <a:blip r:embed="rId10"/>
                <a:stretch>
                  <a:fillRect l="-2817" r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4607172-29E9-5DE3-ACD8-F6465108A3BB}"/>
              </a:ext>
            </a:extLst>
          </p:cNvPr>
          <p:cNvCxnSpPr>
            <a:cxnSpLocks/>
          </p:cNvCxnSpPr>
          <p:nvPr/>
        </p:nvCxnSpPr>
        <p:spPr>
          <a:xfrm flipH="1">
            <a:off x="4811738" y="5977326"/>
            <a:ext cx="661551" cy="94358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feil: gebogen 58">
            <a:extLst>
              <a:ext uri="{FF2B5EF4-FFF2-40B4-BE49-F238E27FC236}">
                <a16:creationId xmlns:a16="http://schemas.microsoft.com/office/drawing/2014/main" id="{C52CAD96-5EF8-419F-125F-53BC07E010DB}"/>
              </a:ext>
            </a:extLst>
          </p:cNvPr>
          <p:cNvSpPr/>
          <p:nvPr/>
        </p:nvSpPr>
        <p:spPr>
          <a:xfrm rot="2054605" flipH="1">
            <a:off x="4766720" y="6455485"/>
            <a:ext cx="454567" cy="365141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B4359C86-0B9A-4C0F-4A76-23020CEA1934}"/>
                  </a:ext>
                </a:extLst>
              </p:cNvPr>
              <p:cNvSpPr txBox="1"/>
              <p:nvPr/>
            </p:nvSpPr>
            <p:spPr>
              <a:xfrm flipH="1">
                <a:off x="6357288" y="455294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B4359C86-0B9A-4C0F-4A76-23020CEA1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357288" y="4552941"/>
                <a:ext cx="411314" cy="461665"/>
              </a:xfrm>
              <a:prstGeom prst="rect">
                <a:avLst/>
              </a:prstGeom>
              <a:blipFill>
                <a:blip r:embed="rId11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5B71762C-3D4D-9857-FE2E-D4F0DF3023C2}"/>
              </a:ext>
            </a:extLst>
          </p:cNvPr>
          <p:cNvCxnSpPr>
            <a:cxnSpLocks/>
          </p:cNvCxnSpPr>
          <p:nvPr/>
        </p:nvCxnSpPr>
        <p:spPr>
          <a:xfrm flipV="1">
            <a:off x="5483019" y="5568950"/>
            <a:ext cx="1108230" cy="4083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1EBFD985-9856-D34D-FB93-D6593426EBD4}"/>
              </a:ext>
            </a:extLst>
          </p:cNvPr>
          <p:cNvCxnSpPr>
            <a:cxnSpLocks/>
          </p:cNvCxnSpPr>
          <p:nvPr/>
        </p:nvCxnSpPr>
        <p:spPr>
          <a:xfrm flipH="1" flipV="1">
            <a:off x="4879975" y="4872624"/>
            <a:ext cx="591645" cy="108717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feld 119">
                <a:extLst>
                  <a:ext uri="{FF2B5EF4-FFF2-40B4-BE49-F238E27FC236}">
                    <a16:creationId xmlns:a16="http://schemas.microsoft.com/office/drawing/2014/main" id="{221B2D69-66CF-CADD-E64D-3437748EE860}"/>
                  </a:ext>
                </a:extLst>
              </p:cNvPr>
              <p:cNvSpPr txBox="1"/>
              <p:nvPr/>
            </p:nvSpPr>
            <p:spPr>
              <a:xfrm flipH="1">
                <a:off x="4584920" y="4434110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0" name="Textfeld 119">
                <a:extLst>
                  <a:ext uri="{FF2B5EF4-FFF2-40B4-BE49-F238E27FC236}">
                    <a16:creationId xmlns:a16="http://schemas.microsoft.com/office/drawing/2014/main" id="{221B2D69-66CF-CADD-E64D-3437748EE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84920" y="4434110"/>
                <a:ext cx="411314" cy="461665"/>
              </a:xfrm>
              <a:prstGeom prst="rect">
                <a:avLst/>
              </a:prstGeom>
              <a:blipFill>
                <a:blip r:embed="rId12"/>
                <a:stretch>
                  <a:fillRect l="-2941" r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4AACF93C-BD53-D693-C07F-946846D94FEB}"/>
                  </a:ext>
                </a:extLst>
              </p:cNvPr>
              <p:cNvSpPr txBox="1"/>
              <p:nvPr/>
            </p:nvSpPr>
            <p:spPr>
              <a:xfrm flipH="1">
                <a:off x="6431918" y="562479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4AACF93C-BD53-D693-C07F-946846D94F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431918" y="5624799"/>
                <a:ext cx="411314" cy="461665"/>
              </a:xfrm>
              <a:prstGeom prst="rect">
                <a:avLst/>
              </a:prstGeom>
              <a:blipFill>
                <a:blip r:embed="rId13"/>
                <a:stretch>
                  <a:fillRect l="-2941" r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CE794083-06BD-165F-95A1-0B2EA568D975}"/>
                  </a:ext>
                </a:extLst>
              </p:cNvPr>
              <p:cNvSpPr txBox="1"/>
              <p:nvPr/>
            </p:nvSpPr>
            <p:spPr>
              <a:xfrm flipH="1">
                <a:off x="6891110" y="4919275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CE794083-06BD-165F-95A1-0B2EA568D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891110" y="4919275"/>
                <a:ext cx="411314" cy="461665"/>
              </a:xfrm>
              <a:prstGeom prst="rect">
                <a:avLst/>
              </a:prstGeom>
              <a:blipFill>
                <a:blip r:embed="rId14"/>
                <a:stretch>
                  <a:fillRect l="-2941" r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FC630EBC-10D0-0385-DCCE-BFB7BD711203}"/>
              </a:ext>
            </a:extLst>
          </p:cNvPr>
          <p:cNvGrpSpPr/>
          <p:nvPr/>
        </p:nvGrpSpPr>
        <p:grpSpPr>
          <a:xfrm rot="20486672">
            <a:off x="6501134" y="3367579"/>
            <a:ext cx="1715107" cy="1703884"/>
            <a:chOff x="6943729" y="3202279"/>
            <a:chExt cx="1715107" cy="1703884"/>
          </a:xfrm>
        </p:grpSpPr>
        <p:cxnSp>
          <p:nvCxnSpPr>
            <p:cNvPr id="137" name="Gerade Verbindung mit Pfeil 136">
              <a:extLst>
                <a:ext uri="{FF2B5EF4-FFF2-40B4-BE49-F238E27FC236}">
                  <a16:creationId xmlns:a16="http://schemas.microsoft.com/office/drawing/2014/main" id="{2CD18CB4-512F-422A-2CD3-45FD09250036}"/>
                </a:ext>
              </a:extLst>
            </p:cNvPr>
            <p:cNvCxnSpPr>
              <a:cxnSpLocks/>
            </p:cNvCxnSpPr>
            <p:nvPr/>
          </p:nvCxnSpPr>
          <p:spPr>
            <a:xfrm rot="1113328" flipH="1">
              <a:off x="6943729" y="4209433"/>
              <a:ext cx="499266" cy="69673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57F11064-3116-DB89-CD32-59CDD5DC4F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606" y="3898605"/>
              <a:ext cx="1108230" cy="40837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0B14FBCC-1222-0287-595F-E30A55016E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47562" y="3202279"/>
              <a:ext cx="591645" cy="108717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A1616084-0844-DB74-1DB7-2F1A126A6ACE}"/>
                  </a:ext>
                </a:extLst>
              </p:cNvPr>
              <p:cNvSpPr txBox="1"/>
              <p:nvPr/>
            </p:nvSpPr>
            <p:spPr>
              <a:xfrm flipH="1">
                <a:off x="6128097" y="315891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A1616084-0844-DB74-1DB7-2F1A126A6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28097" y="3158911"/>
                <a:ext cx="411314" cy="461665"/>
              </a:xfrm>
              <a:prstGeom prst="rect">
                <a:avLst/>
              </a:prstGeom>
              <a:blipFill>
                <a:blip r:embed="rId15"/>
                <a:stretch>
                  <a:fillRect l="-2941" r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D4BE8B1A-B8D6-82FB-15D1-4E1E69E6089E}"/>
                  </a:ext>
                </a:extLst>
              </p:cNvPr>
              <p:cNvSpPr txBox="1"/>
              <p:nvPr/>
            </p:nvSpPr>
            <p:spPr>
              <a:xfrm flipH="1">
                <a:off x="8105390" y="3620576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D4BE8B1A-B8D6-82FB-15D1-4E1E69E60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105390" y="3620576"/>
                <a:ext cx="411314" cy="461665"/>
              </a:xfrm>
              <a:prstGeom prst="rect">
                <a:avLst/>
              </a:prstGeom>
              <a:blipFill>
                <a:blip r:embed="rId16"/>
                <a:stretch>
                  <a:fillRect l="-4478" r="-16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9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99E-A073-6CAE-B56E-AA31AAD5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4896FF6-6F24-AD57-6A6A-2C8A37215997}"/>
              </a:ext>
            </a:extLst>
          </p:cNvPr>
          <p:cNvGrpSpPr/>
          <p:nvPr/>
        </p:nvGrpSpPr>
        <p:grpSpPr>
          <a:xfrm>
            <a:off x="1109883" y="1611953"/>
            <a:ext cx="3736639" cy="6321108"/>
            <a:chOff x="1109883" y="1611953"/>
            <a:chExt cx="3736639" cy="6321108"/>
          </a:xfrm>
        </p:grpSpPr>
        <p:grpSp>
          <p:nvGrpSpPr>
            <p:cNvPr id="280" name="Gruppieren 279">
              <a:extLst>
                <a:ext uri="{FF2B5EF4-FFF2-40B4-BE49-F238E27FC236}">
                  <a16:creationId xmlns:a16="http://schemas.microsoft.com/office/drawing/2014/main" id="{5B0D5F83-BFC2-F4FA-1CAF-CDA8A487DA04}"/>
                </a:ext>
              </a:extLst>
            </p:cNvPr>
            <p:cNvGrpSpPr/>
            <p:nvPr/>
          </p:nvGrpSpPr>
          <p:grpSpPr>
            <a:xfrm>
              <a:off x="2538380" y="4267448"/>
              <a:ext cx="1328599" cy="1228473"/>
              <a:chOff x="941061" y="1914735"/>
              <a:chExt cx="1328599" cy="2273260"/>
            </a:xfrm>
          </p:grpSpPr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441FE6E4-B8C9-A6AA-CB03-003966B7FA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Gerade Verbindung mit Pfeil 280">
                <a:extLst>
                  <a:ext uri="{FF2B5EF4-FFF2-40B4-BE49-F238E27FC236}">
                    <a16:creationId xmlns:a16="http://schemas.microsoft.com/office/drawing/2014/main" id="{30572BB6-C837-DA15-2763-A439406B0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6224" y="1971034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7E47008-CC15-7E5D-3F6B-8C3F8046E337}"/>
                </a:ext>
              </a:extLst>
            </p:cNvPr>
            <p:cNvSpPr/>
            <p:nvPr/>
          </p:nvSpPr>
          <p:spPr>
            <a:xfrm>
              <a:off x="3756217" y="3326923"/>
              <a:ext cx="192985" cy="2423249"/>
            </a:xfrm>
            <a:prstGeom prst="rect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hteck 282">
              <a:extLst>
                <a:ext uri="{FF2B5EF4-FFF2-40B4-BE49-F238E27FC236}">
                  <a16:creationId xmlns:a16="http://schemas.microsoft.com/office/drawing/2014/main" id="{EFC57088-818B-4B40-77D8-19E80163F48A}"/>
                </a:ext>
              </a:extLst>
            </p:cNvPr>
            <p:cNvSpPr/>
            <p:nvPr/>
          </p:nvSpPr>
          <p:spPr>
            <a:xfrm>
              <a:off x="3687734" y="3260450"/>
              <a:ext cx="343301" cy="10374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84" name="Gruppieren 283">
              <a:extLst>
                <a:ext uri="{FF2B5EF4-FFF2-40B4-BE49-F238E27FC236}">
                  <a16:creationId xmlns:a16="http://schemas.microsoft.com/office/drawing/2014/main" id="{A0F12F56-2B39-99B6-09DF-7A824D2612D2}"/>
                </a:ext>
              </a:extLst>
            </p:cNvPr>
            <p:cNvGrpSpPr/>
            <p:nvPr/>
          </p:nvGrpSpPr>
          <p:grpSpPr>
            <a:xfrm>
              <a:off x="2530786" y="2745064"/>
              <a:ext cx="1328599" cy="1506916"/>
              <a:chOff x="941061" y="1914735"/>
              <a:chExt cx="1328599" cy="2179507"/>
            </a:xfrm>
          </p:grpSpPr>
          <p:cxnSp>
            <p:nvCxnSpPr>
              <p:cNvPr id="285" name="Gerade Verbindung mit Pfeil 284">
                <a:extLst>
                  <a:ext uri="{FF2B5EF4-FFF2-40B4-BE49-F238E27FC236}">
                    <a16:creationId xmlns:a16="http://schemas.microsoft.com/office/drawing/2014/main" id="{0C262B56-8EEB-BA90-996D-40AC36F73E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3818" y="1920964"/>
                <a:ext cx="0" cy="217327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8A2F560E-DFDA-EA79-5A6B-9D2ACB209F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9" name="Gerader Verbinder 138">
              <a:extLst>
                <a:ext uri="{FF2B5EF4-FFF2-40B4-BE49-F238E27FC236}">
                  <a16:creationId xmlns:a16="http://schemas.microsoft.com/office/drawing/2014/main" id="{1B1FBB15-1B48-6528-1507-CF712BBB52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787" y="5505322"/>
              <a:ext cx="1328599" cy="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25F826E9-D2D0-FA7C-B27E-B1B0E852A8E8}"/>
                </a:ext>
              </a:extLst>
            </p:cNvPr>
            <p:cNvSpPr/>
            <p:nvPr/>
          </p:nvSpPr>
          <p:spPr>
            <a:xfrm>
              <a:off x="2916281" y="7335136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3B15E555-2BC8-70C3-035C-F1540D315A4C}"/>
                </a:ext>
              </a:extLst>
            </p:cNvPr>
            <p:cNvSpPr/>
            <p:nvPr/>
          </p:nvSpPr>
          <p:spPr>
            <a:xfrm>
              <a:off x="3676677" y="5505322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746BE06B-9938-AAA5-EBE7-DB517A085F58}"/>
                </a:ext>
              </a:extLst>
            </p:cNvPr>
            <p:cNvGrpSpPr/>
            <p:nvPr/>
          </p:nvGrpSpPr>
          <p:grpSpPr>
            <a:xfrm rot="5400000">
              <a:off x="3349878" y="2390537"/>
              <a:ext cx="1019017" cy="1060250"/>
              <a:chOff x="1371600" y="2486025"/>
              <a:chExt cx="1485900" cy="1546025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3C0BBEA3-C9DA-93F7-2B67-79BC9ABB560C}"/>
                  </a:ext>
                </a:extLst>
              </p:cNvPr>
              <p:cNvSpPr/>
              <p:nvPr/>
            </p:nvSpPr>
            <p:spPr>
              <a:xfrm>
                <a:off x="1371600" y="2486025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D06B98E-61A2-3E96-9ACE-75F266EDD01F}"/>
                  </a:ext>
                </a:extLst>
              </p:cNvPr>
              <p:cNvSpPr/>
              <p:nvPr/>
            </p:nvSpPr>
            <p:spPr>
              <a:xfrm>
                <a:off x="1371600" y="3622473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4" name="Rechteck 243">
                <a:extLst>
                  <a:ext uri="{FF2B5EF4-FFF2-40B4-BE49-F238E27FC236}">
                    <a16:creationId xmlns:a16="http://schemas.microsoft.com/office/drawing/2014/main" id="{341FF671-204A-2C03-705C-A950A45923BE}"/>
                  </a:ext>
                </a:extLst>
              </p:cNvPr>
              <p:cNvSpPr/>
              <p:nvPr/>
            </p:nvSpPr>
            <p:spPr>
              <a:xfrm rot="5400000">
                <a:off x="1879700" y="3054250"/>
                <a:ext cx="1546024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</p:grpSp>
        <p:sp>
          <p:nvSpPr>
            <p:cNvPr id="245" name="Ellipse 244">
              <a:extLst>
                <a:ext uri="{FF2B5EF4-FFF2-40B4-BE49-F238E27FC236}">
                  <a16:creationId xmlns:a16="http://schemas.microsoft.com/office/drawing/2014/main" id="{3CFB6A01-54E1-4A31-3362-9F89B1737014}"/>
                </a:ext>
              </a:extLst>
            </p:cNvPr>
            <p:cNvSpPr/>
            <p:nvPr/>
          </p:nvSpPr>
          <p:spPr>
            <a:xfrm>
              <a:off x="3409779" y="6833266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52" name="Gerade Verbindung mit Pfeil 251">
              <a:extLst>
                <a:ext uri="{FF2B5EF4-FFF2-40B4-BE49-F238E27FC236}">
                  <a16:creationId xmlns:a16="http://schemas.microsoft.com/office/drawing/2014/main" id="{9D8DD6AC-90C7-6296-E1A5-D06A655850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3543" y="5545188"/>
              <a:ext cx="0" cy="175899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Gerader Verbinder 252">
              <a:extLst>
                <a:ext uri="{FF2B5EF4-FFF2-40B4-BE49-F238E27FC236}">
                  <a16:creationId xmlns:a16="http://schemas.microsoft.com/office/drawing/2014/main" id="{70A9C688-C296-08D5-A404-1EFF8D85C68A}"/>
                </a:ext>
              </a:extLst>
            </p:cNvPr>
            <p:cNvCxnSpPr>
              <a:cxnSpLocks/>
              <a:stCxn id="266" idx="3"/>
            </p:cNvCxnSpPr>
            <p:nvPr/>
          </p:nvCxnSpPr>
          <p:spPr>
            <a:xfrm flipH="1">
              <a:off x="2551600" y="7320344"/>
              <a:ext cx="1307859" cy="539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1818A050-1B9B-D67A-862B-BB301E5BF885}"/>
                </a:ext>
              </a:extLst>
            </p:cNvPr>
            <p:cNvSpPr txBox="1"/>
            <p:nvPr/>
          </p:nvSpPr>
          <p:spPr>
            <a:xfrm>
              <a:off x="1641223" y="5980756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/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7" name="Pfeil: gebogen 256">
              <a:extLst>
                <a:ext uri="{FF2B5EF4-FFF2-40B4-BE49-F238E27FC236}">
                  <a16:creationId xmlns:a16="http://schemas.microsoft.com/office/drawing/2014/main" id="{3C9101E7-2BBB-CCD0-7E94-68D35C26D0E9}"/>
                </a:ext>
              </a:extLst>
            </p:cNvPr>
            <p:cNvSpPr/>
            <p:nvPr/>
          </p:nvSpPr>
          <p:spPr>
            <a:xfrm rot="10800000" flipH="1">
              <a:off x="3633623" y="7057390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60" name="Gerade Verbindung mit Pfeil 259">
              <a:extLst>
                <a:ext uri="{FF2B5EF4-FFF2-40B4-BE49-F238E27FC236}">
                  <a16:creationId xmlns:a16="http://schemas.microsoft.com/office/drawing/2014/main" id="{71CDD94D-EDFC-ABE2-36FC-CCAB12402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74501" y="7304179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Gerade Verbindung mit Pfeil 260">
              <a:extLst>
                <a:ext uri="{FF2B5EF4-FFF2-40B4-BE49-F238E27FC236}">
                  <a16:creationId xmlns:a16="http://schemas.microsoft.com/office/drawing/2014/main" id="{21A0CFF3-C7D5-CEB9-3CB1-D7F655085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6360256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2" name="Gruppieren 261">
              <a:extLst>
                <a:ext uri="{FF2B5EF4-FFF2-40B4-BE49-F238E27FC236}">
                  <a16:creationId xmlns:a16="http://schemas.microsoft.com/office/drawing/2014/main" id="{5D50C8B2-7FBF-1863-8527-D87F0E916FE1}"/>
                </a:ext>
              </a:extLst>
            </p:cNvPr>
            <p:cNvGrpSpPr/>
            <p:nvPr/>
          </p:nvGrpSpPr>
          <p:grpSpPr>
            <a:xfrm>
              <a:off x="3429000" y="6892163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4" name="Gruppieren 263">
                <a:extLst>
                  <a:ext uri="{FF2B5EF4-FFF2-40B4-BE49-F238E27FC236}">
                    <a16:creationId xmlns:a16="http://schemas.microsoft.com/office/drawing/2014/main" id="{1E14DCCD-23EA-B783-083C-4AA6F01EB3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65" name="Ellipse 264">
                  <a:extLst>
                    <a:ext uri="{FF2B5EF4-FFF2-40B4-BE49-F238E27FC236}">
                      <a16:creationId xmlns:a16="http://schemas.microsoft.com/office/drawing/2014/main" id="{0B674B91-4C73-416A-E003-6D0DB000C45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66" name="Ellipse 265">
                  <a:extLst>
                    <a:ext uri="{FF2B5EF4-FFF2-40B4-BE49-F238E27FC236}">
                      <a16:creationId xmlns:a16="http://schemas.microsoft.com/office/drawing/2014/main" id="{FEBA14E3-6AE9-0B0A-B462-4733A1632586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/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/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9" name="Gerade Verbindung mit Pfeil 268">
              <a:extLst>
                <a:ext uri="{FF2B5EF4-FFF2-40B4-BE49-F238E27FC236}">
                  <a16:creationId xmlns:a16="http://schemas.microsoft.com/office/drawing/2014/main" id="{89967DFD-DCD0-950A-9798-71F614742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3696" y="2743755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 Verbindung mit Pfeil 269">
              <a:extLst>
                <a:ext uri="{FF2B5EF4-FFF2-40B4-BE49-F238E27FC236}">
                  <a16:creationId xmlns:a16="http://schemas.microsoft.com/office/drawing/2014/main" id="{1A63F3C8-37D7-B377-F334-B698D19F7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1799832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4B73DDB0-2895-E0C3-304C-4297E0C0305D}"/>
                </a:ext>
              </a:extLst>
            </p:cNvPr>
            <p:cNvGrpSpPr/>
            <p:nvPr/>
          </p:nvGrpSpPr>
          <p:grpSpPr>
            <a:xfrm>
              <a:off x="3603412" y="2657164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1ADB1423-2DFA-D365-A273-DFA6F27AD591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74" name="Ellipse 273">
                  <a:extLst>
                    <a:ext uri="{FF2B5EF4-FFF2-40B4-BE49-F238E27FC236}">
                      <a16:creationId xmlns:a16="http://schemas.microsoft.com/office/drawing/2014/main" id="{F9EE04DA-7CD6-A2B4-34D5-93CF154D233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75" name="Ellipse 274">
                  <a:extLst>
                    <a:ext uri="{FF2B5EF4-FFF2-40B4-BE49-F238E27FC236}">
                      <a16:creationId xmlns:a16="http://schemas.microsoft.com/office/drawing/2014/main" id="{1A18B77B-5C65-3A3B-3BB0-0FF959C7A092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/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24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/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310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8" name="Textfeld 277">
              <a:extLst>
                <a:ext uri="{FF2B5EF4-FFF2-40B4-BE49-F238E27FC236}">
                  <a16:creationId xmlns:a16="http://schemas.microsoft.com/office/drawing/2014/main" id="{4A4AE0B3-9FEC-DC2E-CA2F-8242B1B4C5CE}"/>
                </a:ext>
              </a:extLst>
            </p:cNvPr>
            <p:cNvSpPr txBox="1"/>
            <p:nvPr/>
          </p:nvSpPr>
          <p:spPr>
            <a:xfrm>
              <a:off x="1688292" y="3330292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 m</a:t>
              </a:r>
            </a:p>
          </p:txBody>
        </p:sp>
        <p:sp>
          <p:nvSpPr>
            <p:cNvPr id="287" name="Textfeld 286">
              <a:extLst>
                <a:ext uri="{FF2B5EF4-FFF2-40B4-BE49-F238E27FC236}">
                  <a16:creationId xmlns:a16="http://schemas.microsoft.com/office/drawing/2014/main" id="{18F29C84-56F3-B385-C676-C418E406F27A}"/>
                </a:ext>
              </a:extLst>
            </p:cNvPr>
            <p:cNvSpPr txBox="1"/>
            <p:nvPr/>
          </p:nvSpPr>
          <p:spPr>
            <a:xfrm>
              <a:off x="1109883" y="4650667"/>
              <a:ext cx="15488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0.1 - 0.3 m</a:t>
              </a:r>
            </a:p>
          </p:txBody>
        </p:sp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DE6B4F1D-4DBF-BF6F-DFCE-CFC80A3CF737}"/>
                </a:ext>
              </a:extLst>
            </p:cNvPr>
            <p:cNvCxnSpPr>
              <a:cxnSpLocks/>
              <a:stCxn id="238" idx="0"/>
            </p:cNvCxnSpPr>
            <p:nvPr/>
          </p:nvCxnSpPr>
          <p:spPr>
            <a:xfrm flipV="1">
              <a:off x="3848328" y="4743450"/>
              <a:ext cx="0" cy="76187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/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Pfeil: nach oben 8">
              <a:extLst>
                <a:ext uri="{FF2B5EF4-FFF2-40B4-BE49-F238E27FC236}">
                  <a16:creationId xmlns:a16="http://schemas.microsoft.com/office/drawing/2014/main" id="{DA931427-DB1C-AF3E-2E42-E211E86D5B36}"/>
                </a:ext>
              </a:extLst>
            </p:cNvPr>
            <p:cNvSpPr/>
            <p:nvPr/>
          </p:nvSpPr>
          <p:spPr>
            <a:xfrm>
              <a:off x="3521204" y="4708408"/>
              <a:ext cx="192982" cy="714742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/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88766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uppieren 288">
            <a:extLst>
              <a:ext uri="{FF2B5EF4-FFF2-40B4-BE49-F238E27FC236}">
                <a16:creationId xmlns:a16="http://schemas.microsoft.com/office/drawing/2014/main" id="{3396E8D1-8B39-FB74-5DF0-A005CD003E20}"/>
              </a:ext>
            </a:extLst>
          </p:cNvPr>
          <p:cNvGrpSpPr/>
          <p:nvPr/>
        </p:nvGrpSpPr>
        <p:grpSpPr>
          <a:xfrm>
            <a:off x="1066482" y="2507226"/>
            <a:ext cx="3239892" cy="6309452"/>
            <a:chOff x="1066482" y="2507226"/>
            <a:chExt cx="3239892" cy="6309452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4914CEA8-0D38-C557-1CC4-695174EBDA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798D1EE-1F78-D702-91A2-6A7E1D8F14FB}"/>
                </a:ext>
              </a:extLst>
            </p:cNvPr>
            <p:cNvGrpSpPr/>
            <p:nvPr/>
          </p:nvGrpSpPr>
          <p:grpSpPr>
            <a:xfrm>
              <a:off x="2012655" y="3627503"/>
              <a:ext cx="1328599" cy="235442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EAA909DE-2862-466A-F9ED-624AD794D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CB4FA00-6122-DEF5-0C45-1ACEFC6C5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AA730B35-793C-66CE-9DEC-BBB0F6C95C67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4EFC0500-FB57-9CFF-6283-60EFA1605D7B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69A03C07-6EE4-11F0-E3CD-728BA0148AFF}"/>
                </a:ext>
              </a:extLst>
            </p:cNvPr>
            <p:cNvGrpSpPr/>
            <p:nvPr/>
          </p:nvGrpSpPr>
          <p:grpSpPr>
            <a:xfrm rot="5400000">
              <a:off x="2136125" y="3965260"/>
              <a:ext cx="2377918" cy="1060250"/>
              <a:chOff x="783232" y="1839493"/>
              <a:chExt cx="2377918" cy="1060250"/>
            </a:xfrm>
          </p:grpSpPr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22709D48-60B0-0A4D-C21B-5CD22E14C794}"/>
                  </a:ext>
                </a:extLst>
              </p:cNvPr>
              <p:cNvSpPr/>
              <p:nvPr/>
            </p:nvSpPr>
            <p:spPr>
              <a:xfrm rot="16200000">
                <a:off x="2310049" y="1690168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3F0AA437-136A-5128-794D-B4DC37B641C3}"/>
                  </a:ext>
                </a:extLst>
              </p:cNvPr>
              <p:cNvGrpSpPr/>
              <p:nvPr/>
            </p:nvGrpSpPr>
            <p:grpSpPr>
              <a:xfrm>
                <a:off x="783232" y="1839493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96" name="Rechteck 195">
                  <a:extLst>
                    <a:ext uri="{FF2B5EF4-FFF2-40B4-BE49-F238E27FC236}">
                      <a16:creationId xmlns:a16="http://schemas.microsoft.com/office/drawing/2014/main" id="{E6E24154-115D-4B54-06C3-74682D4D1E28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F315BB5B-50C8-7934-C715-EFF3E32946DF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8" name="Rechteck 197">
                  <a:extLst>
                    <a:ext uri="{FF2B5EF4-FFF2-40B4-BE49-F238E27FC236}">
                      <a16:creationId xmlns:a16="http://schemas.microsoft.com/office/drawing/2014/main" id="{B6A066D5-9716-E30E-51FC-EE4B34AA863F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88A8A00C-4C54-FC49-DD85-E9678060F98E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3B6E60E5-6E34-3394-D550-81E673F896D6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DE634B26-EFDB-3C1E-514F-637628FEA8C2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AF543ACA-1ADE-59D8-6663-D5224E102270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3CBC1D90-C9D1-294C-E2D4-862C653E571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BBE8E719-0F9A-99DB-2482-25C47ED7B4C2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B0DE3F96-C40A-8D0E-22F0-CFDC275FDF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DBEDFBBE-D279-0FFD-CC9D-A7ACCD103622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D7B558E-A141-6947-8CA8-16EDD94C5BA1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49031C29-4E27-EE04-720B-9F275AC67B3D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CDA4741F-0834-48BF-20AF-477586B9C2AA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A56C574B-8C4B-9DD8-ABA8-B90ED544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FBA7B25A-DAE2-EEBC-9972-4C83C31A43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C2B35354-C910-C642-E662-993BD469ACFE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9F879E4E-F9D8-67A3-9651-9BAE82E5DECC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55A8846B-47AE-1F36-A60D-D7055B88E99A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C71ED8FB-1751-E41E-EE51-5E938FE38D85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5F470D73-BA94-2FE8-1E38-BCC5851657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19394" y="3639028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32F3182-0260-5710-1751-C6163A891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2695105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6D6B9A09-C296-4BD0-E576-C6E2BD8E595D}"/>
                </a:ext>
              </a:extLst>
            </p:cNvPr>
            <p:cNvGrpSpPr/>
            <p:nvPr/>
          </p:nvGrpSpPr>
          <p:grpSpPr>
            <a:xfrm>
              <a:off x="3069110" y="3552437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79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7" name="Gruppieren 216">
                <a:extLst>
                  <a:ext uri="{FF2B5EF4-FFF2-40B4-BE49-F238E27FC236}">
                    <a16:creationId xmlns:a16="http://schemas.microsoft.com/office/drawing/2014/main" id="{0A77F26B-2A9D-AC12-D60D-BB11415C2C77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18" name="Ellipse 217">
                  <a:extLst>
                    <a:ext uri="{FF2B5EF4-FFF2-40B4-BE49-F238E27FC236}">
                      <a16:creationId xmlns:a16="http://schemas.microsoft.com/office/drawing/2014/main" id="{93F231D6-1C67-4C18-26A7-89AD2FE25840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19" name="Ellipse 218">
                  <a:extLst>
                    <a:ext uri="{FF2B5EF4-FFF2-40B4-BE49-F238E27FC236}">
                      <a16:creationId xmlns:a16="http://schemas.microsoft.com/office/drawing/2014/main" id="{25303D38-1BDF-34ED-B892-E9FB077A5044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/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/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DEC58352-8520-BEDA-0ED4-CF5447B2AE4C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0.4 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475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7192-D9CB-F36E-086B-7208ED33D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E2B5660-55C7-3A28-CA81-BFFF433F54D7}"/>
              </a:ext>
            </a:extLst>
          </p:cNvPr>
          <p:cNvGrpSpPr/>
          <p:nvPr/>
        </p:nvGrpSpPr>
        <p:grpSpPr>
          <a:xfrm>
            <a:off x="1066482" y="3035369"/>
            <a:ext cx="3413769" cy="5781309"/>
            <a:chOff x="1066482" y="3035369"/>
            <a:chExt cx="3413769" cy="5781309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CDB38626-9C91-E25C-1C3E-C9978F0DBFD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D68B4328-877B-8F6D-8A20-ABAF950F16F9}"/>
                </a:ext>
              </a:extLst>
            </p:cNvPr>
            <p:cNvGrpSpPr/>
            <p:nvPr/>
          </p:nvGrpSpPr>
          <p:grpSpPr>
            <a:xfrm>
              <a:off x="2012655" y="4158223"/>
              <a:ext cx="1328599" cy="182370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27405D57-7D58-1825-1593-E0BA53F5A9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D7BDD14-1A69-965A-4AF5-9D0F472070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0B2B62E8-E25F-E9F0-75E5-C7D03DA60C81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1934A8B0-97F3-4444-7ABE-ACC615717FA4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2D0769ED-C2E1-6B28-3D97-FB953D581FEF}"/>
                </a:ext>
              </a:extLst>
            </p:cNvPr>
            <p:cNvSpPr/>
            <p:nvPr/>
          </p:nvSpPr>
          <p:spPr>
            <a:xfrm>
              <a:off x="3153433" y="4325443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B8032514-3F3E-61CE-8700-20B39386A288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80DFE128-7BC2-A425-F192-F1A4DD2AFA4C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1BAC23F3-F58A-2E12-3177-2C4FF9EAB8DD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DE574170-32E3-2CF6-C80F-52A87F856F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B7697EC1-4E9E-B0BF-99EC-8EDA4AF61E7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5CFD5CB4-AD5C-3355-B83F-57B25AD21E77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1FBEC23A-4D92-D255-7362-558641619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A32C8F2E-11DD-6748-2C05-754E34FC61D6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2A6974D9-1AFE-3BAB-EDEF-CE6AAD2E3CE6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62C1E517-9612-D71E-1D97-A2475F6F8796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FD8BB581-80FB-5ED5-FF4F-D0EA789193D4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1F249DEA-DED4-F9B9-D540-41A7CC11AAFD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163D0182-7C06-07B6-8578-8B21C05BBE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8D2BEC80-274B-835C-BC99-373FC229FE71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738A464F-EA74-B99B-B926-5C897CD279BE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9319265E-FFA2-317F-8010-74642A5ABEC1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97586395-5618-1757-6435-F79448B650A7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F5232130-7C18-7F96-B67E-8772C9901598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654CB299-8973-5A20-46DE-227E3C77D60A}"/>
                </a:ext>
              </a:extLst>
            </p:cNvPr>
            <p:cNvSpPr/>
            <p:nvPr/>
          </p:nvSpPr>
          <p:spPr>
            <a:xfrm>
              <a:off x="2884053" y="3727801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65C4B476-7862-C6C3-394D-B3774250A114}"/>
                </a:ext>
              </a:extLst>
            </p:cNvPr>
            <p:cNvCxnSpPr>
              <a:cxnSpLocks/>
            </p:cNvCxnSpPr>
            <p:nvPr/>
          </p:nvCxnSpPr>
          <p:spPr>
            <a:xfrm>
              <a:off x="3439765" y="4167171"/>
              <a:ext cx="79886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AE1952B-4E43-8BA5-AC18-B48F59BF65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6666" y="3223248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3D76DF78-F2F6-13A8-0102-18705C1965DA}"/>
                </a:ext>
              </a:extLst>
            </p:cNvPr>
            <p:cNvGrpSpPr/>
            <p:nvPr/>
          </p:nvGrpSpPr>
          <p:grpSpPr>
            <a:xfrm>
              <a:off x="2963399" y="4080580"/>
              <a:ext cx="464423" cy="537443"/>
              <a:chOff x="4249338" y="2270649"/>
              <a:chExt cx="464423" cy="53744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8" name="Ellipse 217">
                <a:extLst>
                  <a:ext uri="{FF2B5EF4-FFF2-40B4-BE49-F238E27FC236}">
                    <a16:creationId xmlns:a16="http://schemas.microsoft.com/office/drawing/2014/main" id="{1B2D1DCC-D103-ADC2-D68C-03A6A5C0FCBA}"/>
                  </a:ext>
                </a:extLst>
              </p:cNvPr>
              <p:cNvSpPr/>
              <p:nvPr/>
            </p:nvSpPr>
            <p:spPr>
              <a:xfrm>
                <a:off x="4539999" y="2270649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/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/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2F3B5C3-0779-8AD3-47D6-5B1E7384F167}"/>
                </a:ext>
              </a:extLst>
            </p:cNvPr>
            <p:cNvCxnSpPr>
              <a:stCxn id="218" idx="1"/>
              <a:endCxn id="218" idx="5"/>
            </p:cNvCxnSpPr>
            <p:nvPr/>
          </p:nvCxnSpPr>
          <p:spPr>
            <a:xfrm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9DC61272-8724-9629-4BF7-3005AA00FDF5}"/>
                </a:ext>
              </a:extLst>
            </p:cNvPr>
            <p:cNvCxnSpPr>
              <a:stCxn id="218" idx="3"/>
              <a:endCxn id="218" idx="7"/>
            </p:cNvCxnSpPr>
            <p:nvPr/>
          </p:nvCxnSpPr>
          <p:spPr>
            <a:xfrm flipV="1"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/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blipFill>
                  <a:blip r:embed="rId11"/>
                  <a:stretch>
                    <a:fillRect r="-44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Pfeil: gebogen 10">
              <a:extLst>
                <a:ext uri="{FF2B5EF4-FFF2-40B4-BE49-F238E27FC236}">
                  <a16:creationId xmlns:a16="http://schemas.microsoft.com/office/drawing/2014/main" id="{1C03F416-90A3-DAF8-1CB5-6936F8CD5C14}"/>
                </a:ext>
              </a:extLst>
            </p:cNvPr>
            <p:cNvSpPr/>
            <p:nvPr/>
          </p:nvSpPr>
          <p:spPr>
            <a:xfrm rot="10800000" flipH="1">
              <a:off x="3085763" y="389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4575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19C46-1AFF-48F4-15B4-C1C6B495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hteck 70">
            <a:extLst>
              <a:ext uri="{FF2B5EF4-FFF2-40B4-BE49-F238E27FC236}">
                <a16:creationId xmlns:a16="http://schemas.microsoft.com/office/drawing/2014/main" id="{6CE274E2-C205-A062-13D1-14DDE2554E65}"/>
              </a:ext>
            </a:extLst>
          </p:cNvPr>
          <p:cNvSpPr/>
          <p:nvPr/>
        </p:nvSpPr>
        <p:spPr>
          <a:xfrm>
            <a:off x="5110444" y="1311918"/>
            <a:ext cx="515389" cy="39901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A0E4155-10ED-E3AC-5033-F5869DDA629B}"/>
              </a:ext>
            </a:extLst>
          </p:cNvPr>
          <p:cNvGrpSpPr/>
          <p:nvPr/>
        </p:nvGrpSpPr>
        <p:grpSpPr>
          <a:xfrm>
            <a:off x="296152" y="1262855"/>
            <a:ext cx="2878654" cy="5835715"/>
            <a:chOff x="64638" y="216132"/>
            <a:chExt cx="2878654" cy="5835715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0138A79-36A9-41C2-70A3-AE2C5618DA72}"/>
                </a:ext>
              </a:extLst>
            </p:cNvPr>
            <p:cNvSpPr/>
            <p:nvPr/>
          </p:nvSpPr>
          <p:spPr>
            <a:xfrm>
              <a:off x="1109855" y="216132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D124F5F7-E156-3567-A455-BF64F1826B75}"/>
                </a:ext>
              </a:extLst>
            </p:cNvPr>
            <p:cNvSpPr/>
            <p:nvPr/>
          </p:nvSpPr>
          <p:spPr>
            <a:xfrm>
              <a:off x="742711" y="4045528"/>
              <a:ext cx="1274618" cy="1274618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/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44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blipFill>
                  <a:blip r:embed="rId2"/>
                  <a:stretch>
                    <a:fillRect r="-432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Pfeil: gebogen 11">
              <a:extLst>
                <a:ext uri="{FF2B5EF4-FFF2-40B4-BE49-F238E27FC236}">
                  <a16:creationId xmlns:a16="http://schemas.microsoft.com/office/drawing/2014/main" id="{6648084B-D2F4-9AF6-33AF-F733E1CEFDCB}"/>
                </a:ext>
              </a:extLst>
            </p:cNvPr>
            <p:cNvSpPr/>
            <p:nvPr/>
          </p:nvSpPr>
          <p:spPr>
            <a:xfrm rot="13178890" flipH="1">
              <a:off x="64638" y="3184878"/>
              <a:ext cx="2768054" cy="2866969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F81739EE-A92C-6E2B-68C2-B919AA561032}"/>
                </a:ext>
              </a:extLst>
            </p:cNvPr>
            <p:cNvGrpSpPr/>
            <p:nvPr/>
          </p:nvGrpSpPr>
          <p:grpSpPr>
            <a:xfrm>
              <a:off x="650040" y="2649870"/>
              <a:ext cx="2293252" cy="2509562"/>
              <a:chOff x="2978886" y="7179897"/>
              <a:chExt cx="1161130" cy="1270653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459B19A7-0E1A-05D2-D180-3A1BBD167E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5501" y="8199452"/>
                <a:ext cx="54501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D8029DF9-D0DB-978C-7828-FB46AFC7BD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7100" y="7255529"/>
                <a:ext cx="0" cy="84837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489F3A04-7B7F-FC75-91C3-0C31F4C35394}"/>
                  </a:ext>
                </a:extLst>
              </p:cNvPr>
              <p:cNvSpPr/>
              <p:nvPr/>
            </p:nvSpPr>
            <p:spPr>
              <a:xfrm>
                <a:off x="3254494" y="8112861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874316FA-0D84-7B06-8D6B-AFBFF802C44C}"/>
                  </a:ext>
                </a:extLst>
              </p:cNvPr>
              <p:cNvSpPr/>
              <p:nvPr/>
            </p:nvSpPr>
            <p:spPr>
              <a:xfrm>
                <a:off x="3318439" y="8176593"/>
                <a:ext cx="45872" cy="45719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/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C0E67473-8B96-155D-F3C6-F79C47DB3EE9}"/>
              </a:ext>
            </a:extLst>
          </p:cNvPr>
          <p:cNvSpPr/>
          <p:nvPr/>
        </p:nvSpPr>
        <p:spPr>
          <a:xfrm>
            <a:off x="4747260" y="516221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242B107-14CB-232E-EBA8-40540B5B7FE8}"/>
              </a:ext>
            </a:extLst>
          </p:cNvPr>
          <p:cNvSpPr/>
          <p:nvPr/>
        </p:nvSpPr>
        <p:spPr>
          <a:xfrm>
            <a:off x="5212978" y="5628502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772E93A-E945-1043-0B53-23347F5DB251}"/>
              </a:ext>
            </a:extLst>
          </p:cNvPr>
          <p:cNvSpPr/>
          <p:nvPr/>
        </p:nvSpPr>
        <p:spPr>
          <a:xfrm>
            <a:off x="5339270" y="5754372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4" name="Rechtwinkliges Dreieck 33">
            <a:extLst>
              <a:ext uri="{FF2B5EF4-FFF2-40B4-BE49-F238E27FC236}">
                <a16:creationId xmlns:a16="http://schemas.microsoft.com/office/drawing/2014/main" id="{A0A8AB41-2849-7978-3DDB-2162F0A5B4EA}"/>
              </a:ext>
            </a:extLst>
          </p:cNvPr>
          <p:cNvSpPr/>
          <p:nvPr/>
        </p:nvSpPr>
        <p:spPr>
          <a:xfrm rot="10800000">
            <a:off x="3474717" y="1332815"/>
            <a:ext cx="1897381" cy="4422567"/>
          </a:xfrm>
          <a:prstGeom prst="rtTriangl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8411FD3-4F9D-BAC1-61D9-F9850E9A2602}"/>
              </a:ext>
            </a:extLst>
          </p:cNvPr>
          <p:cNvCxnSpPr>
            <a:cxnSpLocks/>
          </p:cNvCxnSpPr>
          <p:nvPr/>
        </p:nvCxnSpPr>
        <p:spPr>
          <a:xfrm flipH="1">
            <a:off x="3474716" y="1332815"/>
            <a:ext cx="189738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289D597-8F47-DABB-6F1B-88F669BF4D5E}"/>
              </a:ext>
            </a:extLst>
          </p:cNvPr>
          <p:cNvCxnSpPr>
            <a:cxnSpLocks/>
          </p:cNvCxnSpPr>
          <p:nvPr/>
        </p:nvCxnSpPr>
        <p:spPr>
          <a:xfrm flipH="1">
            <a:off x="3600450" y="1656323"/>
            <a:ext cx="177164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2266920-1A79-82E5-2054-DD3D37A6056F}"/>
              </a:ext>
            </a:extLst>
          </p:cNvPr>
          <p:cNvCxnSpPr>
            <a:cxnSpLocks/>
          </p:cNvCxnSpPr>
          <p:nvPr/>
        </p:nvCxnSpPr>
        <p:spPr>
          <a:xfrm flipH="1">
            <a:off x="3751954" y="1973316"/>
            <a:ext cx="16201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1BCA88B-44C3-DC1E-EF64-DC54323F227B}"/>
              </a:ext>
            </a:extLst>
          </p:cNvPr>
          <p:cNvCxnSpPr>
            <a:cxnSpLocks/>
          </p:cNvCxnSpPr>
          <p:nvPr/>
        </p:nvCxnSpPr>
        <p:spPr>
          <a:xfrm flipH="1">
            <a:off x="3892550" y="2290309"/>
            <a:ext cx="14795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8273D1D-9836-2F05-2847-2E7A2C3B7D17}"/>
              </a:ext>
            </a:extLst>
          </p:cNvPr>
          <p:cNvCxnSpPr>
            <a:cxnSpLocks/>
          </p:cNvCxnSpPr>
          <p:nvPr/>
        </p:nvCxnSpPr>
        <p:spPr>
          <a:xfrm flipH="1">
            <a:off x="4033894" y="2607302"/>
            <a:ext cx="13382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8E878522-17EC-62AF-E790-89E1ACA5466F}"/>
              </a:ext>
            </a:extLst>
          </p:cNvPr>
          <p:cNvCxnSpPr>
            <a:cxnSpLocks/>
          </p:cNvCxnSpPr>
          <p:nvPr/>
        </p:nvCxnSpPr>
        <p:spPr>
          <a:xfrm flipH="1">
            <a:off x="4171054" y="2924295"/>
            <a:ext cx="12010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8CA14CC-AD27-A147-41FC-93E0D40AAB20}"/>
              </a:ext>
            </a:extLst>
          </p:cNvPr>
          <p:cNvCxnSpPr>
            <a:cxnSpLocks/>
          </p:cNvCxnSpPr>
          <p:nvPr/>
        </p:nvCxnSpPr>
        <p:spPr>
          <a:xfrm flipH="1">
            <a:off x="4292600" y="3241288"/>
            <a:ext cx="107949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07CF204-AFE8-F039-A71A-DB4788A848AC}"/>
              </a:ext>
            </a:extLst>
          </p:cNvPr>
          <p:cNvCxnSpPr>
            <a:cxnSpLocks/>
            <a:endCxn id="34" idx="5"/>
          </p:cNvCxnSpPr>
          <p:nvPr/>
        </p:nvCxnSpPr>
        <p:spPr>
          <a:xfrm flipH="1" flipV="1">
            <a:off x="4423407" y="3544098"/>
            <a:ext cx="948691" cy="141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2477E6EE-88F8-73F4-AC19-ED3EC48A4657}"/>
              </a:ext>
            </a:extLst>
          </p:cNvPr>
          <p:cNvCxnSpPr>
            <a:cxnSpLocks/>
          </p:cNvCxnSpPr>
          <p:nvPr/>
        </p:nvCxnSpPr>
        <p:spPr>
          <a:xfrm flipH="1">
            <a:off x="4559674" y="3875274"/>
            <a:ext cx="8124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83D1E25-3453-9856-397A-7A2089988AE2}"/>
              </a:ext>
            </a:extLst>
          </p:cNvPr>
          <p:cNvCxnSpPr>
            <a:cxnSpLocks/>
          </p:cNvCxnSpPr>
          <p:nvPr/>
        </p:nvCxnSpPr>
        <p:spPr>
          <a:xfrm flipH="1">
            <a:off x="4689214" y="4192267"/>
            <a:ext cx="68288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D16E657-A793-1F4B-973E-97CBADC5021B}"/>
              </a:ext>
            </a:extLst>
          </p:cNvPr>
          <p:cNvCxnSpPr>
            <a:cxnSpLocks/>
          </p:cNvCxnSpPr>
          <p:nvPr/>
        </p:nvCxnSpPr>
        <p:spPr>
          <a:xfrm flipH="1">
            <a:off x="4833994" y="4509260"/>
            <a:ext cx="5381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89A2F2D-9D7D-B251-7A67-26C44E48D15C}"/>
              </a:ext>
            </a:extLst>
          </p:cNvPr>
          <p:cNvCxnSpPr>
            <a:cxnSpLocks/>
          </p:cNvCxnSpPr>
          <p:nvPr/>
        </p:nvCxnSpPr>
        <p:spPr>
          <a:xfrm flipH="1">
            <a:off x="4978774" y="4826253"/>
            <a:ext cx="3933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B9DB61A-F8FB-E4E0-C0E2-774D7F711276}"/>
              </a:ext>
            </a:extLst>
          </p:cNvPr>
          <p:cNvCxnSpPr>
            <a:cxnSpLocks/>
          </p:cNvCxnSpPr>
          <p:nvPr/>
        </p:nvCxnSpPr>
        <p:spPr>
          <a:xfrm flipH="1">
            <a:off x="5114404" y="5143246"/>
            <a:ext cx="257695" cy="18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A07E930-BB67-3509-BAA5-B5E20C090711}"/>
              </a:ext>
            </a:extLst>
          </p:cNvPr>
          <p:cNvCxnSpPr>
            <a:cxnSpLocks/>
          </p:cNvCxnSpPr>
          <p:nvPr/>
        </p:nvCxnSpPr>
        <p:spPr>
          <a:xfrm flipH="1">
            <a:off x="5268334" y="5460239"/>
            <a:ext cx="10376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EEFFDD75-A242-F0FF-E640-DC47605A70DC}"/>
              </a:ext>
            </a:extLst>
          </p:cNvPr>
          <p:cNvSpPr txBox="1"/>
          <p:nvPr/>
        </p:nvSpPr>
        <p:spPr>
          <a:xfrm>
            <a:off x="3418375" y="651369"/>
            <a:ext cx="2421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</a:t>
            </a:r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4C5AE400-A964-143E-51B4-3BAA52AA616B}"/>
              </a:ext>
            </a:extLst>
          </p:cNvPr>
          <p:cNvCxnSpPr>
            <a:cxnSpLocks/>
          </p:cNvCxnSpPr>
          <p:nvPr/>
        </p:nvCxnSpPr>
        <p:spPr>
          <a:xfrm>
            <a:off x="1753984" y="1289845"/>
            <a:ext cx="4658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EECB4ACC-85C1-8F94-C5CC-B924168C400E}"/>
              </a:ext>
            </a:extLst>
          </p:cNvPr>
          <p:cNvCxnSpPr>
            <a:cxnSpLocks/>
          </p:cNvCxnSpPr>
          <p:nvPr/>
        </p:nvCxnSpPr>
        <p:spPr>
          <a:xfrm flipV="1">
            <a:off x="1599140" y="754743"/>
            <a:ext cx="0" cy="34640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/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Ellipse 74">
            <a:extLst>
              <a:ext uri="{FF2B5EF4-FFF2-40B4-BE49-F238E27FC236}">
                <a16:creationId xmlns:a16="http://schemas.microsoft.com/office/drawing/2014/main" id="{7DC40B5E-199A-F6C4-6429-04E1E4E650A1}"/>
              </a:ext>
            </a:extLst>
          </p:cNvPr>
          <p:cNvSpPr/>
          <p:nvPr/>
        </p:nvSpPr>
        <p:spPr>
          <a:xfrm>
            <a:off x="1416242" y="1118826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81605DB-69AA-47D7-4802-6BDDE127F046}"/>
              </a:ext>
            </a:extLst>
          </p:cNvPr>
          <p:cNvSpPr/>
          <p:nvPr/>
        </p:nvSpPr>
        <p:spPr>
          <a:xfrm>
            <a:off x="1542534" y="1244698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/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/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7907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EBE48-9D03-D542-012B-AF79E7EA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D262060A-D0FC-0388-FA4D-000B9EC78101}"/>
              </a:ext>
            </a:extLst>
          </p:cNvPr>
          <p:cNvGrpSpPr/>
          <p:nvPr/>
        </p:nvGrpSpPr>
        <p:grpSpPr>
          <a:xfrm rot="18690241">
            <a:off x="4439909" y="1191334"/>
            <a:ext cx="878446" cy="4498221"/>
            <a:chOff x="1341369" y="754743"/>
            <a:chExt cx="878446" cy="4498221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D59673F-5F92-06E3-2639-9666ACEDD641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0E5AD059-3695-3564-9FC3-05738AB00744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4CAC968F-6DD9-29A2-7BB9-A83B46302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A5A098A1-76CA-3B19-9FAA-E57E4AD5A2D5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86A2A915-6AFA-2B79-4CE2-501DAC0F8398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815328E7-4A81-B1EB-F1E2-D1B0F34AD80D}"/>
              </a:ext>
            </a:extLst>
          </p:cNvPr>
          <p:cNvGrpSpPr/>
          <p:nvPr/>
        </p:nvGrpSpPr>
        <p:grpSpPr>
          <a:xfrm rot="18690241">
            <a:off x="-819922" y="1533677"/>
            <a:ext cx="878446" cy="4498221"/>
            <a:chOff x="1341369" y="754743"/>
            <a:chExt cx="878446" cy="449822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21CD8A32-A81B-7928-1FF9-72D56A130B79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B9ABCF9-20C3-0697-AC06-038539971F0A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8CD3AEEC-4A06-F038-55C2-8E6AD7B2BE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371B5188-9306-9C66-7C98-7CE447C28BD1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E423032E-2925-702E-467C-E9C7B8B7AC15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7879BBE7-3BCD-3907-635D-C12136B667A8}"/>
              </a:ext>
            </a:extLst>
          </p:cNvPr>
          <p:cNvSpPr/>
          <p:nvPr/>
        </p:nvSpPr>
        <p:spPr>
          <a:xfrm>
            <a:off x="974225" y="509225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/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de-DE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4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blipFill>
                <a:blip r:embed="rId2"/>
                <a:stretch>
                  <a:fillRect r="-43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B1930345-B342-9D0D-CB9C-E0CB9AD25CB7}"/>
              </a:ext>
            </a:extLst>
          </p:cNvPr>
          <p:cNvSpPr/>
          <p:nvPr/>
        </p:nvSpPr>
        <p:spPr>
          <a:xfrm rot="13178890" flipH="1">
            <a:off x="296152" y="4231601"/>
            <a:ext cx="2768054" cy="2866969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E20BC41-674C-5DE7-1A98-0D9EED6C2B22}"/>
              </a:ext>
            </a:extLst>
          </p:cNvPr>
          <p:cNvGrpSpPr/>
          <p:nvPr/>
        </p:nvGrpSpPr>
        <p:grpSpPr>
          <a:xfrm>
            <a:off x="881554" y="3696593"/>
            <a:ext cx="2293252" cy="2509562"/>
            <a:chOff x="2978886" y="7179897"/>
            <a:chExt cx="1161130" cy="1270653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90BF40E0-8EF7-5DF3-B4E0-31619A89F4DC}"/>
                </a:ext>
              </a:extLst>
            </p:cNvPr>
            <p:cNvCxnSpPr>
              <a:cxnSpLocks/>
            </p:cNvCxnSpPr>
            <p:nvPr/>
          </p:nvCxnSpPr>
          <p:spPr>
            <a:xfrm>
              <a:off x="3425501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5E65F6F-7377-C03F-9280-EE8A1AAFF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/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343434B-9D95-2183-22FC-83BD91B1E69D}"/>
                </a:ext>
              </a:extLst>
            </p:cNvPr>
            <p:cNvSpPr/>
            <p:nvPr/>
          </p:nvSpPr>
          <p:spPr>
            <a:xfrm>
              <a:off x="3254494" y="8112861"/>
              <a:ext cx="173762" cy="17318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C74AA813-B37F-FFDB-675A-7088D7A0D78E}"/>
                </a:ext>
              </a:extLst>
            </p:cNvPr>
            <p:cNvSpPr/>
            <p:nvPr/>
          </p:nvSpPr>
          <p:spPr>
            <a:xfrm>
              <a:off x="3318439" y="8176593"/>
              <a:ext cx="45872" cy="45719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/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/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E8255576-103E-6A89-24BF-9EFD2BC282DC}"/>
              </a:ext>
            </a:extLst>
          </p:cNvPr>
          <p:cNvSpPr/>
          <p:nvPr/>
        </p:nvSpPr>
        <p:spPr>
          <a:xfrm>
            <a:off x="6140518" y="4821382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BF14125D-4665-18BE-A371-03782CE5E37D}"/>
              </a:ext>
            </a:extLst>
          </p:cNvPr>
          <p:cNvSpPr/>
          <p:nvPr/>
        </p:nvSpPr>
        <p:spPr>
          <a:xfrm>
            <a:off x="6606236" y="5287673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FAF88D82-86CB-6A0B-253D-C07C69C24009}"/>
              </a:ext>
            </a:extLst>
          </p:cNvPr>
          <p:cNvSpPr/>
          <p:nvPr/>
        </p:nvSpPr>
        <p:spPr>
          <a:xfrm>
            <a:off x="6732528" y="5389519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83E932A-82A1-FD68-8024-2C8E81B73531}"/>
              </a:ext>
            </a:extLst>
          </p:cNvPr>
          <p:cNvGrpSpPr/>
          <p:nvPr/>
        </p:nvGrpSpPr>
        <p:grpSpPr>
          <a:xfrm rot="18744069">
            <a:off x="3507913" y="2417067"/>
            <a:ext cx="1897383" cy="4422567"/>
            <a:chOff x="3474716" y="1332815"/>
            <a:chExt cx="1897383" cy="4422567"/>
          </a:xfrm>
        </p:grpSpPr>
        <p:sp>
          <p:nvSpPr>
            <p:cNvPr id="34" name="Rechtwinkliges Dreieck 33">
              <a:extLst>
                <a:ext uri="{FF2B5EF4-FFF2-40B4-BE49-F238E27FC236}">
                  <a16:creationId xmlns:a16="http://schemas.microsoft.com/office/drawing/2014/main" id="{D3966F50-5E0E-DE5D-8436-DE8441F4289C}"/>
                </a:ext>
              </a:extLst>
            </p:cNvPr>
            <p:cNvSpPr/>
            <p:nvPr/>
          </p:nvSpPr>
          <p:spPr>
            <a:xfrm rot="10800000">
              <a:off x="3474717" y="1332815"/>
              <a:ext cx="1897381" cy="4422567"/>
            </a:xfrm>
            <a:prstGeom prst="rtTriangl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1D59B021-1F2B-35C9-3A64-41BA4A8D53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4716" y="1332815"/>
              <a:ext cx="189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2249913-33CA-62C0-D963-C3D4B761C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00450" y="1656323"/>
              <a:ext cx="177164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B52915CE-82BA-BC66-002F-1DBD6448E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954" y="1973316"/>
              <a:ext cx="16201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160A31A1-1E52-9F06-6450-E3435BDE4C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2550" y="2290309"/>
              <a:ext cx="147954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AF5A3087-D3C1-5074-73DD-7A6A576170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3894" y="2607302"/>
              <a:ext cx="13382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CCE2130D-6A0A-5860-96BB-D06D13F493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1054" y="2924295"/>
              <a:ext cx="12010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A5F69D8-0248-AF05-B8A6-6AC1893D93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2600" y="3241288"/>
              <a:ext cx="10794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7BCA8B92-538E-AD08-5F84-A49180DE1F2F}"/>
                </a:ext>
              </a:extLst>
            </p:cNvPr>
            <p:cNvCxnSpPr>
              <a:cxnSpLocks/>
              <a:endCxn id="34" idx="5"/>
            </p:cNvCxnSpPr>
            <p:nvPr/>
          </p:nvCxnSpPr>
          <p:spPr>
            <a:xfrm flipH="1" flipV="1">
              <a:off x="4423407" y="3544098"/>
              <a:ext cx="948691" cy="1418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CCB02FE3-9097-167C-3EFB-FE8221D273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9674" y="3875274"/>
              <a:ext cx="8124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35B6512C-F1E7-0CC6-C436-5823EA739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89214" y="4192267"/>
              <a:ext cx="68288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679EF83D-F025-51F3-B729-8C443A64B0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3994" y="4509260"/>
              <a:ext cx="5381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37A505B1-3834-9859-23D4-651A865921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8774" y="4826253"/>
              <a:ext cx="3933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2C33C358-7B64-6950-2B2A-47BFD06FB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4404" y="5143246"/>
              <a:ext cx="257695" cy="1896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71A481DD-576F-AF41-A229-2651821B0B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8334" y="5460239"/>
              <a:ext cx="10376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/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/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/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78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19403-A52F-4C78-DD9C-874339CDA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6C604C06-86BF-269E-1B1A-4BC2AA51C8F4}"/>
              </a:ext>
            </a:extLst>
          </p:cNvPr>
          <p:cNvGrpSpPr/>
          <p:nvPr/>
        </p:nvGrpSpPr>
        <p:grpSpPr>
          <a:xfrm>
            <a:off x="-1520332" y="429687"/>
            <a:ext cx="8672570" cy="6396571"/>
            <a:chOff x="-1520332" y="429687"/>
            <a:chExt cx="8672570" cy="6396571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E5F2EA32-1F7D-3D9A-1D94-373FD0A038D6}"/>
                </a:ext>
              </a:extLst>
            </p:cNvPr>
            <p:cNvGrpSpPr/>
            <p:nvPr/>
          </p:nvGrpSpPr>
          <p:grpSpPr>
            <a:xfrm>
              <a:off x="1918710" y="5852529"/>
              <a:ext cx="737611" cy="737611"/>
              <a:chOff x="4747260" y="5162211"/>
              <a:chExt cx="1274618" cy="1274618"/>
            </a:xfrm>
          </p:grpSpPr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867E7BB9-A91E-3009-E36D-065AF78C81F8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015B8C4-4802-AC78-B12A-22E41AB74ACF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0011833F-05FE-4BF9-1646-185E107A156F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2C52A09C-6D06-DF1F-A1FA-10549DDA04C4}"/>
                </a:ext>
              </a:extLst>
            </p:cNvPr>
            <p:cNvGrpSpPr/>
            <p:nvPr/>
          </p:nvGrpSpPr>
          <p:grpSpPr>
            <a:xfrm>
              <a:off x="312494" y="1144228"/>
              <a:ext cx="1975021" cy="5091467"/>
              <a:chOff x="3474716" y="1332815"/>
              <a:chExt cx="1897383" cy="4422567"/>
            </a:xfrm>
          </p:grpSpPr>
          <p:sp>
            <p:nvSpPr>
              <p:cNvPr id="34" name="Rechtwinkliges Dreieck 33">
                <a:extLst>
                  <a:ext uri="{FF2B5EF4-FFF2-40B4-BE49-F238E27FC236}">
                    <a16:creationId xmlns:a16="http://schemas.microsoft.com/office/drawing/2014/main" id="{BBE1C4DA-824C-6B58-571C-70A0A72568EF}"/>
                  </a:ext>
                </a:extLst>
              </p:cNvPr>
              <p:cNvSpPr/>
              <p:nvPr/>
            </p:nvSpPr>
            <p:spPr>
              <a:xfrm rot="10800000">
                <a:off x="3474717" y="1332815"/>
                <a:ext cx="1897381" cy="4422567"/>
              </a:xfrm>
              <a:prstGeom prst="rtTriangl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Gerade Verbindung mit Pfeil 37">
                <a:extLst>
                  <a:ext uri="{FF2B5EF4-FFF2-40B4-BE49-F238E27FC236}">
                    <a16:creationId xmlns:a16="http://schemas.microsoft.com/office/drawing/2014/main" id="{A1E53E6C-4CE9-216D-F218-A1DDC5AF68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 Verbindung mit Pfeil 39">
                <a:extLst>
                  <a:ext uri="{FF2B5EF4-FFF2-40B4-BE49-F238E27FC236}">
                    <a16:creationId xmlns:a16="http://schemas.microsoft.com/office/drawing/2014/main" id="{F43A17C7-6255-EC4E-CABE-EC4CFE2B2E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E49702A7-4F9F-E783-A8A6-57F78101C3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 Verbindung mit Pfeil 42">
                <a:extLst>
                  <a:ext uri="{FF2B5EF4-FFF2-40B4-BE49-F238E27FC236}">
                    <a16:creationId xmlns:a16="http://schemas.microsoft.com/office/drawing/2014/main" id="{172736AC-1EC4-1505-94F2-8F9B44A86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89EACB67-E889-7B45-88C4-1EE0D52D2A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A5C4BDF8-7EC9-4A2F-82BC-9675855187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A9C95120-842C-C85E-5581-1798FCEB79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D0D3B8A0-D2A0-E0B8-61C3-9E424E1CDD24}"/>
                  </a:ext>
                </a:extLst>
              </p:cNvPr>
              <p:cNvCxnSpPr>
                <a:cxnSpLocks/>
                <a:endCxn id="34" idx="5"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4D4BEC1B-B094-CB80-1D04-214BDA25FB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21944E7B-0CF7-2012-00EA-AC6E070014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6D3EE558-07D7-3BAB-BC2C-ED660E27AC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EEFE47C2-76C9-7CB4-AE53-BB434682A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249705CC-7A5F-7CB0-84F9-D14DB99E2F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287F2E11-4926-A387-DF66-8B6E8D77F4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68334" y="5460239"/>
                <a:ext cx="10376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/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AC8396FB-3C45-0851-97C1-693953472B34}"/>
                </a:ext>
              </a:extLst>
            </p:cNvPr>
            <p:cNvGrpSpPr/>
            <p:nvPr/>
          </p:nvGrpSpPr>
          <p:grpSpPr>
            <a:xfrm>
              <a:off x="-1520332" y="840854"/>
              <a:ext cx="1773022" cy="5985404"/>
              <a:chOff x="790606" y="1089570"/>
              <a:chExt cx="1773022" cy="5985404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DBDB417B-A629-7E7C-828B-214EF26BC737}"/>
                  </a:ext>
                </a:extLst>
              </p:cNvPr>
              <p:cNvSpPr/>
              <p:nvPr/>
            </p:nvSpPr>
            <p:spPr>
              <a:xfrm>
                <a:off x="1395465" y="3697893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Ellipse 3">
                <a:extLst>
                  <a:ext uri="{FF2B5EF4-FFF2-40B4-BE49-F238E27FC236}">
                    <a16:creationId xmlns:a16="http://schemas.microsoft.com/office/drawing/2014/main" id="{B0F81F4D-3265-8944-DAE2-8F3162CD0652}"/>
                  </a:ext>
                </a:extLst>
              </p:cNvPr>
              <p:cNvSpPr/>
              <p:nvPr/>
            </p:nvSpPr>
            <p:spPr>
              <a:xfrm>
                <a:off x="1183001" y="5913934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48718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Pfeil: gebogen 11">
                <a:extLst>
                  <a:ext uri="{FF2B5EF4-FFF2-40B4-BE49-F238E27FC236}">
                    <a16:creationId xmlns:a16="http://schemas.microsoft.com/office/drawing/2014/main" id="{CC76BB3A-E9EE-1E9D-FE48-552E96D0E7AB}"/>
                  </a:ext>
                </a:extLst>
              </p:cNvPr>
              <p:cNvSpPr/>
              <p:nvPr/>
            </p:nvSpPr>
            <p:spPr>
              <a:xfrm rot="13178890" flipH="1">
                <a:off x="790606" y="5415883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1BC95ADA-32F1-C381-0000-31A374871882}"/>
                  </a:ext>
                </a:extLst>
              </p:cNvPr>
              <p:cNvGrpSpPr/>
              <p:nvPr/>
            </p:nvGrpSpPr>
            <p:grpSpPr>
              <a:xfrm>
                <a:off x="1129373" y="5106278"/>
                <a:ext cx="1327086" cy="1452263"/>
                <a:chOff x="2978886" y="7179897"/>
                <a:chExt cx="1161130" cy="1270653"/>
              </a:xfrm>
            </p:grpSpPr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1EF5700D-6239-9C4A-0DF9-33EBEF971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Gerade Verbindung mit Pfeil 13">
                  <a:extLst>
                    <a:ext uri="{FF2B5EF4-FFF2-40B4-BE49-F238E27FC236}">
                      <a16:creationId xmlns:a16="http://schemas.microsoft.com/office/drawing/2014/main" id="{A89FFF73-7786-0DE5-DA6D-D348ABE7CF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63BBE0B4-370A-4056-A077-8F71A7E0925A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F3FB077-7A5F-B1FE-2D3D-42713B784344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7878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153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12F6D0B8-2654-AA1F-3C12-E2FB79D3FD6A}"/>
                  </a:ext>
                </a:extLst>
              </p:cNvPr>
              <p:cNvSpPr/>
              <p:nvPr/>
            </p:nvSpPr>
            <p:spPr>
              <a:xfrm>
                <a:off x="1395465" y="1089570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99E3ED36-ACB4-154E-7626-03B31943E25D}"/>
                  </a:ext>
                </a:extLst>
              </p:cNvPr>
              <p:cNvSpPr/>
              <p:nvPr/>
            </p:nvSpPr>
            <p:spPr>
              <a:xfrm>
                <a:off x="1183001" y="3305610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28947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Pfeil: gebogen 41">
                <a:extLst>
                  <a:ext uri="{FF2B5EF4-FFF2-40B4-BE49-F238E27FC236}">
                    <a16:creationId xmlns:a16="http://schemas.microsoft.com/office/drawing/2014/main" id="{9D4BD67E-57FC-B0C7-577B-AE4B0FFCAA8E}"/>
                  </a:ext>
                </a:extLst>
              </p:cNvPr>
              <p:cNvSpPr/>
              <p:nvPr/>
            </p:nvSpPr>
            <p:spPr>
              <a:xfrm rot="13178890" flipH="1">
                <a:off x="790606" y="2807559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4" name="Gruppieren 53">
                <a:extLst>
                  <a:ext uri="{FF2B5EF4-FFF2-40B4-BE49-F238E27FC236}">
                    <a16:creationId xmlns:a16="http://schemas.microsoft.com/office/drawing/2014/main" id="{353C81C7-AE13-5B95-A625-5B3320FB529C}"/>
                  </a:ext>
                </a:extLst>
              </p:cNvPr>
              <p:cNvGrpSpPr/>
              <p:nvPr/>
            </p:nvGrpSpPr>
            <p:grpSpPr>
              <a:xfrm>
                <a:off x="1129373" y="2497955"/>
                <a:ext cx="1327086" cy="1264244"/>
                <a:chOff x="2978886" y="7179897"/>
                <a:chExt cx="1161130" cy="1106146"/>
              </a:xfrm>
            </p:grpSpPr>
            <p:cxnSp>
              <p:nvCxnSpPr>
                <p:cNvPr id="55" name="Gerade Verbindung mit Pfeil 54">
                  <a:extLst>
                    <a:ext uri="{FF2B5EF4-FFF2-40B4-BE49-F238E27FC236}">
                      <a16:creationId xmlns:a16="http://schemas.microsoft.com/office/drawing/2014/main" id="{5BACF30A-3134-C86A-AD25-3312BC0932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F278A36C-CDE3-0551-7E68-AE5ABB143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7368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8" name="Ellipse 57">
                  <a:extLst>
                    <a:ext uri="{FF2B5EF4-FFF2-40B4-BE49-F238E27FC236}">
                      <a16:creationId xmlns:a16="http://schemas.microsoft.com/office/drawing/2014/main" id="{890B7DD1-39AE-30CD-B2F4-2024FBBBF84D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59" name="Ellipse 58">
                  <a:extLst>
                    <a:ext uri="{FF2B5EF4-FFF2-40B4-BE49-F238E27FC236}">
                      <a16:creationId xmlns:a16="http://schemas.microsoft.com/office/drawing/2014/main" id="{91D06164-46E5-0BEE-B6F5-0676BE0ADEB1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7575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58974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844337D-91B1-CFB0-931E-54C7C5F212CA}"/>
                </a:ext>
              </a:extLst>
            </p:cNvPr>
            <p:cNvGrpSpPr/>
            <p:nvPr/>
          </p:nvGrpSpPr>
          <p:grpSpPr>
            <a:xfrm>
              <a:off x="3110943" y="3274807"/>
              <a:ext cx="737611" cy="737611"/>
              <a:chOff x="4747260" y="5162211"/>
              <a:chExt cx="1274618" cy="1274618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CC0B070D-AB4B-15C5-A65A-DB129F3CE7CE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Ellipse 67">
                <a:extLst>
                  <a:ext uri="{FF2B5EF4-FFF2-40B4-BE49-F238E27FC236}">
                    <a16:creationId xmlns:a16="http://schemas.microsoft.com/office/drawing/2014/main" id="{E9E48A0E-3C0E-1A10-3F3A-659521A8F352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C2D6AD29-4E4A-0550-4EE5-D5D3C60C478B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sp>
          <p:nvSpPr>
            <p:cNvPr id="72" name="Rechtwinkliges Dreieck 71">
              <a:extLst>
                <a:ext uri="{FF2B5EF4-FFF2-40B4-BE49-F238E27FC236}">
                  <a16:creationId xmlns:a16="http://schemas.microsoft.com/office/drawing/2014/main" id="{FD6C7E78-C719-12BF-E434-A2819234215A}"/>
                </a:ext>
              </a:extLst>
            </p:cNvPr>
            <p:cNvSpPr/>
            <p:nvPr/>
          </p:nvSpPr>
          <p:spPr>
            <a:xfrm rot="10800000">
              <a:off x="2386815" y="1159529"/>
              <a:ext cx="1097999" cy="2490279"/>
            </a:xfrm>
            <a:prstGeom prst="rtTriangl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DAC5ABC-7931-6994-B810-89EF5B402A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6814" y="1159529"/>
              <a:ext cx="1097999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5FE90D55-17B6-F109-5D43-71CD01A3E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9575" y="1341691"/>
              <a:ext cx="102523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CE11D697-1054-7597-5273-35F4EC995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7249" y="1520185"/>
              <a:ext cx="93756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 Verbindung mit Pfeil 75">
              <a:extLst>
                <a:ext uri="{FF2B5EF4-FFF2-40B4-BE49-F238E27FC236}">
                  <a16:creationId xmlns:a16="http://schemas.microsoft.com/office/drawing/2014/main" id="{0622813F-C582-0A16-451D-3A0BFF5DFD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8611" y="1698679"/>
              <a:ext cx="85620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2DDF77FA-93B3-925F-30DA-A17EF240C8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0406" y="1877173"/>
              <a:ext cx="77440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FAC3F6A7-A1A0-BEE2-CAA2-8D9BF68783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9779" y="2055667"/>
              <a:ext cx="69503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84622F3-ABD6-42EB-C9B7-A06968FD58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0117" y="2234161"/>
              <a:ext cx="62469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BBF589C0-9245-CFEC-3817-619F40940317}"/>
                </a:ext>
              </a:extLst>
            </p:cNvPr>
            <p:cNvCxnSpPr>
              <a:cxnSpLocks/>
              <a:endCxn id="72" idx="5"/>
            </p:cNvCxnSpPr>
            <p:nvPr/>
          </p:nvCxnSpPr>
          <p:spPr>
            <a:xfrm flipH="1" flipV="1">
              <a:off x="2935814" y="2404668"/>
              <a:ext cx="549000" cy="7986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452EF122-B2CD-2FB7-D1A8-A0D084F88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4670" y="2591148"/>
              <a:ext cx="47014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8D32ADD1-8AB4-D435-5245-DB589D77B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89634" y="2769642"/>
              <a:ext cx="395180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E8F939D2-5F93-10EE-E6DC-88AF2B6323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3417" y="2948136"/>
              <a:ext cx="311396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A71535E-EF87-1BF5-5D09-F3C8602022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7200" y="3126630"/>
              <a:ext cx="22761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78F96425-E7A3-C25D-B70E-5694ECF3AE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5688" y="3305124"/>
              <a:ext cx="149126" cy="10679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90975D6-601D-14F1-C9D2-B36F47D95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3966" y="3483618"/>
              <a:ext cx="6004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6" name="Gruppieren 95">
              <a:extLst>
                <a:ext uri="{FF2B5EF4-FFF2-40B4-BE49-F238E27FC236}">
                  <a16:creationId xmlns:a16="http://schemas.microsoft.com/office/drawing/2014/main" id="{30DC2179-2C25-4B96-C2C0-6904229EFB5C}"/>
                </a:ext>
              </a:extLst>
            </p:cNvPr>
            <p:cNvGrpSpPr/>
            <p:nvPr/>
          </p:nvGrpSpPr>
          <p:grpSpPr>
            <a:xfrm>
              <a:off x="6414627" y="3341352"/>
              <a:ext cx="737611" cy="3315333"/>
              <a:chOff x="5325349" y="3318191"/>
              <a:chExt cx="737611" cy="3315333"/>
            </a:xfrm>
          </p:grpSpPr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A7AEB117-A612-E1CB-B355-A5B108FC4C9A}"/>
                  </a:ext>
                </a:extLst>
              </p:cNvPr>
              <p:cNvGrpSpPr/>
              <p:nvPr/>
            </p:nvGrpSpPr>
            <p:grpSpPr>
              <a:xfrm>
                <a:off x="5325349" y="5895913"/>
                <a:ext cx="737611" cy="737611"/>
                <a:chOff x="4747260" y="5162211"/>
                <a:chExt cx="1274618" cy="1274618"/>
              </a:xfrm>
            </p:grpSpPr>
            <p:sp>
              <p:nvSpPr>
                <p:cNvPr id="89" name="Ellipse 88">
                  <a:extLst>
                    <a:ext uri="{FF2B5EF4-FFF2-40B4-BE49-F238E27FC236}">
                      <a16:creationId xmlns:a16="http://schemas.microsoft.com/office/drawing/2014/main" id="{D20E8DF7-2251-307F-FFC3-C92E531B0860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Ellipse 89">
                  <a:extLst>
                    <a:ext uri="{FF2B5EF4-FFF2-40B4-BE49-F238E27FC236}">
                      <a16:creationId xmlns:a16="http://schemas.microsoft.com/office/drawing/2014/main" id="{25E1178E-C1D0-64A0-9B27-FE3565B06692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1" name="Ellipse 90">
                  <a:extLst>
                    <a:ext uri="{FF2B5EF4-FFF2-40B4-BE49-F238E27FC236}">
                      <a16:creationId xmlns:a16="http://schemas.microsoft.com/office/drawing/2014/main" id="{0C729D00-9EB7-8822-4002-140E6589FA3C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2" name="Gruppieren 91">
                <a:extLst>
                  <a:ext uri="{FF2B5EF4-FFF2-40B4-BE49-F238E27FC236}">
                    <a16:creationId xmlns:a16="http://schemas.microsoft.com/office/drawing/2014/main" id="{C7575B2F-8238-0352-22F1-47B80162EB17}"/>
                  </a:ext>
                </a:extLst>
              </p:cNvPr>
              <p:cNvGrpSpPr/>
              <p:nvPr/>
            </p:nvGrpSpPr>
            <p:grpSpPr>
              <a:xfrm>
                <a:off x="5325349" y="3318191"/>
                <a:ext cx="737611" cy="737611"/>
                <a:chOff x="4747260" y="5162211"/>
                <a:chExt cx="1274618" cy="1274618"/>
              </a:xfrm>
            </p:grpSpPr>
            <p:sp>
              <p:nvSpPr>
                <p:cNvPr id="93" name="Ellipse 92">
                  <a:extLst>
                    <a:ext uri="{FF2B5EF4-FFF2-40B4-BE49-F238E27FC236}">
                      <a16:creationId xmlns:a16="http://schemas.microsoft.com/office/drawing/2014/main" id="{CC106079-B73F-5BD9-D545-E16B814E7673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5F373A9A-1E61-2648-F565-D636A4EEB629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5" name="Ellipse 94">
                  <a:extLst>
                    <a:ext uri="{FF2B5EF4-FFF2-40B4-BE49-F238E27FC236}">
                      <a16:creationId xmlns:a16="http://schemas.microsoft.com/office/drawing/2014/main" id="{27897478-53F5-4F94-AD30-71A9E7E9A76E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F2F2681D-39A3-3853-5CB3-11515FE1E949}"/>
                </a:ext>
              </a:extLst>
            </p:cNvPr>
            <p:cNvCxnSpPr>
              <a:stCxn id="91" idx="0"/>
            </p:cNvCxnSpPr>
            <p:nvPr/>
          </p:nvCxnSpPr>
          <p:spPr>
            <a:xfrm flipV="1">
              <a:off x="6783432" y="1182690"/>
              <a:ext cx="1" cy="507906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33755328-AC6D-8DDE-7D16-9ED607F9F6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9646" y="1139739"/>
              <a:ext cx="3213785" cy="3131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BD44380C-0F63-B0D0-9AD4-90AE4D4B5113}"/>
                </a:ext>
              </a:extLst>
            </p:cNvPr>
            <p:cNvCxnSpPr>
              <a:cxnSpLocks/>
            </p:cNvCxnSpPr>
            <p:nvPr/>
          </p:nvCxnSpPr>
          <p:spPr>
            <a:xfrm>
              <a:off x="3579047" y="1139739"/>
              <a:ext cx="2021081" cy="25965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C39F7AEA-A7D8-12BF-30DD-D9C45C71C77A}"/>
                </a:ext>
              </a:extLst>
            </p:cNvPr>
            <p:cNvCxnSpPr>
              <a:cxnSpLocks/>
              <a:endCxn id="91" idx="2"/>
            </p:cNvCxnSpPr>
            <p:nvPr/>
          </p:nvCxnSpPr>
          <p:spPr>
            <a:xfrm>
              <a:off x="5576850" y="3710157"/>
              <a:ext cx="1180368" cy="25777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CB0D3EC2-B0D5-7731-7A27-0C8699EB4CFE}"/>
                </a:ext>
              </a:extLst>
            </p:cNvPr>
            <p:cNvGrpSpPr/>
            <p:nvPr/>
          </p:nvGrpSpPr>
          <p:grpSpPr>
            <a:xfrm>
              <a:off x="5576849" y="3736284"/>
              <a:ext cx="1206583" cy="2291945"/>
              <a:chOff x="3474716" y="1332815"/>
              <a:chExt cx="1897383" cy="3829396"/>
            </a:xfrm>
          </p:grpSpPr>
          <p:cxnSp>
            <p:nvCxnSpPr>
              <p:cNvPr id="177" name="Gerade Verbindung mit Pfeil 176">
                <a:extLst>
                  <a:ext uri="{FF2B5EF4-FFF2-40B4-BE49-F238E27FC236}">
                    <a16:creationId xmlns:a16="http://schemas.microsoft.com/office/drawing/2014/main" id="{F4E85086-5064-EC03-487D-CA4734B9C0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 Verbindung mit Pfeil 177">
                <a:extLst>
                  <a:ext uri="{FF2B5EF4-FFF2-40B4-BE49-F238E27FC236}">
                    <a16:creationId xmlns:a16="http://schemas.microsoft.com/office/drawing/2014/main" id="{7CCBD161-4FD1-2048-38A7-85DF9EAB9F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 Verbindung mit Pfeil 178">
                <a:extLst>
                  <a:ext uri="{FF2B5EF4-FFF2-40B4-BE49-F238E27FC236}">
                    <a16:creationId xmlns:a16="http://schemas.microsoft.com/office/drawing/2014/main" id="{D1B47E01-F7C9-B19E-C135-604786DE7E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 Verbindung mit Pfeil 179">
                <a:extLst>
                  <a:ext uri="{FF2B5EF4-FFF2-40B4-BE49-F238E27FC236}">
                    <a16:creationId xmlns:a16="http://schemas.microsoft.com/office/drawing/2014/main" id="{CA3CD553-B9CB-290F-ED4B-6C08C60A09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 Verbindung mit Pfeil 180">
                <a:extLst>
                  <a:ext uri="{FF2B5EF4-FFF2-40B4-BE49-F238E27FC236}">
                    <a16:creationId xmlns:a16="http://schemas.microsoft.com/office/drawing/2014/main" id="{4A496F1F-A567-1060-8AF9-EC7B014F71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 Verbindung mit Pfeil 181">
                <a:extLst>
                  <a:ext uri="{FF2B5EF4-FFF2-40B4-BE49-F238E27FC236}">
                    <a16:creationId xmlns:a16="http://schemas.microsoft.com/office/drawing/2014/main" id="{7F7288E6-E033-2307-40A8-7B804A0719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 Verbindung mit Pfeil 182">
                <a:extLst>
                  <a:ext uri="{FF2B5EF4-FFF2-40B4-BE49-F238E27FC236}">
                    <a16:creationId xmlns:a16="http://schemas.microsoft.com/office/drawing/2014/main" id="{FACEF660-4C6F-5172-B2AF-B42ED25FFC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 Verbindung mit Pfeil 183">
                <a:extLst>
                  <a:ext uri="{FF2B5EF4-FFF2-40B4-BE49-F238E27FC236}">
                    <a16:creationId xmlns:a16="http://schemas.microsoft.com/office/drawing/2014/main" id="{96B8F5E7-4ECD-9B19-B068-66E277D3E5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 Verbindung mit Pfeil 184">
                <a:extLst>
                  <a:ext uri="{FF2B5EF4-FFF2-40B4-BE49-F238E27FC236}">
                    <a16:creationId xmlns:a16="http://schemas.microsoft.com/office/drawing/2014/main" id="{A92EDDAA-FAD6-74D7-A757-039AEB2989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 Verbindung mit Pfeil 185">
                <a:extLst>
                  <a:ext uri="{FF2B5EF4-FFF2-40B4-BE49-F238E27FC236}">
                    <a16:creationId xmlns:a16="http://schemas.microsoft.com/office/drawing/2014/main" id="{0C14CB46-CCB9-7A6F-0213-82AAD7E8C8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 Verbindung mit Pfeil 186">
                <a:extLst>
                  <a:ext uri="{FF2B5EF4-FFF2-40B4-BE49-F238E27FC236}">
                    <a16:creationId xmlns:a16="http://schemas.microsoft.com/office/drawing/2014/main" id="{3A913301-EE1A-1E1B-CE31-6DC23F41B3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Gerade Verbindung mit Pfeil 187">
                <a:extLst>
                  <a:ext uri="{FF2B5EF4-FFF2-40B4-BE49-F238E27FC236}">
                    <a16:creationId xmlns:a16="http://schemas.microsoft.com/office/drawing/2014/main" id="{DAB302FC-BA84-8988-F125-493EC9D77F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Gerade Verbindung mit Pfeil 188">
                <a:extLst>
                  <a:ext uri="{FF2B5EF4-FFF2-40B4-BE49-F238E27FC236}">
                    <a16:creationId xmlns:a16="http://schemas.microsoft.com/office/drawing/2014/main" id="{A30DE738-509B-CDE8-BF22-A3A62FF1CE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69283F2E-2788-4826-ECBE-0EC53D33E285}"/>
                </a:ext>
              </a:extLst>
            </p:cNvPr>
            <p:cNvGrpSpPr/>
            <p:nvPr/>
          </p:nvGrpSpPr>
          <p:grpSpPr>
            <a:xfrm>
              <a:off x="3579047" y="1144072"/>
              <a:ext cx="3197627" cy="2383651"/>
              <a:chOff x="3458259" y="1332566"/>
              <a:chExt cx="1913840" cy="3810679"/>
            </a:xfrm>
          </p:grpSpPr>
          <p:cxnSp>
            <p:nvCxnSpPr>
              <p:cNvPr id="191" name="Gerade Verbindung mit Pfeil 190">
                <a:extLst>
                  <a:ext uri="{FF2B5EF4-FFF2-40B4-BE49-F238E27FC236}">
                    <a16:creationId xmlns:a16="http://schemas.microsoft.com/office/drawing/2014/main" id="{9939D1F6-D781-7D6E-FD8E-B283266061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458259" y="1332566"/>
                <a:ext cx="1913839" cy="61738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 Verbindung mit Pfeil 191">
                <a:extLst>
                  <a:ext uri="{FF2B5EF4-FFF2-40B4-BE49-F238E27FC236}">
                    <a16:creationId xmlns:a16="http://schemas.microsoft.com/office/drawing/2014/main" id="{02A8937C-0D0E-3D96-6807-E6E90FB0D5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55157" y="1656323"/>
                <a:ext cx="181694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 Verbindung mit Pfeil 192">
                <a:extLst>
                  <a:ext uri="{FF2B5EF4-FFF2-40B4-BE49-F238E27FC236}">
                    <a16:creationId xmlns:a16="http://schemas.microsoft.com/office/drawing/2014/main" id="{8C71DE4F-436A-1F8E-E1C4-31EE9C7380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47796" y="1973315"/>
                <a:ext cx="1724302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 Verbindung mit Pfeil 193">
                <a:extLst>
                  <a:ext uri="{FF2B5EF4-FFF2-40B4-BE49-F238E27FC236}">
                    <a16:creationId xmlns:a16="http://schemas.microsoft.com/office/drawing/2014/main" id="{EE568462-F37F-8183-C9F7-DC485B090F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39011" y="2290308"/>
                <a:ext cx="163308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Gerade Verbindung mit Pfeil 194">
                <a:extLst>
                  <a:ext uri="{FF2B5EF4-FFF2-40B4-BE49-F238E27FC236}">
                    <a16:creationId xmlns:a16="http://schemas.microsoft.com/office/drawing/2014/main" id="{11ED8B21-87CF-9772-AAA7-8E2664C92A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34501" y="2607303"/>
                <a:ext cx="153759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Gerade Verbindung mit Pfeil 195">
                <a:extLst>
                  <a:ext uri="{FF2B5EF4-FFF2-40B4-BE49-F238E27FC236}">
                    <a16:creationId xmlns:a16="http://schemas.microsoft.com/office/drawing/2014/main" id="{BF6425E0-7D2B-EA67-C812-CC2A5B724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29991" y="2924294"/>
                <a:ext cx="1442107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Gerade Verbindung mit Pfeil 196">
                <a:extLst>
                  <a:ext uri="{FF2B5EF4-FFF2-40B4-BE49-F238E27FC236}">
                    <a16:creationId xmlns:a16="http://schemas.microsoft.com/office/drawing/2014/main" id="{6FD68704-3C04-9C5F-D28A-F4C2416829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19779" y="3241287"/>
                <a:ext cx="1352320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Gerade Verbindung mit Pfeil 197">
                <a:extLst>
                  <a:ext uri="{FF2B5EF4-FFF2-40B4-BE49-F238E27FC236}">
                    <a16:creationId xmlns:a16="http://schemas.microsoft.com/office/drawing/2014/main" id="{966761DB-FDFC-2F14-22A1-9D512B2A85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03868" y="3550829"/>
                <a:ext cx="1268231" cy="745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Gerade Verbindung mit Pfeil 198">
                <a:extLst>
                  <a:ext uri="{FF2B5EF4-FFF2-40B4-BE49-F238E27FC236}">
                    <a16:creationId xmlns:a16="http://schemas.microsoft.com/office/drawing/2014/main" id="{EE22DEB9-C5D1-A99B-5D23-ECBE0C11DA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06484" y="3875275"/>
                <a:ext cx="1165615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 Verbindung mit Pfeil 199">
                <a:extLst>
                  <a:ext uri="{FF2B5EF4-FFF2-40B4-BE49-F238E27FC236}">
                    <a16:creationId xmlns:a16="http://schemas.microsoft.com/office/drawing/2014/main" id="{1787352C-BDF7-EBE4-6A15-3302A2424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4192268"/>
                <a:ext cx="1079499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Gerade Verbindung mit Pfeil 200">
                <a:extLst>
                  <a:ext uri="{FF2B5EF4-FFF2-40B4-BE49-F238E27FC236}">
                    <a16:creationId xmlns:a16="http://schemas.microsoft.com/office/drawing/2014/main" id="{12A33203-1533-0A47-2AC5-94D4D1A213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380361" y="4481890"/>
                <a:ext cx="991735" cy="27369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Gerade Verbindung mit Pfeil 201">
                <a:extLst>
                  <a:ext uri="{FF2B5EF4-FFF2-40B4-BE49-F238E27FC236}">
                    <a16:creationId xmlns:a16="http://schemas.microsoft.com/office/drawing/2014/main" id="{410902E5-607C-183E-A1EA-09E7DF4D49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80126" y="4826254"/>
                <a:ext cx="89197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Gerade Verbindung mit Pfeil 202">
                <a:extLst>
                  <a:ext uri="{FF2B5EF4-FFF2-40B4-BE49-F238E27FC236}">
                    <a16:creationId xmlns:a16="http://schemas.microsoft.com/office/drawing/2014/main" id="{89E68D4C-BF4F-8A4C-B481-32E8F9F101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59674" y="5125022"/>
                <a:ext cx="812425" cy="1822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/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/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1+2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blipFill>
                  <a:blip r:embed="rId12"/>
                  <a:stretch>
                    <a:fillRect r="-853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503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796F9-D9BF-AFE0-06F9-07C43E5D8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788AE76-1744-9FD0-F7B4-27E7CD1EADA7}"/>
              </a:ext>
            </a:extLst>
          </p:cNvPr>
          <p:cNvSpPr/>
          <p:nvPr/>
        </p:nvSpPr>
        <p:spPr>
          <a:xfrm>
            <a:off x="1384603" y="5460239"/>
            <a:ext cx="1274618" cy="976583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5509727-D09C-D78E-52CF-4DA6970DBE0E}"/>
              </a:ext>
            </a:extLst>
          </p:cNvPr>
          <p:cNvSpPr/>
          <p:nvPr/>
        </p:nvSpPr>
        <p:spPr>
          <a:xfrm>
            <a:off x="1788997" y="4441908"/>
            <a:ext cx="465831" cy="1312456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774DD2C-CCB7-0DAB-F4C5-08FA078D3674}"/>
              </a:ext>
            </a:extLst>
          </p:cNvPr>
          <p:cNvSpPr/>
          <p:nvPr/>
        </p:nvSpPr>
        <p:spPr>
          <a:xfrm>
            <a:off x="1764218" y="3062515"/>
            <a:ext cx="515389" cy="14789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E305442B-B573-C376-9E47-D9CB74B2F043}"/>
              </a:ext>
            </a:extLst>
          </p:cNvPr>
          <p:cNvSpPr/>
          <p:nvPr/>
        </p:nvSpPr>
        <p:spPr>
          <a:xfrm rot="10800000">
            <a:off x="1384603" y="4483656"/>
            <a:ext cx="294557" cy="9187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/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de-DE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F94214A7-7AD7-10E4-83AC-82F0B2565A1B}"/>
              </a:ext>
            </a:extLst>
          </p:cNvPr>
          <p:cNvGrpSpPr/>
          <p:nvPr/>
        </p:nvGrpSpPr>
        <p:grpSpPr>
          <a:xfrm>
            <a:off x="1488940" y="2188614"/>
            <a:ext cx="1685517" cy="1052674"/>
            <a:chOff x="1433303" y="2188614"/>
            <a:chExt cx="1685517" cy="105267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59C3564E-C980-FCD6-8085-2623CD0F0066}"/>
                </a:ext>
              </a:extLst>
            </p:cNvPr>
            <p:cNvGrpSpPr/>
            <p:nvPr/>
          </p:nvGrpSpPr>
          <p:grpSpPr>
            <a:xfrm>
              <a:off x="1433303" y="2188614"/>
              <a:ext cx="1685517" cy="1052674"/>
              <a:chOff x="1043139" y="408189"/>
              <a:chExt cx="1685517" cy="1052674"/>
            </a:xfrm>
          </p:grpSpPr>
          <p:cxnSp>
            <p:nvCxnSpPr>
              <p:cNvPr id="72" name="Gerade Verbindung mit Pfeil 71">
                <a:extLst>
                  <a:ext uri="{FF2B5EF4-FFF2-40B4-BE49-F238E27FC236}">
                    <a16:creationId xmlns:a16="http://schemas.microsoft.com/office/drawing/2014/main" id="{23E40F2C-3078-E0B3-73D4-DDDA3A5593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2F3F5DED-9AE3-312B-4DF5-51BC5E91BD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74A5B4EE-8126-20D8-FEDE-AE00FC17DA44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/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04CCC285-5227-08CC-9DF0-67F77861EECF}"/>
                </a:ext>
              </a:extLst>
            </p:cNvPr>
            <p:cNvCxnSpPr>
              <a:stCxn id="75" idx="1"/>
              <a:endCxn id="75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F7571ACF-59A5-48EB-9767-7BE7357C9659}"/>
                </a:ext>
              </a:extLst>
            </p:cNvPr>
            <p:cNvCxnSpPr>
              <a:stCxn id="75" idx="7"/>
              <a:endCxn id="75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44CC41B-0B4F-F992-E2D6-863A9C76E85B}"/>
              </a:ext>
            </a:extLst>
          </p:cNvPr>
          <p:cNvGrpSpPr/>
          <p:nvPr/>
        </p:nvGrpSpPr>
        <p:grpSpPr>
          <a:xfrm>
            <a:off x="1428024" y="4941837"/>
            <a:ext cx="1874733" cy="1110158"/>
            <a:chOff x="1376736" y="2208561"/>
            <a:chExt cx="1874733" cy="1110158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E165FCFE-EAC6-4559-2329-F151DE85380E}"/>
                </a:ext>
              </a:extLst>
            </p:cNvPr>
            <p:cNvGrpSpPr/>
            <p:nvPr/>
          </p:nvGrpSpPr>
          <p:grpSpPr>
            <a:xfrm>
              <a:off x="1376736" y="2208561"/>
              <a:ext cx="1874733" cy="1110158"/>
              <a:chOff x="986572" y="428136"/>
              <a:chExt cx="1874733" cy="1110158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AFCF44DB-EBCA-C55F-A687-AE2CEC49A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40A1DE68-1074-8305-8F26-029C59DE0B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B27EEFD7-4501-7794-1561-298C916AA7AB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/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5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C6BC431C-0F65-B916-E525-D8269AF18F83}"/>
                </a:ext>
              </a:extLst>
            </p:cNvPr>
            <p:cNvCxnSpPr>
              <a:stCxn id="42" idx="1"/>
              <a:endCxn id="42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65B7F2C-1ACE-4415-0F01-8435628C664C}"/>
                </a:ext>
              </a:extLst>
            </p:cNvPr>
            <p:cNvCxnSpPr>
              <a:stCxn id="42" idx="7"/>
              <a:endCxn id="42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5756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468</Words>
  <Application>Microsoft Office PowerPoint</Application>
  <PresentationFormat>Breitbild</PresentationFormat>
  <Paragraphs>403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24</cp:revision>
  <dcterms:created xsi:type="dcterms:W3CDTF">2025-06-24T11:29:39Z</dcterms:created>
  <dcterms:modified xsi:type="dcterms:W3CDTF">2025-08-09T13:59:10Z</dcterms:modified>
</cp:coreProperties>
</file>