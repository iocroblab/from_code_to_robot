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76" r:id="rId7"/>
    <p:sldId id="261" r:id="rId8"/>
    <p:sldId id="267" r:id="rId9"/>
    <p:sldId id="262" r:id="rId10"/>
    <p:sldId id="263" r:id="rId11"/>
    <p:sldId id="265" r:id="rId12"/>
    <p:sldId id="266" r:id="rId13"/>
    <p:sldId id="272" r:id="rId14"/>
    <p:sldId id="271" r:id="rId15"/>
    <p:sldId id="274" r:id="rId16"/>
    <p:sldId id="275" r:id="rId17"/>
    <p:sldId id="273" r:id="rId18"/>
    <p:sldId id="277" r:id="rId19"/>
    <p:sldId id="278" r:id="rId20"/>
    <p:sldId id="279" r:id="rId21"/>
    <p:sldId id="280" r:id="rId22"/>
    <p:sldId id="288" r:id="rId23"/>
    <p:sldId id="282" r:id="rId24"/>
    <p:sldId id="281" r:id="rId25"/>
    <p:sldId id="283" r:id="rId26"/>
    <p:sldId id="284" r:id="rId27"/>
    <p:sldId id="286" r:id="rId28"/>
    <p:sldId id="285" r:id="rId29"/>
    <p:sldId id="287" r:id="rId30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96DCF8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4926" y="1446"/>
      </p:cViewPr>
      <p:guideLst>
        <p:guide orient="horz" pos="67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C5A61-552C-42C3-9674-8FC1DC59153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98B5-E007-4C49-B5CE-40FC8635010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193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C5A61-552C-42C3-9674-8FC1DC59153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98B5-E007-4C49-B5CE-40FC8635010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181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C5A61-552C-42C3-9674-8FC1DC59153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98B5-E007-4C49-B5CE-40FC8635010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307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C5A61-552C-42C3-9674-8FC1DC59153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98B5-E007-4C49-B5CE-40FC8635010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898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C5A61-552C-42C3-9674-8FC1DC59153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98B5-E007-4C49-B5CE-40FC8635010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159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C5A61-552C-42C3-9674-8FC1DC59153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98B5-E007-4C49-B5CE-40FC8635010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950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C5A61-552C-42C3-9674-8FC1DC59153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98B5-E007-4C49-B5CE-40FC8635010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331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C5A61-552C-42C3-9674-8FC1DC59153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98B5-E007-4C49-B5CE-40FC8635010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3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C5A61-552C-42C3-9674-8FC1DC59153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98B5-E007-4C49-B5CE-40FC8635010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026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C5A61-552C-42C3-9674-8FC1DC59153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98B5-E007-4C49-B5CE-40FC8635010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327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C5A61-552C-42C3-9674-8FC1DC59153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98B5-E007-4C49-B5CE-40FC8635010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211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AC5A61-552C-42C3-9674-8FC1DC59153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7F98B5-E007-4C49-B5CE-40FC8635010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478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0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0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34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8.png"/><Relationship Id="rId18" Type="http://schemas.openxmlformats.org/officeDocument/2006/relationships/image" Target="../media/image63.png"/><Relationship Id="rId26" Type="http://schemas.openxmlformats.org/officeDocument/2006/relationships/image" Target="../media/image71.png"/><Relationship Id="rId21" Type="http://schemas.openxmlformats.org/officeDocument/2006/relationships/image" Target="../media/image66.png"/><Relationship Id="rId34" Type="http://schemas.openxmlformats.org/officeDocument/2006/relationships/image" Target="../media/image79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5" Type="http://schemas.openxmlformats.org/officeDocument/2006/relationships/image" Target="../media/image70.png"/><Relationship Id="rId33" Type="http://schemas.openxmlformats.org/officeDocument/2006/relationships/image" Target="../media/image78.png"/><Relationship Id="rId2" Type="http://schemas.openxmlformats.org/officeDocument/2006/relationships/image" Target="../media/image47.png"/><Relationship Id="rId16" Type="http://schemas.openxmlformats.org/officeDocument/2006/relationships/image" Target="../media/image61.png"/><Relationship Id="rId20" Type="http://schemas.openxmlformats.org/officeDocument/2006/relationships/image" Target="../media/image65.png"/><Relationship Id="rId29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24" Type="http://schemas.openxmlformats.org/officeDocument/2006/relationships/image" Target="../media/image69.png"/><Relationship Id="rId32" Type="http://schemas.openxmlformats.org/officeDocument/2006/relationships/image" Target="../media/image77.png"/><Relationship Id="rId37" Type="http://schemas.openxmlformats.org/officeDocument/2006/relationships/image" Target="../media/image82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23" Type="http://schemas.openxmlformats.org/officeDocument/2006/relationships/image" Target="../media/image68.png"/><Relationship Id="rId28" Type="http://schemas.openxmlformats.org/officeDocument/2006/relationships/image" Target="../media/image73.png"/><Relationship Id="rId36" Type="http://schemas.openxmlformats.org/officeDocument/2006/relationships/image" Target="../media/image81.png"/><Relationship Id="rId10" Type="http://schemas.openxmlformats.org/officeDocument/2006/relationships/image" Target="../media/image55.png"/><Relationship Id="rId19" Type="http://schemas.openxmlformats.org/officeDocument/2006/relationships/image" Target="../media/image64.png"/><Relationship Id="rId31" Type="http://schemas.openxmlformats.org/officeDocument/2006/relationships/image" Target="../media/image76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Relationship Id="rId22" Type="http://schemas.openxmlformats.org/officeDocument/2006/relationships/image" Target="../media/image67.png"/><Relationship Id="rId27" Type="http://schemas.openxmlformats.org/officeDocument/2006/relationships/image" Target="../media/image72.png"/><Relationship Id="rId30" Type="http://schemas.openxmlformats.org/officeDocument/2006/relationships/image" Target="../media/image75.png"/><Relationship Id="rId35" Type="http://schemas.openxmlformats.org/officeDocument/2006/relationships/image" Target="../media/image80.png"/><Relationship Id="rId8" Type="http://schemas.openxmlformats.org/officeDocument/2006/relationships/image" Target="../media/image53.png"/><Relationship Id="rId3" Type="http://schemas.openxmlformats.org/officeDocument/2006/relationships/image" Target="../media/image4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3" Type="http://schemas.openxmlformats.org/officeDocument/2006/relationships/image" Target="../media/image840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17" Type="http://schemas.openxmlformats.org/officeDocument/2006/relationships/image" Target="../media/image98.png"/><Relationship Id="rId2" Type="http://schemas.openxmlformats.org/officeDocument/2006/relationships/image" Target="../media/image830.png"/><Relationship Id="rId16" Type="http://schemas.openxmlformats.org/officeDocument/2006/relationships/image" Target="../media/image9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0.png"/><Relationship Id="rId11" Type="http://schemas.openxmlformats.org/officeDocument/2006/relationships/image" Target="../media/image92.png"/><Relationship Id="rId5" Type="http://schemas.openxmlformats.org/officeDocument/2006/relationships/image" Target="../media/image860.png"/><Relationship Id="rId15" Type="http://schemas.openxmlformats.org/officeDocument/2006/relationships/image" Target="../media/image96.png"/><Relationship Id="rId10" Type="http://schemas.openxmlformats.org/officeDocument/2006/relationships/image" Target="../media/image91.png"/><Relationship Id="rId4" Type="http://schemas.openxmlformats.org/officeDocument/2006/relationships/image" Target="../media/image850.png"/><Relationship Id="rId9" Type="http://schemas.openxmlformats.org/officeDocument/2006/relationships/image" Target="../media/image90.png"/><Relationship Id="rId14" Type="http://schemas.openxmlformats.org/officeDocument/2006/relationships/image" Target="../media/image9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9.png"/><Relationship Id="rId18" Type="http://schemas.openxmlformats.org/officeDocument/2006/relationships/image" Target="../media/image114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12" Type="http://schemas.openxmlformats.org/officeDocument/2006/relationships/image" Target="../media/image108.png"/><Relationship Id="rId17" Type="http://schemas.openxmlformats.org/officeDocument/2006/relationships/image" Target="../media/image113.png"/><Relationship Id="rId2" Type="http://schemas.openxmlformats.org/officeDocument/2006/relationships/image" Target="../media/image1.jpeg"/><Relationship Id="rId16" Type="http://schemas.openxmlformats.org/officeDocument/2006/relationships/image" Target="../media/image1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11" Type="http://schemas.openxmlformats.org/officeDocument/2006/relationships/image" Target="../media/image107.png"/><Relationship Id="rId5" Type="http://schemas.openxmlformats.org/officeDocument/2006/relationships/image" Target="../media/image101.png"/><Relationship Id="rId15" Type="http://schemas.openxmlformats.org/officeDocument/2006/relationships/image" Target="../media/image111.png"/><Relationship Id="rId10" Type="http://schemas.openxmlformats.org/officeDocument/2006/relationships/image" Target="../media/image106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Relationship Id="rId14" Type="http://schemas.openxmlformats.org/officeDocument/2006/relationships/image" Target="../media/image1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0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20.png"/><Relationship Id="rId4" Type="http://schemas.openxmlformats.org/officeDocument/2006/relationships/image" Target="../media/image10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2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9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0.png"/><Relationship Id="rId13" Type="http://schemas.openxmlformats.org/officeDocument/2006/relationships/image" Target="../media/image1140.png"/><Relationship Id="rId18" Type="http://schemas.openxmlformats.org/officeDocument/2006/relationships/image" Target="../media/image119.png"/><Relationship Id="rId3" Type="http://schemas.openxmlformats.org/officeDocument/2006/relationships/image" Target="../media/image1040.png"/><Relationship Id="rId21" Type="http://schemas.openxmlformats.org/officeDocument/2006/relationships/image" Target="../media/image122.png"/><Relationship Id="rId7" Type="http://schemas.openxmlformats.org/officeDocument/2006/relationships/image" Target="../media/image1080.png"/><Relationship Id="rId12" Type="http://schemas.openxmlformats.org/officeDocument/2006/relationships/image" Target="../media/image1130.png"/><Relationship Id="rId17" Type="http://schemas.openxmlformats.org/officeDocument/2006/relationships/image" Target="../media/image118.png"/><Relationship Id="rId2" Type="http://schemas.openxmlformats.org/officeDocument/2006/relationships/image" Target="../media/image1030.png"/><Relationship Id="rId16" Type="http://schemas.openxmlformats.org/officeDocument/2006/relationships/image" Target="../media/image117.png"/><Relationship Id="rId20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0.png"/><Relationship Id="rId11" Type="http://schemas.openxmlformats.org/officeDocument/2006/relationships/image" Target="../media/image1120.png"/><Relationship Id="rId5" Type="http://schemas.openxmlformats.org/officeDocument/2006/relationships/image" Target="../media/image1060.png"/><Relationship Id="rId15" Type="http://schemas.openxmlformats.org/officeDocument/2006/relationships/image" Target="../media/image116.png"/><Relationship Id="rId10" Type="http://schemas.openxmlformats.org/officeDocument/2006/relationships/image" Target="../media/image1110.png"/><Relationship Id="rId19" Type="http://schemas.openxmlformats.org/officeDocument/2006/relationships/image" Target="../media/image120.png"/><Relationship Id="rId4" Type="http://schemas.openxmlformats.org/officeDocument/2006/relationships/image" Target="../media/image1050.png"/><Relationship Id="rId9" Type="http://schemas.openxmlformats.org/officeDocument/2006/relationships/image" Target="../media/image1100.png"/><Relationship Id="rId14" Type="http://schemas.openxmlformats.org/officeDocument/2006/relationships/image" Target="../media/image1150.png"/><Relationship Id="rId22" Type="http://schemas.openxmlformats.org/officeDocument/2006/relationships/image" Target="../media/image1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0.png"/><Relationship Id="rId13" Type="http://schemas.openxmlformats.org/officeDocument/2006/relationships/image" Target="../media/image118.png"/><Relationship Id="rId18" Type="http://schemas.openxmlformats.org/officeDocument/2006/relationships/image" Target="../media/image127.png"/><Relationship Id="rId3" Type="http://schemas.openxmlformats.org/officeDocument/2006/relationships/image" Target="../media/image125.png"/><Relationship Id="rId7" Type="http://schemas.openxmlformats.org/officeDocument/2006/relationships/image" Target="../media/image1120.png"/><Relationship Id="rId12" Type="http://schemas.openxmlformats.org/officeDocument/2006/relationships/image" Target="../media/image117.png"/><Relationship Id="rId17" Type="http://schemas.openxmlformats.org/officeDocument/2006/relationships/image" Target="../media/image122.png"/><Relationship Id="rId2" Type="http://schemas.openxmlformats.org/officeDocument/2006/relationships/image" Target="../media/image124.png"/><Relationship Id="rId16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0.png"/><Relationship Id="rId11" Type="http://schemas.openxmlformats.org/officeDocument/2006/relationships/image" Target="../media/image116.png"/><Relationship Id="rId5" Type="http://schemas.openxmlformats.org/officeDocument/2006/relationships/image" Target="../media/image1100.png"/><Relationship Id="rId15" Type="http://schemas.openxmlformats.org/officeDocument/2006/relationships/image" Target="../media/image120.png"/><Relationship Id="rId10" Type="http://schemas.openxmlformats.org/officeDocument/2006/relationships/image" Target="../media/image1150.png"/><Relationship Id="rId4" Type="http://schemas.openxmlformats.org/officeDocument/2006/relationships/image" Target="../media/image1090.png"/><Relationship Id="rId9" Type="http://schemas.openxmlformats.org/officeDocument/2006/relationships/image" Target="../media/image1140.png"/><Relationship Id="rId14" Type="http://schemas.openxmlformats.org/officeDocument/2006/relationships/image" Target="../media/image1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7" Type="http://schemas.openxmlformats.org/officeDocument/2006/relationships/image" Target="../media/image138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140.png"/><Relationship Id="rId7" Type="http://schemas.openxmlformats.org/officeDocument/2006/relationships/image" Target="../media/image143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4" Type="http://schemas.openxmlformats.org/officeDocument/2006/relationships/image" Target="../media/image12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140.png"/><Relationship Id="rId7" Type="http://schemas.openxmlformats.org/officeDocument/2006/relationships/image" Target="../media/image143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5" Type="http://schemas.openxmlformats.org/officeDocument/2006/relationships/image" Target="../media/image141.png"/><Relationship Id="rId4" Type="http://schemas.openxmlformats.org/officeDocument/2006/relationships/image" Target="../media/image1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13" Type="http://schemas.openxmlformats.org/officeDocument/2006/relationships/image" Target="../media/image159.png"/><Relationship Id="rId3" Type="http://schemas.openxmlformats.org/officeDocument/2006/relationships/image" Target="../media/image149.png"/><Relationship Id="rId7" Type="http://schemas.openxmlformats.org/officeDocument/2006/relationships/image" Target="../media/image153.png"/><Relationship Id="rId12" Type="http://schemas.openxmlformats.org/officeDocument/2006/relationships/image" Target="../media/image158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.png"/><Relationship Id="rId11" Type="http://schemas.openxmlformats.org/officeDocument/2006/relationships/image" Target="../media/image157.png"/><Relationship Id="rId5" Type="http://schemas.openxmlformats.org/officeDocument/2006/relationships/image" Target="../media/image151.png"/><Relationship Id="rId10" Type="http://schemas.openxmlformats.org/officeDocument/2006/relationships/image" Target="../media/image156.png"/><Relationship Id="rId4" Type="http://schemas.openxmlformats.org/officeDocument/2006/relationships/image" Target="../media/image150.png"/><Relationship Id="rId9" Type="http://schemas.openxmlformats.org/officeDocument/2006/relationships/image" Target="../media/image15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13" Type="http://schemas.openxmlformats.org/officeDocument/2006/relationships/image" Target="../media/image171.png"/><Relationship Id="rId3" Type="http://schemas.openxmlformats.org/officeDocument/2006/relationships/image" Target="../media/image161.png"/><Relationship Id="rId7" Type="http://schemas.openxmlformats.org/officeDocument/2006/relationships/image" Target="../media/image165.png"/><Relationship Id="rId12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4.png"/><Relationship Id="rId11" Type="http://schemas.openxmlformats.org/officeDocument/2006/relationships/image" Target="../media/image169.png"/><Relationship Id="rId5" Type="http://schemas.openxmlformats.org/officeDocument/2006/relationships/image" Target="../media/image163.png"/><Relationship Id="rId10" Type="http://schemas.openxmlformats.org/officeDocument/2006/relationships/image" Target="../media/image168.png"/><Relationship Id="rId4" Type="http://schemas.openxmlformats.org/officeDocument/2006/relationships/image" Target="../media/image162.png"/><Relationship Id="rId9" Type="http://schemas.openxmlformats.org/officeDocument/2006/relationships/image" Target="../media/image167.png"/><Relationship Id="rId14" Type="http://schemas.openxmlformats.org/officeDocument/2006/relationships/image" Target="../media/image17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png"/><Relationship Id="rId13" Type="http://schemas.openxmlformats.org/officeDocument/2006/relationships/image" Target="../media/image184.png"/><Relationship Id="rId3" Type="http://schemas.openxmlformats.org/officeDocument/2006/relationships/image" Target="../media/image174.png"/><Relationship Id="rId7" Type="http://schemas.openxmlformats.org/officeDocument/2006/relationships/image" Target="../media/image178.png"/><Relationship Id="rId12" Type="http://schemas.openxmlformats.org/officeDocument/2006/relationships/image" Target="../media/image183.png"/><Relationship Id="rId2" Type="http://schemas.openxmlformats.org/officeDocument/2006/relationships/image" Target="../media/image173.png"/><Relationship Id="rId16" Type="http://schemas.openxmlformats.org/officeDocument/2006/relationships/image" Target="../media/image1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7.png"/><Relationship Id="rId11" Type="http://schemas.openxmlformats.org/officeDocument/2006/relationships/image" Target="../media/image182.png"/><Relationship Id="rId5" Type="http://schemas.openxmlformats.org/officeDocument/2006/relationships/image" Target="../media/image176.png"/><Relationship Id="rId15" Type="http://schemas.openxmlformats.org/officeDocument/2006/relationships/image" Target="../media/image186.png"/><Relationship Id="rId10" Type="http://schemas.openxmlformats.org/officeDocument/2006/relationships/image" Target="../media/image181.png"/><Relationship Id="rId4" Type="http://schemas.openxmlformats.org/officeDocument/2006/relationships/image" Target="../media/image175.png"/><Relationship Id="rId9" Type="http://schemas.openxmlformats.org/officeDocument/2006/relationships/image" Target="../media/image180.png"/><Relationship Id="rId14" Type="http://schemas.openxmlformats.org/officeDocument/2006/relationships/image" Target="../media/image18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13" Type="http://schemas.openxmlformats.org/officeDocument/2006/relationships/image" Target="../media/image199.png"/><Relationship Id="rId18" Type="http://schemas.openxmlformats.org/officeDocument/2006/relationships/image" Target="../media/image205.png"/><Relationship Id="rId3" Type="http://schemas.openxmlformats.org/officeDocument/2006/relationships/image" Target="../media/image189.png"/><Relationship Id="rId7" Type="http://schemas.openxmlformats.org/officeDocument/2006/relationships/image" Target="../media/image193.png"/><Relationship Id="rId12" Type="http://schemas.openxmlformats.org/officeDocument/2006/relationships/image" Target="../media/image198.png"/><Relationship Id="rId17" Type="http://schemas.openxmlformats.org/officeDocument/2006/relationships/image" Target="../media/image204.png"/><Relationship Id="rId2" Type="http://schemas.openxmlformats.org/officeDocument/2006/relationships/image" Target="../media/image188.png"/><Relationship Id="rId16" Type="http://schemas.openxmlformats.org/officeDocument/2006/relationships/image" Target="../media/image203.png"/><Relationship Id="rId20" Type="http://schemas.openxmlformats.org/officeDocument/2006/relationships/image" Target="../media/image2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2.png"/><Relationship Id="rId11" Type="http://schemas.openxmlformats.org/officeDocument/2006/relationships/image" Target="../media/image197.png"/><Relationship Id="rId5" Type="http://schemas.openxmlformats.org/officeDocument/2006/relationships/image" Target="../media/image191.png"/><Relationship Id="rId15" Type="http://schemas.openxmlformats.org/officeDocument/2006/relationships/image" Target="../media/image202.png"/><Relationship Id="rId10" Type="http://schemas.openxmlformats.org/officeDocument/2006/relationships/image" Target="../media/image196.png"/><Relationship Id="rId19" Type="http://schemas.openxmlformats.org/officeDocument/2006/relationships/image" Target="../media/image206.png"/><Relationship Id="rId4" Type="http://schemas.openxmlformats.org/officeDocument/2006/relationships/image" Target="../media/image190.png"/><Relationship Id="rId9" Type="http://schemas.openxmlformats.org/officeDocument/2006/relationships/image" Target="../media/image195.png"/><Relationship Id="rId14" Type="http://schemas.openxmlformats.org/officeDocument/2006/relationships/image" Target="../media/image20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png"/><Relationship Id="rId13" Type="http://schemas.openxmlformats.org/officeDocument/2006/relationships/image" Target="../media/image220.png"/><Relationship Id="rId3" Type="http://schemas.openxmlformats.org/officeDocument/2006/relationships/image" Target="../media/image209.png"/><Relationship Id="rId7" Type="http://schemas.openxmlformats.org/officeDocument/2006/relationships/image" Target="../media/image214.png"/><Relationship Id="rId12" Type="http://schemas.openxmlformats.org/officeDocument/2006/relationships/image" Target="../media/image219.png"/><Relationship Id="rId2" Type="http://schemas.openxmlformats.org/officeDocument/2006/relationships/image" Target="../media/image208.png"/><Relationship Id="rId16" Type="http://schemas.openxmlformats.org/officeDocument/2006/relationships/image" Target="../media/image2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3.png"/><Relationship Id="rId11" Type="http://schemas.openxmlformats.org/officeDocument/2006/relationships/image" Target="../media/image218.png"/><Relationship Id="rId5" Type="http://schemas.openxmlformats.org/officeDocument/2006/relationships/image" Target="../media/image212.png"/><Relationship Id="rId15" Type="http://schemas.openxmlformats.org/officeDocument/2006/relationships/image" Target="../media/image222.png"/><Relationship Id="rId10" Type="http://schemas.openxmlformats.org/officeDocument/2006/relationships/image" Target="../media/image217.png"/><Relationship Id="rId4" Type="http://schemas.openxmlformats.org/officeDocument/2006/relationships/image" Target="../media/image211.png"/><Relationship Id="rId9" Type="http://schemas.openxmlformats.org/officeDocument/2006/relationships/image" Target="../media/image216.png"/><Relationship Id="rId14" Type="http://schemas.openxmlformats.org/officeDocument/2006/relationships/image" Target="../media/image22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0.png"/><Relationship Id="rId3" Type="http://schemas.openxmlformats.org/officeDocument/2006/relationships/image" Target="../media/image2090.png"/><Relationship Id="rId7" Type="http://schemas.openxmlformats.org/officeDocument/2006/relationships/image" Target="../media/image2140.png"/><Relationship Id="rId2" Type="http://schemas.openxmlformats.org/officeDocument/2006/relationships/image" Target="../media/image20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30.png"/><Relationship Id="rId5" Type="http://schemas.openxmlformats.org/officeDocument/2006/relationships/image" Target="../media/image2120.png"/><Relationship Id="rId10" Type="http://schemas.openxmlformats.org/officeDocument/2006/relationships/image" Target="../media/image2170.png"/><Relationship Id="rId4" Type="http://schemas.openxmlformats.org/officeDocument/2006/relationships/image" Target="../media/image2110.png"/><Relationship Id="rId9" Type="http://schemas.openxmlformats.org/officeDocument/2006/relationships/image" Target="../media/image216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png"/><Relationship Id="rId3" Type="http://schemas.openxmlformats.org/officeDocument/2006/relationships/image" Target="../media/image2190.png"/><Relationship Id="rId7" Type="http://schemas.openxmlformats.org/officeDocument/2006/relationships/image" Target="../media/image2230.png"/><Relationship Id="rId2" Type="http://schemas.openxmlformats.org/officeDocument/2006/relationships/image" Target="../media/image2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20.png"/><Relationship Id="rId5" Type="http://schemas.openxmlformats.org/officeDocument/2006/relationships/image" Target="../media/image2210.png"/><Relationship Id="rId10" Type="http://schemas.openxmlformats.org/officeDocument/2006/relationships/image" Target="../media/image226.png"/><Relationship Id="rId4" Type="http://schemas.openxmlformats.org/officeDocument/2006/relationships/image" Target="../media/image2200.png"/><Relationship Id="rId9" Type="http://schemas.openxmlformats.org/officeDocument/2006/relationships/image" Target="../media/image22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png"/><Relationship Id="rId3" Type="http://schemas.openxmlformats.org/officeDocument/2006/relationships/image" Target="../media/image2190.png"/><Relationship Id="rId7" Type="http://schemas.openxmlformats.org/officeDocument/2006/relationships/image" Target="../media/image2230.png"/><Relationship Id="rId2" Type="http://schemas.openxmlformats.org/officeDocument/2006/relationships/image" Target="../media/image2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20.png"/><Relationship Id="rId11" Type="http://schemas.openxmlformats.org/officeDocument/2006/relationships/image" Target="../media/image230.png"/><Relationship Id="rId5" Type="http://schemas.openxmlformats.org/officeDocument/2006/relationships/image" Target="../media/image2210.png"/><Relationship Id="rId10" Type="http://schemas.openxmlformats.org/officeDocument/2006/relationships/image" Target="../media/image229.png"/><Relationship Id="rId4" Type="http://schemas.openxmlformats.org/officeDocument/2006/relationships/image" Target="../media/image2200.png"/><Relationship Id="rId9" Type="http://schemas.openxmlformats.org/officeDocument/2006/relationships/image" Target="../media/image22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png"/><Relationship Id="rId3" Type="http://schemas.openxmlformats.org/officeDocument/2006/relationships/image" Target="../media/image232.png"/><Relationship Id="rId7" Type="http://schemas.openxmlformats.org/officeDocument/2006/relationships/image" Target="../media/image236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.png"/><Relationship Id="rId5" Type="http://schemas.openxmlformats.org/officeDocument/2006/relationships/image" Target="../media/image234.png"/><Relationship Id="rId4" Type="http://schemas.openxmlformats.org/officeDocument/2006/relationships/image" Target="../media/image23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3" Type="http://schemas.openxmlformats.org/officeDocument/2006/relationships/image" Target="../media/image232.png"/><Relationship Id="rId7" Type="http://schemas.openxmlformats.org/officeDocument/2006/relationships/image" Target="../media/image239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8.png"/><Relationship Id="rId5" Type="http://schemas.openxmlformats.org/officeDocument/2006/relationships/image" Target="../media/image234.png"/><Relationship Id="rId4" Type="http://schemas.openxmlformats.org/officeDocument/2006/relationships/image" Target="../media/image23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8.png"/><Relationship Id="rId3" Type="http://schemas.openxmlformats.org/officeDocument/2006/relationships/image" Target="../media/image243.png"/><Relationship Id="rId7" Type="http://schemas.openxmlformats.org/officeDocument/2006/relationships/image" Target="../media/image247.png"/><Relationship Id="rId12" Type="http://schemas.openxmlformats.org/officeDocument/2006/relationships/image" Target="../media/image252.png"/><Relationship Id="rId2" Type="http://schemas.openxmlformats.org/officeDocument/2006/relationships/image" Target="../media/image2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6.png"/><Relationship Id="rId11" Type="http://schemas.openxmlformats.org/officeDocument/2006/relationships/image" Target="../media/image251.png"/><Relationship Id="rId5" Type="http://schemas.openxmlformats.org/officeDocument/2006/relationships/image" Target="../media/image245.png"/><Relationship Id="rId10" Type="http://schemas.openxmlformats.org/officeDocument/2006/relationships/image" Target="../media/image250.png"/><Relationship Id="rId4" Type="http://schemas.openxmlformats.org/officeDocument/2006/relationships/image" Target="../media/image244.png"/><Relationship Id="rId9" Type="http://schemas.openxmlformats.org/officeDocument/2006/relationships/image" Target="../media/image24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png"/><Relationship Id="rId3" Type="http://schemas.openxmlformats.org/officeDocument/2006/relationships/image" Target="../media/image254.png"/><Relationship Id="rId7" Type="http://schemas.openxmlformats.org/officeDocument/2006/relationships/image" Target="../media/image258.png"/><Relationship Id="rId2" Type="http://schemas.openxmlformats.org/officeDocument/2006/relationships/image" Target="../media/image2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7.png"/><Relationship Id="rId5" Type="http://schemas.openxmlformats.org/officeDocument/2006/relationships/image" Target="../media/image256.png"/><Relationship Id="rId4" Type="http://schemas.openxmlformats.org/officeDocument/2006/relationships/image" Target="../media/image2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Zylinder 122">
            <a:extLst>
              <a:ext uri="{FF2B5EF4-FFF2-40B4-BE49-F238E27FC236}">
                <a16:creationId xmlns:a16="http://schemas.microsoft.com/office/drawing/2014/main" id="{CBF02764-9737-1E05-5415-565BF38155D8}"/>
              </a:ext>
            </a:extLst>
          </p:cNvPr>
          <p:cNvSpPr/>
          <p:nvPr/>
        </p:nvSpPr>
        <p:spPr>
          <a:xfrm>
            <a:off x="988332" y="9011220"/>
            <a:ext cx="1284696" cy="889568"/>
          </a:xfrm>
          <a:prstGeom prst="ca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Würfel 123">
            <a:extLst>
              <a:ext uri="{FF2B5EF4-FFF2-40B4-BE49-F238E27FC236}">
                <a16:creationId xmlns:a16="http://schemas.microsoft.com/office/drawing/2014/main" id="{04D6890C-0C5A-47CC-C7BA-AFE783E9F95B}"/>
              </a:ext>
            </a:extLst>
          </p:cNvPr>
          <p:cNvSpPr/>
          <p:nvPr/>
        </p:nvSpPr>
        <p:spPr>
          <a:xfrm flipH="1">
            <a:off x="1413302" y="8338753"/>
            <a:ext cx="404023" cy="834235"/>
          </a:xfrm>
          <a:prstGeom prst="cube">
            <a:avLst>
              <a:gd name="adj" fmla="val 17858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A733B518-DF60-7F2A-8EB9-872D5E5AEBC3}"/>
              </a:ext>
            </a:extLst>
          </p:cNvPr>
          <p:cNvSpPr/>
          <p:nvPr/>
        </p:nvSpPr>
        <p:spPr>
          <a:xfrm>
            <a:off x="5186796" y="8049490"/>
            <a:ext cx="519547" cy="5195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ylinder 3">
            <a:extLst>
              <a:ext uri="{FF2B5EF4-FFF2-40B4-BE49-F238E27FC236}">
                <a16:creationId xmlns:a16="http://schemas.microsoft.com/office/drawing/2014/main" id="{E2B37896-680D-305F-F309-8EB729150505}"/>
              </a:ext>
            </a:extLst>
          </p:cNvPr>
          <p:cNvSpPr/>
          <p:nvPr/>
        </p:nvSpPr>
        <p:spPr>
          <a:xfrm rot="16200000">
            <a:off x="1421154" y="7847929"/>
            <a:ext cx="342393" cy="855982"/>
          </a:xfrm>
          <a:prstGeom prst="ca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Würfel 6">
            <a:extLst>
              <a:ext uri="{FF2B5EF4-FFF2-40B4-BE49-F238E27FC236}">
                <a16:creationId xmlns:a16="http://schemas.microsoft.com/office/drawing/2014/main" id="{7783CC95-3B0E-2EBC-3759-89C5EF63403D}"/>
              </a:ext>
            </a:extLst>
          </p:cNvPr>
          <p:cNvSpPr/>
          <p:nvPr/>
        </p:nvSpPr>
        <p:spPr>
          <a:xfrm flipH="1">
            <a:off x="1421153" y="6214716"/>
            <a:ext cx="404023" cy="1972182"/>
          </a:xfrm>
          <a:prstGeom prst="cube">
            <a:avLst>
              <a:gd name="adj" fmla="val 17858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Zylinder 7">
            <a:extLst>
              <a:ext uri="{FF2B5EF4-FFF2-40B4-BE49-F238E27FC236}">
                <a16:creationId xmlns:a16="http://schemas.microsoft.com/office/drawing/2014/main" id="{E5676AC1-EC7E-2CE8-D48C-B6A55B3DF2E7}"/>
              </a:ext>
            </a:extLst>
          </p:cNvPr>
          <p:cNvSpPr/>
          <p:nvPr/>
        </p:nvSpPr>
        <p:spPr>
          <a:xfrm rot="16200000">
            <a:off x="1421154" y="5697703"/>
            <a:ext cx="342393" cy="855982"/>
          </a:xfrm>
          <a:prstGeom prst="ca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Würfel 8">
            <a:extLst>
              <a:ext uri="{FF2B5EF4-FFF2-40B4-BE49-F238E27FC236}">
                <a16:creationId xmlns:a16="http://schemas.microsoft.com/office/drawing/2014/main" id="{D5D370D3-7F65-F532-DAB8-332320913891}"/>
              </a:ext>
            </a:extLst>
          </p:cNvPr>
          <p:cNvSpPr/>
          <p:nvPr/>
        </p:nvSpPr>
        <p:spPr>
          <a:xfrm flipH="1">
            <a:off x="1421153" y="4064490"/>
            <a:ext cx="404023" cy="1972182"/>
          </a:xfrm>
          <a:prstGeom prst="cube">
            <a:avLst>
              <a:gd name="adj" fmla="val 17858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Würfel 10">
            <a:extLst>
              <a:ext uri="{FF2B5EF4-FFF2-40B4-BE49-F238E27FC236}">
                <a16:creationId xmlns:a16="http://schemas.microsoft.com/office/drawing/2014/main" id="{2F9BFD56-A899-679C-E669-A5D098F16869}"/>
              </a:ext>
            </a:extLst>
          </p:cNvPr>
          <p:cNvSpPr/>
          <p:nvPr/>
        </p:nvSpPr>
        <p:spPr>
          <a:xfrm flipH="1">
            <a:off x="2496307" y="3309289"/>
            <a:ext cx="1028700" cy="349041"/>
          </a:xfrm>
          <a:prstGeom prst="cube">
            <a:avLst>
              <a:gd name="adj" fmla="val 46034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Würfel 11">
            <a:extLst>
              <a:ext uri="{FF2B5EF4-FFF2-40B4-BE49-F238E27FC236}">
                <a16:creationId xmlns:a16="http://schemas.microsoft.com/office/drawing/2014/main" id="{C348AD00-8FDD-9434-7A52-9EB6400A8419}"/>
              </a:ext>
            </a:extLst>
          </p:cNvPr>
          <p:cNvSpPr/>
          <p:nvPr/>
        </p:nvSpPr>
        <p:spPr>
          <a:xfrm flipH="1">
            <a:off x="3239257" y="2478709"/>
            <a:ext cx="285750" cy="986790"/>
          </a:xfrm>
          <a:prstGeom prst="cube">
            <a:avLst>
              <a:gd name="adj" fmla="val 58333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Würfel 12">
            <a:extLst>
              <a:ext uri="{FF2B5EF4-FFF2-40B4-BE49-F238E27FC236}">
                <a16:creationId xmlns:a16="http://schemas.microsoft.com/office/drawing/2014/main" id="{A6F9F139-59F9-5BB9-ECD4-C67643840283}"/>
              </a:ext>
            </a:extLst>
          </p:cNvPr>
          <p:cNvSpPr/>
          <p:nvPr/>
        </p:nvSpPr>
        <p:spPr>
          <a:xfrm flipH="1">
            <a:off x="2496307" y="2478708"/>
            <a:ext cx="285750" cy="986790"/>
          </a:xfrm>
          <a:prstGeom prst="cube">
            <a:avLst>
              <a:gd name="adj" fmla="val 58333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42031856-FB71-8CCD-E039-D051508A75B0}"/>
              </a:ext>
            </a:extLst>
          </p:cNvPr>
          <p:cNvGrpSpPr/>
          <p:nvPr/>
        </p:nvGrpSpPr>
        <p:grpSpPr>
          <a:xfrm rot="5400000" flipH="1">
            <a:off x="2668125" y="2472152"/>
            <a:ext cx="1259457" cy="939991"/>
            <a:chOff x="1406653" y="1006295"/>
            <a:chExt cx="2220841" cy="1531975"/>
          </a:xfrm>
        </p:grpSpPr>
        <p:cxnSp>
          <p:nvCxnSpPr>
            <p:cNvPr id="39" name="Gerade Verbindung mit Pfeil 38">
              <a:extLst>
                <a:ext uri="{FF2B5EF4-FFF2-40B4-BE49-F238E27FC236}">
                  <a16:creationId xmlns:a16="http://schemas.microsoft.com/office/drawing/2014/main" id="{84827A1F-9C3A-C500-757C-28438B71B032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299187" y="1688612"/>
              <a:ext cx="0" cy="1133814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 Verbindung mit Pfeil 39">
              <a:extLst>
                <a:ext uri="{FF2B5EF4-FFF2-40B4-BE49-F238E27FC236}">
                  <a16:creationId xmlns:a16="http://schemas.microsoft.com/office/drawing/2014/main" id="{8118D0F6-6CDA-177A-E5B8-43C5ABC897E5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318783" y="1842021"/>
              <a:ext cx="82699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 Verbindung mit Pfeil 40">
              <a:extLst>
                <a:ext uri="{FF2B5EF4-FFF2-40B4-BE49-F238E27FC236}">
                  <a16:creationId xmlns:a16="http://schemas.microsoft.com/office/drawing/2014/main" id="{EEB5874D-1916-F9BB-C201-71B37EE7DE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2280" y="1718886"/>
              <a:ext cx="611844" cy="536633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C82AEEC4-9558-58C7-4D7F-E91E84119EE9}"/>
                </a:ext>
              </a:extLst>
            </p:cNvPr>
            <p:cNvSpPr txBox="1"/>
            <p:nvPr/>
          </p:nvSpPr>
          <p:spPr>
            <a:xfrm rot="5400000">
              <a:off x="1507841" y="905107"/>
              <a:ext cx="448879" cy="6512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X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feld 42">
                  <a:extLst>
                    <a:ext uri="{FF2B5EF4-FFF2-40B4-BE49-F238E27FC236}">
                      <a16:creationId xmlns:a16="http://schemas.microsoft.com/office/drawing/2014/main" id="{9DFDABF4-1EE1-C667-C930-2F039F736E32}"/>
                    </a:ext>
                  </a:extLst>
                </p:cNvPr>
                <p:cNvSpPr txBox="1"/>
                <p:nvPr/>
              </p:nvSpPr>
              <p:spPr>
                <a:xfrm rot="5400000">
                  <a:off x="3019115" y="1929891"/>
                  <a:ext cx="565503" cy="6512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dirty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dirty="0">
                                <a:latin typeface="Cambria Math" panose="02040503050406030204" pitchFamily="18" charset="0"/>
                              </a:rPr>
                              <m:t>Tool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43" name="Textfeld 42">
                  <a:extLst>
                    <a:ext uri="{FF2B5EF4-FFF2-40B4-BE49-F238E27FC236}">
                      <a16:creationId xmlns:a16="http://schemas.microsoft.com/office/drawing/2014/main" id="{9DFDABF4-1EE1-C667-C930-2F039F736E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3019115" y="1929891"/>
                  <a:ext cx="565503" cy="651255"/>
                </a:xfrm>
                <a:prstGeom prst="rect">
                  <a:avLst/>
                </a:prstGeom>
                <a:blipFill>
                  <a:blip r:embed="rId2"/>
                  <a:stretch>
                    <a:fillRect r="-84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0C23102B-A3BC-EF79-C337-DA9EAE3BF383}"/>
                </a:ext>
              </a:extLst>
            </p:cNvPr>
            <p:cNvSpPr txBox="1"/>
            <p:nvPr/>
          </p:nvSpPr>
          <p:spPr>
            <a:xfrm rot="5400000">
              <a:off x="2297830" y="1237354"/>
              <a:ext cx="488817" cy="6512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Y</a:t>
              </a:r>
            </a:p>
          </p:txBody>
        </p:sp>
      </p:grp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057F31F1-2B64-D540-5CAC-9C40FFF8CD0B}"/>
              </a:ext>
            </a:extLst>
          </p:cNvPr>
          <p:cNvGrpSpPr/>
          <p:nvPr/>
        </p:nvGrpSpPr>
        <p:grpSpPr>
          <a:xfrm>
            <a:off x="567064" y="7430696"/>
            <a:ext cx="2170040" cy="1036105"/>
            <a:chOff x="2981773" y="6037979"/>
            <a:chExt cx="2170040" cy="1036105"/>
          </a:xfrm>
        </p:grpSpPr>
        <p:cxnSp>
          <p:nvCxnSpPr>
            <p:cNvPr id="22" name="Gerade Verbindung mit Pfeil 21">
              <a:extLst>
                <a:ext uri="{FF2B5EF4-FFF2-40B4-BE49-F238E27FC236}">
                  <a16:creationId xmlns:a16="http://schemas.microsoft.com/office/drawing/2014/main" id="{1C61DB60-FADD-C036-5E40-5E548BF1C8B7}"/>
                </a:ext>
              </a:extLst>
            </p:cNvPr>
            <p:cNvCxnSpPr>
              <a:cxnSpLocks/>
              <a:endCxn id="24" idx="2"/>
            </p:cNvCxnSpPr>
            <p:nvPr/>
          </p:nvCxnSpPr>
          <p:spPr>
            <a:xfrm flipV="1">
              <a:off x="4045389" y="6407311"/>
              <a:ext cx="1" cy="48210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 Verbindung mit Pfeil 22">
              <a:extLst>
                <a:ext uri="{FF2B5EF4-FFF2-40B4-BE49-F238E27FC236}">
                  <a16:creationId xmlns:a16="http://schemas.microsoft.com/office/drawing/2014/main" id="{F0BCFD08-B672-A7C8-FA5A-4976B6212D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98407" y="6560150"/>
              <a:ext cx="346982" cy="329268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feld 23">
                  <a:extLst>
                    <a:ext uri="{FF2B5EF4-FFF2-40B4-BE49-F238E27FC236}">
                      <a16:creationId xmlns:a16="http://schemas.microsoft.com/office/drawing/2014/main" id="{26400A67-7684-8DF8-8D30-D4315543A21D}"/>
                    </a:ext>
                  </a:extLst>
                </p:cNvPr>
                <p:cNvSpPr txBox="1"/>
                <p:nvPr/>
              </p:nvSpPr>
              <p:spPr>
                <a:xfrm flipH="1">
                  <a:off x="3907678" y="6037979"/>
                  <a:ext cx="2754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24" name="Textfeld 23">
                  <a:extLst>
                    <a:ext uri="{FF2B5EF4-FFF2-40B4-BE49-F238E27FC236}">
                      <a16:creationId xmlns:a16="http://schemas.microsoft.com/office/drawing/2014/main" id="{26400A67-7684-8DF8-8D30-D4315543A2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907678" y="6037979"/>
                  <a:ext cx="275424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4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50BD2AE8-C582-8F02-0B6F-C0414EB09521}"/>
                    </a:ext>
                  </a:extLst>
                </p:cNvPr>
                <p:cNvSpPr txBox="1"/>
                <p:nvPr/>
              </p:nvSpPr>
              <p:spPr>
                <a:xfrm flipH="1">
                  <a:off x="2981773" y="6704752"/>
                  <a:ext cx="3469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dirty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de-DE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50BD2AE8-C582-8F02-0B6F-C0414EB095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981773" y="6704752"/>
                  <a:ext cx="346982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70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feld 25">
                  <a:extLst>
                    <a:ext uri="{FF2B5EF4-FFF2-40B4-BE49-F238E27FC236}">
                      <a16:creationId xmlns:a16="http://schemas.microsoft.com/office/drawing/2014/main" id="{36EF7F29-6C1F-293B-1E36-1CED7443633C}"/>
                    </a:ext>
                  </a:extLst>
                </p:cNvPr>
                <p:cNvSpPr txBox="1"/>
                <p:nvPr/>
              </p:nvSpPr>
              <p:spPr>
                <a:xfrm flipH="1">
                  <a:off x="3448341" y="6242902"/>
                  <a:ext cx="22470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26" name="Textfeld 25">
                  <a:extLst>
                    <a:ext uri="{FF2B5EF4-FFF2-40B4-BE49-F238E27FC236}">
                      <a16:creationId xmlns:a16="http://schemas.microsoft.com/office/drawing/2014/main" id="{36EF7F29-6C1F-293B-1E36-1CED744363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448341" y="6242902"/>
                  <a:ext cx="22470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63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F76EF768-CBFD-0A2B-4886-652B1A4D7AC3}"/>
                </a:ext>
              </a:extLst>
            </p:cNvPr>
            <p:cNvCxnSpPr>
              <a:cxnSpLocks/>
            </p:cNvCxnSpPr>
            <p:nvPr/>
          </p:nvCxnSpPr>
          <p:spPr>
            <a:xfrm>
              <a:off x="4045389" y="6889418"/>
              <a:ext cx="1106424" cy="0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mit Pfeil 20">
              <a:extLst>
                <a:ext uri="{FF2B5EF4-FFF2-40B4-BE49-F238E27FC236}">
                  <a16:creationId xmlns:a16="http://schemas.microsoft.com/office/drawing/2014/main" id="{AA4267AA-E9FF-6304-6EFD-D436C58EFE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28755" y="6889418"/>
              <a:ext cx="786045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06B908BA-DFD4-EF3A-A53B-935063754312}"/>
              </a:ext>
            </a:extLst>
          </p:cNvPr>
          <p:cNvGrpSpPr/>
          <p:nvPr/>
        </p:nvGrpSpPr>
        <p:grpSpPr>
          <a:xfrm>
            <a:off x="3881764" y="4485131"/>
            <a:ext cx="2855147" cy="1551541"/>
            <a:chOff x="2981773" y="6037979"/>
            <a:chExt cx="2855147" cy="1551541"/>
          </a:xfrm>
        </p:grpSpPr>
        <p:cxnSp>
          <p:nvCxnSpPr>
            <p:cNvPr id="87" name="Gerade Verbindung mit Pfeil 86">
              <a:extLst>
                <a:ext uri="{FF2B5EF4-FFF2-40B4-BE49-F238E27FC236}">
                  <a16:creationId xmlns:a16="http://schemas.microsoft.com/office/drawing/2014/main" id="{E0F12E0C-3C7B-8295-4515-FE70D4ACD4DF}"/>
                </a:ext>
              </a:extLst>
            </p:cNvPr>
            <p:cNvCxnSpPr>
              <a:cxnSpLocks/>
              <a:endCxn id="89" idx="2"/>
            </p:cNvCxnSpPr>
            <p:nvPr/>
          </p:nvCxnSpPr>
          <p:spPr>
            <a:xfrm flipV="1">
              <a:off x="4045389" y="6407311"/>
              <a:ext cx="1" cy="48210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Gerade Verbindung mit Pfeil 87">
              <a:extLst>
                <a:ext uri="{FF2B5EF4-FFF2-40B4-BE49-F238E27FC236}">
                  <a16:creationId xmlns:a16="http://schemas.microsoft.com/office/drawing/2014/main" id="{7BC12381-FC07-1198-95CA-F874B9F020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98407" y="6560150"/>
              <a:ext cx="346982" cy="329268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feld 88">
                  <a:extLst>
                    <a:ext uri="{FF2B5EF4-FFF2-40B4-BE49-F238E27FC236}">
                      <a16:creationId xmlns:a16="http://schemas.microsoft.com/office/drawing/2014/main" id="{2763FB27-F005-82E9-2570-AA88BEBDBD2E}"/>
                    </a:ext>
                  </a:extLst>
                </p:cNvPr>
                <p:cNvSpPr txBox="1"/>
                <p:nvPr/>
              </p:nvSpPr>
              <p:spPr>
                <a:xfrm flipH="1">
                  <a:off x="3907678" y="6037979"/>
                  <a:ext cx="2754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89" name="Textfeld 88">
                  <a:extLst>
                    <a:ext uri="{FF2B5EF4-FFF2-40B4-BE49-F238E27FC236}">
                      <a16:creationId xmlns:a16="http://schemas.microsoft.com/office/drawing/2014/main" id="{2763FB27-F005-82E9-2570-AA88BEBDBD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907678" y="6037979"/>
                  <a:ext cx="275424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4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feld 89">
                  <a:extLst>
                    <a:ext uri="{FF2B5EF4-FFF2-40B4-BE49-F238E27FC236}">
                      <a16:creationId xmlns:a16="http://schemas.microsoft.com/office/drawing/2014/main" id="{7CB1DFC7-8113-EBFF-A564-01C9D33007F3}"/>
                    </a:ext>
                  </a:extLst>
                </p:cNvPr>
                <p:cNvSpPr txBox="1"/>
                <p:nvPr/>
              </p:nvSpPr>
              <p:spPr>
                <a:xfrm flipH="1">
                  <a:off x="2981773" y="6704752"/>
                  <a:ext cx="3469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dirty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de-DE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90" name="Textfeld 89">
                  <a:extLst>
                    <a:ext uri="{FF2B5EF4-FFF2-40B4-BE49-F238E27FC236}">
                      <a16:creationId xmlns:a16="http://schemas.microsoft.com/office/drawing/2014/main" id="{7CB1DFC7-8113-EBFF-A564-01C9D33007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981773" y="6704752"/>
                  <a:ext cx="346982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feld 90">
                  <a:extLst>
                    <a:ext uri="{FF2B5EF4-FFF2-40B4-BE49-F238E27FC236}">
                      <a16:creationId xmlns:a16="http://schemas.microsoft.com/office/drawing/2014/main" id="{3910AAFE-94A8-5E92-2024-028DB03BE5CE}"/>
                    </a:ext>
                  </a:extLst>
                </p:cNvPr>
                <p:cNvSpPr txBox="1"/>
                <p:nvPr/>
              </p:nvSpPr>
              <p:spPr>
                <a:xfrm flipH="1">
                  <a:off x="3448341" y="6242902"/>
                  <a:ext cx="22470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91" name="Textfeld 90">
                  <a:extLst>
                    <a:ext uri="{FF2B5EF4-FFF2-40B4-BE49-F238E27FC236}">
                      <a16:creationId xmlns:a16="http://schemas.microsoft.com/office/drawing/2014/main" id="{3910AAFE-94A8-5E92-2024-028DB03BE5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448341" y="6242902"/>
                  <a:ext cx="224707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621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2" name="Gerader Verbinder 91">
              <a:extLst>
                <a:ext uri="{FF2B5EF4-FFF2-40B4-BE49-F238E27FC236}">
                  <a16:creationId xmlns:a16="http://schemas.microsoft.com/office/drawing/2014/main" id="{7DB5ED4E-7913-CC60-CC7A-98E9B4414F7A}"/>
                </a:ext>
              </a:extLst>
            </p:cNvPr>
            <p:cNvCxnSpPr>
              <a:cxnSpLocks/>
            </p:cNvCxnSpPr>
            <p:nvPr/>
          </p:nvCxnSpPr>
          <p:spPr>
            <a:xfrm>
              <a:off x="4045389" y="6889418"/>
              <a:ext cx="1791531" cy="0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Gerader Verbinder 92">
              <a:extLst>
                <a:ext uri="{FF2B5EF4-FFF2-40B4-BE49-F238E27FC236}">
                  <a16:creationId xmlns:a16="http://schemas.microsoft.com/office/drawing/2014/main" id="{630AAAF6-CAFC-1B97-B58C-5BA3CED2DF82}"/>
                </a:ext>
              </a:extLst>
            </p:cNvPr>
            <p:cNvCxnSpPr>
              <a:cxnSpLocks/>
            </p:cNvCxnSpPr>
            <p:nvPr/>
          </p:nvCxnSpPr>
          <p:spPr>
            <a:xfrm>
              <a:off x="4045389" y="6889418"/>
              <a:ext cx="0" cy="700102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Gerade Verbindung mit Pfeil 93">
              <a:extLst>
                <a:ext uri="{FF2B5EF4-FFF2-40B4-BE49-F238E27FC236}">
                  <a16:creationId xmlns:a16="http://schemas.microsoft.com/office/drawing/2014/main" id="{BEA89787-57A9-E37E-A31F-5DB5C176E9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28755" y="6889418"/>
              <a:ext cx="786045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2FF09B91-206A-0F02-F517-B113979E0CC7}"/>
              </a:ext>
            </a:extLst>
          </p:cNvPr>
          <p:cNvGrpSpPr/>
          <p:nvPr/>
        </p:nvGrpSpPr>
        <p:grpSpPr>
          <a:xfrm>
            <a:off x="567064" y="5275234"/>
            <a:ext cx="2170040" cy="1036105"/>
            <a:chOff x="2981773" y="6037979"/>
            <a:chExt cx="2170040" cy="1036105"/>
          </a:xfrm>
        </p:grpSpPr>
        <p:cxnSp>
          <p:nvCxnSpPr>
            <p:cNvPr id="98" name="Gerade Verbindung mit Pfeil 97">
              <a:extLst>
                <a:ext uri="{FF2B5EF4-FFF2-40B4-BE49-F238E27FC236}">
                  <a16:creationId xmlns:a16="http://schemas.microsoft.com/office/drawing/2014/main" id="{076B0058-223B-94F1-C0C1-EDE04F4DBD9B}"/>
                </a:ext>
              </a:extLst>
            </p:cNvPr>
            <p:cNvCxnSpPr>
              <a:cxnSpLocks/>
              <a:endCxn id="100" idx="2"/>
            </p:cNvCxnSpPr>
            <p:nvPr/>
          </p:nvCxnSpPr>
          <p:spPr>
            <a:xfrm flipV="1">
              <a:off x="4045389" y="6407311"/>
              <a:ext cx="1" cy="48210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Gerade Verbindung mit Pfeil 98">
              <a:extLst>
                <a:ext uri="{FF2B5EF4-FFF2-40B4-BE49-F238E27FC236}">
                  <a16:creationId xmlns:a16="http://schemas.microsoft.com/office/drawing/2014/main" id="{149BE14D-F8CE-D611-E1D1-39013940AA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98407" y="6560150"/>
              <a:ext cx="346982" cy="329268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feld 99">
                  <a:extLst>
                    <a:ext uri="{FF2B5EF4-FFF2-40B4-BE49-F238E27FC236}">
                      <a16:creationId xmlns:a16="http://schemas.microsoft.com/office/drawing/2014/main" id="{0899677E-1740-3E53-B574-015C6BC0E643}"/>
                    </a:ext>
                  </a:extLst>
                </p:cNvPr>
                <p:cNvSpPr txBox="1"/>
                <p:nvPr/>
              </p:nvSpPr>
              <p:spPr>
                <a:xfrm flipH="1">
                  <a:off x="3907678" y="6037979"/>
                  <a:ext cx="2754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00" name="Textfeld 99">
                  <a:extLst>
                    <a:ext uri="{FF2B5EF4-FFF2-40B4-BE49-F238E27FC236}">
                      <a16:creationId xmlns:a16="http://schemas.microsoft.com/office/drawing/2014/main" id="{0899677E-1740-3E53-B574-015C6BC0E6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907678" y="6037979"/>
                  <a:ext cx="275424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3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feld 100">
                  <a:extLst>
                    <a:ext uri="{FF2B5EF4-FFF2-40B4-BE49-F238E27FC236}">
                      <a16:creationId xmlns:a16="http://schemas.microsoft.com/office/drawing/2014/main" id="{F9DC249A-9650-F302-353E-132DDB4A37D8}"/>
                    </a:ext>
                  </a:extLst>
                </p:cNvPr>
                <p:cNvSpPr txBox="1"/>
                <p:nvPr/>
              </p:nvSpPr>
              <p:spPr>
                <a:xfrm flipH="1">
                  <a:off x="2981773" y="6704752"/>
                  <a:ext cx="3469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dirty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01" name="Textfeld 100">
                  <a:extLst>
                    <a:ext uri="{FF2B5EF4-FFF2-40B4-BE49-F238E27FC236}">
                      <a16:creationId xmlns:a16="http://schemas.microsoft.com/office/drawing/2014/main" id="{F9DC249A-9650-F302-353E-132DDB4A37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981773" y="6704752"/>
                  <a:ext cx="346982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feld 101">
                  <a:extLst>
                    <a:ext uri="{FF2B5EF4-FFF2-40B4-BE49-F238E27FC236}">
                      <a16:creationId xmlns:a16="http://schemas.microsoft.com/office/drawing/2014/main" id="{69D27BA2-A137-A851-BCDA-FCAAC0264B91}"/>
                    </a:ext>
                  </a:extLst>
                </p:cNvPr>
                <p:cNvSpPr txBox="1"/>
                <p:nvPr/>
              </p:nvSpPr>
              <p:spPr>
                <a:xfrm flipH="1">
                  <a:off x="3448341" y="6242902"/>
                  <a:ext cx="22470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02" name="Textfeld 101">
                  <a:extLst>
                    <a:ext uri="{FF2B5EF4-FFF2-40B4-BE49-F238E27FC236}">
                      <a16:creationId xmlns:a16="http://schemas.microsoft.com/office/drawing/2014/main" id="{69D27BA2-A137-A851-BCDA-FCAAC0264B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448341" y="6242902"/>
                  <a:ext cx="224707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6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3" name="Gerader Verbinder 102">
              <a:extLst>
                <a:ext uri="{FF2B5EF4-FFF2-40B4-BE49-F238E27FC236}">
                  <a16:creationId xmlns:a16="http://schemas.microsoft.com/office/drawing/2014/main" id="{4ECEEF8B-5DEA-00FD-ABB9-1F273FFEFBD0}"/>
                </a:ext>
              </a:extLst>
            </p:cNvPr>
            <p:cNvCxnSpPr>
              <a:cxnSpLocks/>
            </p:cNvCxnSpPr>
            <p:nvPr/>
          </p:nvCxnSpPr>
          <p:spPr>
            <a:xfrm>
              <a:off x="4045389" y="6889418"/>
              <a:ext cx="1106424" cy="0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Gerade Verbindung mit Pfeil 103">
              <a:extLst>
                <a:ext uri="{FF2B5EF4-FFF2-40B4-BE49-F238E27FC236}">
                  <a16:creationId xmlns:a16="http://schemas.microsoft.com/office/drawing/2014/main" id="{BF8D0D75-23B4-46E2-D657-F6F281069C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28755" y="6889418"/>
              <a:ext cx="786045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Gruppieren 104">
            <a:extLst>
              <a:ext uri="{FF2B5EF4-FFF2-40B4-BE49-F238E27FC236}">
                <a16:creationId xmlns:a16="http://schemas.microsoft.com/office/drawing/2014/main" id="{D9E4B032-7741-C4E4-623D-5825A65099D5}"/>
              </a:ext>
            </a:extLst>
          </p:cNvPr>
          <p:cNvGrpSpPr/>
          <p:nvPr/>
        </p:nvGrpSpPr>
        <p:grpSpPr>
          <a:xfrm>
            <a:off x="306861" y="8559320"/>
            <a:ext cx="2337279" cy="1687396"/>
            <a:chOff x="2721570" y="6032988"/>
            <a:chExt cx="2337279" cy="1687396"/>
          </a:xfrm>
        </p:grpSpPr>
        <p:cxnSp>
          <p:nvCxnSpPr>
            <p:cNvPr id="106" name="Gerade Verbindung mit Pfeil 105">
              <a:extLst>
                <a:ext uri="{FF2B5EF4-FFF2-40B4-BE49-F238E27FC236}">
                  <a16:creationId xmlns:a16="http://schemas.microsoft.com/office/drawing/2014/main" id="{3EB05616-2539-C760-285B-A0ABAFDA63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82936" y="6447913"/>
              <a:ext cx="462453" cy="44150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Gerade Verbindung mit Pfeil 106">
              <a:extLst>
                <a:ext uri="{FF2B5EF4-FFF2-40B4-BE49-F238E27FC236}">
                  <a16:creationId xmlns:a16="http://schemas.microsoft.com/office/drawing/2014/main" id="{B9A0E9CC-4B81-421A-CE9A-AE7620C522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37872" y="6889418"/>
              <a:ext cx="7517" cy="522013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feld 107">
                  <a:extLst>
                    <a:ext uri="{FF2B5EF4-FFF2-40B4-BE49-F238E27FC236}">
                      <a16:creationId xmlns:a16="http://schemas.microsoft.com/office/drawing/2014/main" id="{460E441B-DC8F-1F58-BE92-207B8EB6666F}"/>
                    </a:ext>
                  </a:extLst>
                </p:cNvPr>
                <p:cNvSpPr txBox="1"/>
                <p:nvPr/>
              </p:nvSpPr>
              <p:spPr>
                <a:xfrm flipH="1">
                  <a:off x="3167369" y="6032988"/>
                  <a:ext cx="2754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Base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08" name="Textfeld 107">
                  <a:extLst>
                    <a:ext uri="{FF2B5EF4-FFF2-40B4-BE49-F238E27FC236}">
                      <a16:creationId xmlns:a16="http://schemas.microsoft.com/office/drawing/2014/main" id="{460E441B-DC8F-1F58-BE92-207B8EB666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167369" y="6032988"/>
                  <a:ext cx="275424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1413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feld 108">
                  <a:extLst>
                    <a:ext uri="{FF2B5EF4-FFF2-40B4-BE49-F238E27FC236}">
                      <a16:creationId xmlns:a16="http://schemas.microsoft.com/office/drawing/2014/main" id="{20BBD46F-DF2E-23EC-66D2-50B28C93220E}"/>
                    </a:ext>
                  </a:extLst>
                </p:cNvPr>
                <p:cNvSpPr txBox="1"/>
                <p:nvPr/>
              </p:nvSpPr>
              <p:spPr>
                <a:xfrm flipH="1">
                  <a:off x="2721570" y="6745006"/>
                  <a:ext cx="3469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dirty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Base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09" name="Textfeld 108">
                  <a:extLst>
                    <a:ext uri="{FF2B5EF4-FFF2-40B4-BE49-F238E27FC236}">
                      <a16:creationId xmlns:a16="http://schemas.microsoft.com/office/drawing/2014/main" id="{20BBD46F-DF2E-23EC-66D2-50B28C9322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721570" y="6745006"/>
                  <a:ext cx="346982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894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feld 109">
                  <a:extLst>
                    <a:ext uri="{FF2B5EF4-FFF2-40B4-BE49-F238E27FC236}">
                      <a16:creationId xmlns:a16="http://schemas.microsoft.com/office/drawing/2014/main" id="{F96FAE1C-8538-8188-30CD-762FFED3C7B6}"/>
                    </a:ext>
                  </a:extLst>
                </p:cNvPr>
                <p:cNvSpPr txBox="1"/>
                <p:nvPr/>
              </p:nvSpPr>
              <p:spPr>
                <a:xfrm flipH="1">
                  <a:off x="3871898" y="7351052"/>
                  <a:ext cx="22470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Base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10" name="Textfeld 109">
                  <a:extLst>
                    <a:ext uri="{FF2B5EF4-FFF2-40B4-BE49-F238E27FC236}">
                      <a16:creationId xmlns:a16="http://schemas.microsoft.com/office/drawing/2014/main" id="{F96FAE1C-8538-8188-30CD-762FFED3C7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871898" y="7351052"/>
                  <a:ext cx="224707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1891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1" name="Gerader Verbinder 110">
              <a:extLst>
                <a:ext uri="{FF2B5EF4-FFF2-40B4-BE49-F238E27FC236}">
                  <a16:creationId xmlns:a16="http://schemas.microsoft.com/office/drawing/2014/main" id="{CE9E845E-BC17-57BE-D86F-78CBC7B96C6B}"/>
                </a:ext>
              </a:extLst>
            </p:cNvPr>
            <p:cNvCxnSpPr>
              <a:cxnSpLocks/>
            </p:cNvCxnSpPr>
            <p:nvPr/>
          </p:nvCxnSpPr>
          <p:spPr>
            <a:xfrm>
              <a:off x="4045389" y="6889418"/>
              <a:ext cx="1013460" cy="0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Gerade Verbindung mit Pfeil 111">
              <a:extLst>
                <a:ext uri="{FF2B5EF4-FFF2-40B4-BE49-F238E27FC236}">
                  <a16:creationId xmlns:a16="http://schemas.microsoft.com/office/drawing/2014/main" id="{D3F15F62-8BA1-A2FA-FBA9-A00DAC055B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7649" y="6889418"/>
              <a:ext cx="1037151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" name="Gerade Verbindung mit Pfeil 113">
            <a:extLst>
              <a:ext uri="{FF2B5EF4-FFF2-40B4-BE49-F238E27FC236}">
                <a16:creationId xmlns:a16="http://schemas.microsoft.com/office/drawing/2014/main" id="{C8705E9E-2AB5-BB9F-DC94-6A605AC32149}"/>
              </a:ext>
            </a:extLst>
          </p:cNvPr>
          <p:cNvCxnSpPr/>
          <p:nvPr/>
        </p:nvCxnSpPr>
        <p:spPr>
          <a:xfrm flipV="1">
            <a:off x="2526445" y="6157808"/>
            <a:ext cx="0" cy="2118112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Gerade Verbindung mit Pfeil 120">
            <a:extLst>
              <a:ext uri="{FF2B5EF4-FFF2-40B4-BE49-F238E27FC236}">
                <a16:creationId xmlns:a16="http://schemas.microsoft.com/office/drawing/2014/main" id="{D8C2CE2B-C577-7E41-16C0-AE6AF87E2612}"/>
              </a:ext>
            </a:extLst>
          </p:cNvPr>
          <p:cNvCxnSpPr>
            <a:cxnSpLocks/>
          </p:cNvCxnSpPr>
          <p:nvPr/>
        </p:nvCxnSpPr>
        <p:spPr>
          <a:xfrm flipV="1">
            <a:off x="2518825" y="8309263"/>
            <a:ext cx="0" cy="1106487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8" name="Gruppieren 127">
            <a:extLst>
              <a:ext uri="{FF2B5EF4-FFF2-40B4-BE49-F238E27FC236}">
                <a16:creationId xmlns:a16="http://schemas.microsoft.com/office/drawing/2014/main" id="{C87FA75F-B988-AA26-B960-AD75B336E32F}"/>
              </a:ext>
            </a:extLst>
          </p:cNvPr>
          <p:cNvGrpSpPr/>
          <p:nvPr/>
        </p:nvGrpSpPr>
        <p:grpSpPr>
          <a:xfrm>
            <a:off x="4101776" y="3433113"/>
            <a:ext cx="2170040" cy="1036105"/>
            <a:chOff x="2981773" y="6037979"/>
            <a:chExt cx="2170040" cy="1036105"/>
          </a:xfrm>
        </p:grpSpPr>
        <p:cxnSp>
          <p:nvCxnSpPr>
            <p:cNvPr id="129" name="Gerade Verbindung mit Pfeil 128">
              <a:extLst>
                <a:ext uri="{FF2B5EF4-FFF2-40B4-BE49-F238E27FC236}">
                  <a16:creationId xmlns:a16="http://schemas.microsoft.com/office/drawing/2014/main" id="{6D5829EC-B175-6D85-F46F-A6DB80D69D8A}"/>
                </a:ext>
              </a:extLst>
            </p:cNvPr>
            <p:cNvCxnSpPr>
              <a:cxnSpLocks/>
              <a:endCxn id="131" idx="2"/>
            </p:cNvCxnSpPr>
            <p:nvPr/>
          </p:nvCxnSpPr>
          <p:spPr>
            <a:xfrm flipV="1">
              <a:off x="4045389" y="6407311"/>
              <a:ext cx="1" cy="48210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Gerade Verbindung mit Pfeil 129">
              <a:extLst>
                <a:ext uri="{FF2B5EF4-FFF2-40B4-BE49-F238E27FC236}">
                  <a16:creationId xmlns:a16="http://schemas.microsoft.com/office/drawing/2014/main" id="{A4E321E6-4422-2DD1-4A6F-710D5241E7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98407" y="6560150"/>
              <a:ext cx="346982" cy="329268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feld 130">
                  <a:extLst>
                    <a:ext uri="{FF2B5EF4-FFF2-40B4-BE49-F238E27FC236}">
                      <a16:creationId xmlns:a16="http://schemas.microsoft.com/office/drawing/2014/main" id="{12FFAEA5-6984-3E83-B4A4-E4557EF3F358}"/>
                    </a:ext>
                  </a:extLst>
                </p:cNvPr>
                <p:cNvSpPr txBox="1"/>
                <p:nvPr/>
              </p:nvSpPr>
              <p:spPr>
                <a:xfrm flipH="1">
                  <a:off x="3907678" y="6037979"/>
                  <a:ext cx="2754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31" name="Textfeld 130">
                  <a:extLst>
                    <a:ext uri="{FF2B5EF4-FFF2-40B4-BE49-F238E27FC236}">
                      <a16:creationId xmlns:a16="http://schemas.microsoft.com/office/drawing/2014/main" id="{12FFAEA5-6984-3E83-B4A4-E4557EF3F3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907678" y="6037979"/>
                  <a:ext cx="275424" cy="369332"/>
                </a:xfrm>
                <a:prstGeom prst="rect">
                  <a:avLst/>
                </a:prstGeom>
                <a:blipFill>
                  <a:blip r:embed="rId15"/>
                  <a:stretch>
                    <a:fillRect r="-3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Textfeld 131">
                  <a:extLst>
                    <a:ext uri="{FF2B5EF4-FFF2-40B4-BE49-F238E27FC236}">
                      <a16:creationId xmlns:a16="http://schemas.microsoft.com/office/drawing/2014/main" id="{0E0B603B-B478-1852-DFA8-42DD6825E561}"/>
                    </a:ext>
                  </a:extLst>
                </p:cNvPr>
                <p:cNvSpPr txBox="1"/>
                <p:nvPr/>
              </p:nvSpPr>
              <p:spPr>
                <a:xfrm flipH="1">
                  <a:off x="2981773" y="6704752"/>
                  <a:ext cx="3469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dirty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32" name="Textfeld 131">
                  <a:extLst>
                    <a:ext uri="{FF2B5EF4-FFF2-40B4-BE49-F238E27FC236}">
                      <a16:creationId xmlns:a16="http://schemas.microsoft.com/office/drawing/2014/main" id="{0E0B603B-B478-1852-DFA8-42DD6825E5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981773" y="6704752"/>
                  <a:ext cx="346982" cy="369332"/>
                </a:xfrm>
                <a:prstGeom prst="rect">
                  <a:avLst/>
                </a:prstGeom>
                <a:blipFill>
                  <a:blip r:embed="rId16"/>
                  <a:stretch>
                    <a:fillRect r="-35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Textfeld 132">
                  <a:extLst>
                    <a:ext uri="{FF2B5EF4-FFF2-40B4-BE49-F238E27FC236}">
                      <a16:creationId xmlns:a16="http://schemas.microsoft.com/office/drawing/2014/main" id="{D7400BB3-3149-4334-F241-FB6BE5FB2294}"/>
                    </a:ext>
                  </a:extLst>
                </p:cNvPr>
                <p:cNvSpPr txBox="1"/>
                <p:nvPr/>
              </p:nvSpPr>
              <p:spPr>
                <a:xfrm flipH="1">
                  <a:off x="3448341" y="6242902"/>
                  <a:ext cx="22470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33" name="Textfeld 132">
                  <a:extLst>
                    <a:ext uri="{FF2B5EF4-FFF2-40B4-BE49-F238E27FC236}">
                      <a16:creationId xmlns:a16="http://schemas.microsoft.com/office/drawing/2014/main" id="{D7400BB3-3149-4334-F241-FB6BE5FB22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448341" y="6242902"/>
                  <a:ext cx="224707" cy="369332"/>
                </a:xfrm>
                <a:prstGeom prst="rect">
                  <a:avLst/>
                </a:prstGeom>
                <a:blipFill>
                  <a:blip r:embed="rId17"/>
                  <a:stretch>
                    <a:fillRect r="-594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4" name="Gerader Verbinder 133">
              <a:extLst>
                <a:ext uri="{FF2B5EF4-FFF2-40B4-BE49-F238E27FC236}">
                  <a16:creationId xmlns:a16="http://schemas.microsoft.com/office/drawing/2014/main" id="{362A23D5-FFD3-DED2-3313-60298EAD46F2}"/>
                </a:ext>
              </a:extLst>
            </p:cNvPr>
            <p:cNvCxnSpPr>
              <a:cxnSpLocks/>
            </p:cNvCxnSpPr>
            <p:nvPr/>
          </p:nvCxnSpPr>
          <p:spPr>
            <a:xfrm>
              <a:off x="4045389" y="6889418"/>
              <a:ext cx="1106424" cy="0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Gerade Verbindung mit Pfeil 134">
              <a:extLst>
                <a:ext uri="{FF2B5EF4-FFF2-40B4-BE49-F238E27FC236}">
                  <a16:creationId xmlns:a16="http://schemas.microsoft.com/office/drawing/2014/main" id="{54097A8F-EAA5-C2D7-DAF0-4198CE4B77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28755" y="6889418"/>
              <a:ext cx="786045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6" name="Gerade Verbindung mit Pfeil 135">
            <a:extLst>
              <a:ext uri="{FF2B5EF4-FFF2-40B4-BE49-F238E27FC236}">
                <a16:creationId xmlns:a16="http://schemas.microsoft.com/office/drawing/2014/main" id="{BAB8FBCE-C5C3-670D-F969-C7671A685E92}"/>
              </a:ext>
            </a:extLst>
          </p:cNvPr>
          <p:cNvCxnSpPr>
            <a:cxnSpLocks/>
          </p:cNvCxnSpPr>
          <p:nvPr/>
        </p:nvCxnSpPr>
        <p:spPr>
          <a:xfrm flipV="1">
            <a:off x="2526445" y="4119918"/>
            <a:ext cx="0" cy="1916754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8" name="Gerade Verbindung mit Pfeil 137">
            <a:extLst>
              <a:ext uri="{FF2B5EF4-FFF2-40B4-BE49-F238E27FC236}">
                <a16:creationId xmlns:a16="http://schemas.microsoft.com/office/drawing/2014/main" id="{2819CE9B-8319-A2AE-9653-BCD4D0C9FD8E}"/>
              </a:ext>
            </a:extLst>
          </p:cNvPr>
          <p:cNvCxnSpPr>
            <a:cxnSpLocks/>
            <a:endCxn id="140" idx="2"/>
          </p:cNvCxnSpPr>
          <p:nvPr/>
        </p:nvCxnSpPr>
        <p:spPr>
          <a:xfrm flipV="1">
            <a:off x="1615748" y="3616670"/>
            <a:ext cx="1" cy="4821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Gerade Verbindung mit Pfeil 138">
            <a:extLst>
              <a:ext uri="{FF2B5EF4-FFF2-40B4-BE49-F238E27FC236}">
                <a16:creationId xmlns:a16="http://schemas.microsoft.com/office/drawing/2014/main" id="{BE9409D7-61DB-EFAC-11C8-4E30DAF714E3}"/>
              </a:ext>
            </a:extLst>
          </p:cNvPr>
          <p:cNvCxnSpPr>
            <a:cxnSpLocks/>
          </p:cNvCxnSpPr>
          <p:nvPr/>
        </p:nvCxnSpPr>
        <p:spPr>
          <a:xfrm flipH="1">
            <a:off x="1093273" y="4098777"/>
            <a:ext cx="522475" cy="825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feld 139">
                <a:extLst>
                  <a:ext uri="{FF2B5EF4-FFF2-40B4-BE49-F238E27FC236}">
                    <a16:creationId xmlns:a16="http://schemas.microsoft.com/office/drawing/2014/main" id="{B09D00AA-1601-091D-3766-00D81646AD09}"/>
                  </a:ext>
                </a:extLst>
              </p:cNvPr>
              <p:cNvSpPr txBox="1"/>
              <p:nvPr/>
            </p:nvSpPr>
            <p:spPr>
              <a:xfrm flipH="1">
                <a:off x="1478037" y="3247338"/>
                <a:ext cx="2754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i="0" dirty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de-DE" b="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40" name="Textfeld 139">
                <a:extLst>
                  <a:ext uri="{FF2B5EF4-FFF2-40B4-BE49-F238E27FC236}">
                    <a16:creationId xmlns:a16="http://schemas.microsoft.com/office/drawing/2014/main" id="{B09D00AA-1601-091D-3766-00D81646A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78037" y="3247338"/>
                <a:ext cx="275424" cy="369332"/>
              </a:xfrm>
              <a:prstGeom prst="rect">
                <a:avLst/>
              </a:prstGeom>
              <a:blipFill>
                <a:blip r:embed="rId18"/>
                <a:stretch>
                  <a:fillRect r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feld 140">
                <a:extLst>
                  <a:ext uri="{FF2B5EF4-FFF2-40B4-BE49-F238E27FC236}">
                    <a16:creationId xmlns:a16="http://schemas.microsoft.com/office/drawing/2014/main" id="{28560CEC-36D0-C858-0BC1-29B3D535F91B}"/>
                  </a:ext>
                </a:extLst>
              </p:cNvPr>
              <p:cNvSpPr txBox="1"/>
              <p:nvPr/>
            </p:nvSpPr>
            <p:spPr>
              <a:xfrm flipH="1">
                <a:off x="903716" y="4418855"/>
                <a:ext cx="3469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dirty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de-DE" b="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41" name="Textfeld 140">
                <a:extLst>
                  <a:ext uri="{FF2B5EF4-FFF2-40B4-BE49-F238E27FC236}">
                    <a16:creationId xmlns:a16="http://schemas.microsoft.com/office/drawing/2014/main" id="{28560CEC-36D0-C858-0BC1-29B3D535F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03716" y="4418855"/>
                <a:ext cx="346982" cy="369332"/>
              </a:xfrm>
              <a:prstGeom prst="rect">
                <a:avLst/>
              </a:prstGeom>
              <a:blipFill>
                <a:blip r:embed="rId19"/>
                <a:stretch>
                  <a:fillRect r="-7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feld 141">
                <a:extLst>
                  <a:ext uri="{FF2B5EF4-FFF2-40B4-BE49-F238E27FC236}">
                    <a16:creationId xmlns:a16="http://schemas.microsoft.com/office/drawing/2014/main" id="{B1124205-6DE9-7914-C6F6-3E287AEE63D0}"/>
                  </a:ext>
                </a:extLst>
              </p:cNvPr>
              <p:cNvSpPr txBox="1"/>
              <p:nvPr/>
            </p:nvSpPr>
            <p:spPr>
              <a:xfrm flipH="1">
                <a:off x="720177" y="3857724"/>
                <a:ext cx="2247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de-DE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42" name="Textfeld 141">
                <a:extLst>
                  <a:ext uri="{FF2B5EF4-FFF2-40B4-BE49-F238E27FC236}">
                    <a16:creationId xmlns:a16="http://schemas.microsoft.com/office/drawing/2014/main" id="{B1124205-6DE9-7914-C6F6-3E287AEE6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20177" y="3857724"/>
                <a:ext cx="224707" cy="369332"/>
              </a:xfrm>
              <a:prstGeom prst="rect">
                <a:avLst/>
              </a:prstGeom>
              <a:blipFill>
                <a:blip r:embed="rId20"/>
                <a:stretch>
                  <a:fillRect r="-621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4" name="Gerade Verbindung mit Pfeil 143">
            <a:extLst>
              <a:ext uri="{FF2B5EF4-FFF2-40B4-BE49-F238E27FC236}">
                <a16:creationId xmlns:a16="http://schemas.microsoft.com/office/drawing/2014/main" id="{EAD2399D-689D-A72B-9508-3D4597EBEE46}"/>
              </a:ext>
            </a:extLst>
          </p:cNvPr>
          <p:cNvCxnSpPr>
            <a:cxnSpLocks/>
          </p:cNvCxnSpPr>
          <p:nvPr/>
        </p:nvCxnSpPr>
        <p:spPr>
          <a:xfrm flipH="1">
            <a:off x="1212602" y="4081491"/>
            <a:ext cx="420348" cy="46250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Gerader Verbinder 146">
            <a:extLst>
              <a:ext uri="{FF2B5EF4-FFF2-40B4-BE49-F238E27FC236}">
                <a16:creationId xmlns:a16="http://schemas.microsoft.com/office/drawing/2014/main" id="{BBFB9CFE-8DB8-C06D-9CC2-7F3CDA587D6F}"/>
              </a:ext>
            </a:extLst>
          </p:cNvPr>
          <p:cNvCxnSpPr>
            <a:cxnSpLocks/>
          </p:cNvCxnSpPr>
          <p:nvPr/>
        </p:nvCxnSpPr>
        <p:spPr>
          <a:xfrm>
            <a:off x="1569542" y="4098777"/>
            <a:ext cx="1258316" cy="0"/>
          </a:xfrm>
          <a:prstGeom prst="line">
            <a:avLst/>
          </a:prstGeom>
          <a:ln w="38100">
            <a:solidFill>
              <a:srgbClr val="00B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73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70F9A44-FB54-F110-8994-3B560E470DE2}"/>
              </a:ext>
            </a:extLst>
          </p:cNvPr>
          <p:cNvGrpSpPr/>
          <p:nvPr/>
        </p:nvGrpSpPr>
        <p:grpSpPr>
          <a:xfrm>
            <a:off x="506562" y="-16769"/>
            <a:ext cx="6607470" cy="11938334"/>
            <a:chOff x="938242" y="1922876"/>
            <a:chExt cx="5107190" cy="9627363"/>
          </a:xfrm>
        </p:grpSpPr>
        <p:sp>
          <p:nvSpPr>
            <p:cNvPr id="123" name="Zylinder 122">
              <a:extLst>
                <a:ext uri="{FF2B5EF4-FFF2-40B4-BE49-F238E27FC236}">
                  <a16:creationId xmlns:a16="http://schemas.microsoft.com/office/drawing/2014/main" id="{CBF02764-9737-1E05-5415-565BF38155D8}"/>
                </a:ext>
              </a:extLst>
            </p:cNvPr>
            <p:cNvSpPr/>
            <p:nvPr/>
          </p:nvSpPr>
          <p:spPr>
            <a:xfrm>
              <a:off x="1922175" y="9525324"/>
              <a:ext cx="2136024" cy="1479057"/>
            </a:xfrm>
            <a:prstGeom prst="can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124" name="Würfel 123">
              <a:extLst>
                <a:ext uri="{FF2B5EF4-FFF2-40B4-BE49-F238E27FC236}">
                  <a16:creationId xmlns:a16="http://schemas.microsoft.com/office/drawing/2014/main" id="{04D6890C-0C5A-47CC-C7BA-AFE783E9F95B}"/>
                </a:ext>
              </a:extLst>
            </p:cNvPr>
            <p:cNvSpPr/>
            <p:nvPr/>
          </p:nvSpPr>
          <p:spPr>
            <a:xfrm flipH="1">
              <a:off x="2628757" y="8756770"/>
              <a:ext cx="671757" cy="1037521"/>
            </a:xfrm>
            <a:prstGeom prst="cube">
              <a:avLst>
                <a:gd name="adj" fmla="val 17858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4" name="Zylinder 3">
              <a:extLst>
                <a:ext uri="{FF2B5EF4-FFF2-40B4-BE49-F238E27FC236}">
                  <a16:creationId xmlns:a16="http://schemas.microsoft.com/office/drawing/2014/main" id="{E2B37896-680D-305F-F309-8EB729150505}"/>
                </a:ext>
              </a:extLst>
            </p:cNvPr>
            <p:cNvSpPr/>
            <p:nvPr/>
          </p:nvSpPr>
          <p:spPr>
            <a:xfrm rot="16200000">
              <a:off x="2641815" y="7926436"/>
              <a:ext cx="569286" cy="1423215"/>
            </a:xfrm>
            <a:prstGeom prst="can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7" name="Würfel 6">
              <a:extLst>
                <a:ext uri="{FF2B5EF4-FFF2-40B4-BE49-F238E27FC236}">
                  <a16:creationId xmlns:a16="http://schemas.microsoft.com/office/drawing/2014/main" id="{7783CC95-3B0E-2EBC-3759-89C5EF63403D}"/>
                </a:ext>
              </a:extLst>
            </p:cNvPr>
            <p:cNvSpPr/>
            <p:nvPr/>
          </p:nvSpPr>
          <p:spPr>
            <a:xfrm flipH="1">
              <a:off x="2641811" y="6054131"/>
              <a:ext cx="671757" cy="2435897"/>
            </a:xfrm>
            <a:prstGeom prst="cube">
              <a:avLst>
                <a:gd name="adj" fmla="val 17858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8" name="Zylinder 7">
              <a:extLst>
                <a:ext uri="{FF2B5EF4-FFF2-40B4-BE49-F238E27FC236}">
                  <a16:creationId xmlns:a16="http://schemas.microsoft.com/office/drawing/2014/main" id="{E5676AC1-EC7E-2CE8-D48C-B6A55B3DF2E7}"/>
                </a:ext>
              </a:extLst>
            </p:cNvPr>
            <p:cNvSpPr/>
            <p:nvPr/>
          </p:nvSpPr>
          <p:spPr>
            <a:xfrm rot="16200000">
              <a:off x="2641815" y="5174281"/>
              <a:ext cx="569286" cy="1423215"/>
            </a:xfrm>
            <a:prstGeom prst="can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9" name="Würfel 8">
              <a:extLst>
                <a:ext uri="{FF2B5EF4-FFF2-40B4-BE49-F238E27FC236}">
                  <a16:creationId xmlns:a16="http://schemas.microsoft.com/office/drawing/2014/main" id="{D5D370D3-7F65-F532-DAB8-332320913891}"/>
                </a:ext>
              </a:extLst>
            </p:cNvPr>
            <p:cNvSpPr/>
            <p:nvPr/>
          </p:nvSpPr>
          <p:spPr>
            <a:xfrm flipH="1">
              <a:off x="2641812" y="3297058"/>
              <a:ext cx="671757" cy="2440816"/>
            </a:xfrm>
            <a:prstGeom prst="cube">
              <a:avLst>
                <a:gd name="adj" fmla="val 17858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grpSp>
          <p:nvGrpSpPr>
            <p:cNvPr id="105" name="Gruppieren 104">
              <a:extLst>
                <a:ext uri="{FF2B5EF4-FFF2-40B4-BE49-F238E27FC236}">
                  <a16:creationId xmlns:a16="http://schemas.microsoft.com/office/drawing/2014/main" id="{D9E4B032-7741-C4E4-623D-5825A65099D5}"/>
                </a:ext>
              </a:extLst>
            </p:cNvPr>
            <p:cNvGrpSpPr/>
            <p:nvPr/>
          </p:nvGrpSpPr>
          <p:grpSpPr>
            <a:xfrm>
              <a:off x="938242" y="9025357"/>
              <a:ext cx="3736994" cy="2524882"/>
              <a:chOff x="2811262" y="6184189"/>
              <a:chExt cx="2247587" cy="1518572"/>
            </a:xfrm>
          </p:grpSpPr>
          <p:cxnSp>
            <p:nvCxnSpPr>
              <p:cNvPr id="106" name="Gerade Verbindung mit Pfeil 105">
                <a:extLst>
                  <a:ext uri="{FF2B5EF4-FFF2-40B4-BE49-F238E27FC236}">
                    <a16:creationId xmlns:a16="http://schemas.microsoft.com/office/drawing/2014/main" id="{3EB05616-2539-C760-285B-A0ABAFDA63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582936" y="6447913"/>
                <a:ext cx="462453" cy="441506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Gerade Verbindung mit Pfeil 106">
                <a:extLst>
                  <a:ext uri="{FF2B5EF4-FFF2-40B4-BE49-F238E27FC236}">
                    <a16:creationId xmlns:a16="http://schemas.microsoft.com/office/drawing/2014/main" id="{B9A0E9CC-4B81-421A-CE9A-AE7620C522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38671" y="6889418"/>
                <a:ext cx="6718" cy="466550"/>
              </a:xfrm>
              <a:prstGeom prst="straightConnector1">
                <a:avLst/>
              </a:prstGeom>
              <a:ln w="7620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8" name="Textfeld 107">
                    <a:extLst>
                      <a:ext uri="{FF2B5EF4-FFF2-40B4-BE49-F238E27FC236}">
                        <a16:creationId xmlns:a16="http://schemas.microsoft.com/office/drawing/2014/main" id="{460E441B-DC8F-1F58-BE92-207B8EB6666F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238101" y="6184189"/>
                    <a:ext cx="275424" cy="3517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i="0" dirty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3200" b="0" i="0" dirty="0" smtClean="0">
                                  <a:latin typeface="Cambria Math" panose="02040503050406030204" pitchFamily="18" charset="0"/>
                                </a:rPr>
                                <m:t>Base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08" name="Textfeld 107">
                    <a:extLst>
                      <a:ext uri="{FF2B5EF4-FFF2-40B4-BE49-F238E27FC236}">
                        <a16:creationId xmlns:a16="http://schemas.microsoft.com/office/drawing/2014/main" id="{460E441B-DC8F-1F58-BE92-207B8EB6666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238101" y="6184189"/>
                    <a:ext cx="275424" cy="35170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r="-6907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Textfeld 108">
                    <a:extLst>
                      <a:ext uri="{FF2B5EF4-FFF2-40B4-BE49-F238E27FC236}">
                        <a16:creationId xmlns:a16="http://schemas.microsoft.com/office/drawing/2014/main" id="{20BBD46F-DF2E-23EC-66D2-50B28C93220E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811262" y="6803980"/>
                    <a:ext cx="346982" cy="3517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3200" b="0" i="0" dirty="0" smtClean="0">
                                  <a:latin typeface="Cambria Math" panose="02040503050406030204" pitchFamily="18" charset="0"/>
                                </a:rPr>
                                <m:t>Base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09" name="Textfeld 108">
                    <a:extLst>
                      <a:ext uri="{FF2B5EF4-FFF2-40B4-BE49-F238E27FC236}">
                        <a16:creationId xmlns:a16="http://schemas.microsoft.com/office/drawing/2014/main" id="{20BBD46F-DF2E-23EC-66D2-50B28C9322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811262" y="6803980"/>
                    <a:ext cx="346982" cy="35170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3008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" name="Textfeld 109">
                    <a:extLst>
                      <a:ext uri="{FF2B5EF4-FFF2-40B4-BE49-F238E27FC236}">
                        <a16:creationId xmlns:a16="http://schemas.microsoft.com/office/drawing/2014/main" id="{F96FAE1C-8538-8188-30CD-762FFED3C7B6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871898" y="7351052"/>
                    <a:ext cx="224707" cy="3517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i="0" dirty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3200" b="0" i="0" dirty="0" smtClean="0">
                                  <a:latin typeface="Cambria Math" panose="02040503050406030204" pitchFamily="18" charset="0"/>
                                </a:rPr>
                                <m:t>Base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10" name="Textfeld 109">
                    <a:extLst>
                      <a:ext uri="{FF2B5EF4-FFF2-40B4-BE49-F238E27FC236}">
                        <a16:creationId xmlns:a16="http://schemas.microsoft.com/office/drawing/2014/main" id="{F96FAE1C-8538-8188-30CD-762FFED3C7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871898" y="7351052"/>
                    <a:ext cx="224707" cy="35170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9625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1" name="Gerader Verbinder 110">
                <a:extLst>
                  <a:ext uri="{FF2B5EF4-FFF2-40B4-BE49-F238E27FC236}">
                    <a16:creationId xmlns:a16="http://schemas.microsoft.com/office/drawing/2014/main" id="{CE9E845E-BC17-57BE-D86F-78CBC7B96C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45389" y="6889418"/>
                <a:ext cx="1013460" cy="0"/>
              </a:xfrm>
              <a:prstGeom prst="line">
                <a:avLst/>
              </a:prstGeom>
              <a:ln w="7620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Gerade Verbindung mit Pfeil 111">
                <a:extLst>
                  <a:ext uri="{FF2B5EF4-FFF2-40B4-BE49-F238E27FC236}">
                    <a16:creationId xmlns:a16="http://schemas.microsoft.com/office/drawing/2014/main" id="{D3F15F62-8BA1-A2FA-FBA9-A00DAC055BE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77649" y="6889418"/>
                <a:ext cx="1037151" cy="0"/>
              </a:xfrm>
              <a:prstGeom prst="straightConnector1">
                <a:avLst/>
              </a:prstGeom>
              <a:ln w="762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4" name="Gerade Verbindung mit Pfeil 113">
              <a:extLst>
                <a:ext uri="{FF2B5EF4-FFF2-40B4-BE49-F238E27FC236}">
                  <a16:creationId xmlns:a16="http://schemas.microsoft.com/office/drawing/2014/main" id="{C8705E9E-2AB5-BB9F-DC94-6A605AC321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9548" y="5908272"/>
              <a:ext cx="0" cy="2729772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Gerade Verbindung mit Pfeil 120">
              <a:extLst>
                <a:ext uri="{FF2B5EF4-FFF2-40B4-BE49-F238E27FC236}">
                  <a16:creationId xmlns:a16="http://schemas.microsoft.com/office/drawing/2014/main" id="{D8C2CE2B-C577-7E41-16C0-AE6AF87E26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9548" y="8648372"/>
              <a:ext cx="0" cy="1504441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Gerade Verbindung mit Pfeil 135">
              <a:extLst>
                <a:ext uri="{FF2B5EF4-FFF2-40B4-BE49-F238E27FC236}">
                  <a16:creationId xmlns:a16="http://schemas.microsoft.com/office/drawing/2014/main" id="{BAB8FBCE-C5C3-670D-F969-C7671A685E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9548" y="3352256"/>
              <a:ext cx="0" cy="2520606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748DB721-034D-C065-3779-10B153BF9C0E}"/>
                </a:ext>
              </a:extLst>
            </p:cNvPr>
            <p:cNvGrpSpPr/>
            <p:nvPr/>
          </p:nvGrpSpPr>
          <p:grpSpPr>
            <a:xfrm>
              <a:off x="1510204" y="1922876"/>
              <a:ext cx="3165032" cy="2286704"/>
              <a:chOff x="1476322" y="277175"/>
              <a:chExt cx="3165032" cy="2286704"/>
            </a:xfrm>
          </p:grpSpPr>
          <p:cxnSp>
            <p:nvCxnSpPr>
              <p:cNvPr id="138" name="Gerade Verbindung mit Pfeil 137">
                <a:extLst>
                  <a:ext uri="{FF2B5EF4-FFF2-40B4-BE49-F238E27FC236}">
                    <a16:creationId xmlns:a16="http://schemas.microsoft.com/office/drawing/2014/main" id="{2819CE9B-8319-A2AE-9653-BCD4D0C9FD8E}"/>
                  </a:ext>
                </a:extLst>
              </p:cNvPr>
              <p:cNvCxnSpPr>
                <a:cxnSpLocks/>
                <a:endCxn id="140" idx="2"/>
              </p:cNvCxnSpPr>
              <p:nvPr/>
            </p:nvCxnSpPr>
            <p:spPr>
              <a:xfrm flipV="1">
                <a:off x="2965360" y="861950"/>
                <a:ext cx="1" cy="830888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Gerade Verbindung mit Pfeil 138">
                <a:extLst>
                  <a:ext uri="{FF2B5EF4-FFF2-40B4-BE49-F238E27FC236}">
                    <a16:creationId xmlns:a16="http://schemas.microsoft.com/office/drawing/2014/main" id="{BE9409D7-61DB-EFAC-11C8-4E30DAF714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96657" y="1692836"/>
                <a:ext cx="868703" cy="13719"/>
              </a:xfrm>
              <a:prstGeom prst="straightConnector1">
                <a:avLst/>
              </a:prstGeom>
              <a:ln w="7620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0" name="Textfeld 139">
                    <a:extLst>
                      <a:ext uri="{FF2B5EF4-FFF2-40B4-BE49-F238E27FC236}">
                        <a16:creationId xmlns:a16="http://schemas.microsoft.com/office/drawing/2014/main" id="{B09D00AA-1601-091D-3766-00D81646AD09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736392" y="277175"/>
                    <a:ext cx="457939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i="0" dirty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de-DE" sz="3200" b="0" i="0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40" name="Textfeld 139">
                    <a:extLst>
                      <a:ext uri="{FF2B5EF4-FFF2-40B4-BE49-F238E27FC236}">
                        <a16:creationId xmlns:a16="http://schemas.microsoft.com/office/drawing/2014/main" id="{B09D00AA-1601-091D-3766-00D81646AD0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736392" y="277175"/>
                    <a:ext cx="457939" cy="58477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1" name="Textfeld 140">
                    <a:extLst>
                      <a:ext uri="{FF2B5EF4-FFF2-40B4-BE49-F238E27FC236}">
                        <a16:creationId xmlns:a16="http://schemas.microsoft.com/office/drawing/2014/main" id="{28560CEC-36D0-C858-0BC1-29B3D535F91B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315726" y="1979104"/>
                    <a:ext cx="576916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de-DE" sz="3200" b="0" i="0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41" name="Textfeld 140">
                    <a:extLst>
                      <a:ext uri="{FF2B5EF4-FFF2-40B4-BE49-F238E27FC236}">
                        <a16:creationId xmlns:a16="http://schemas.microsoft.com/office/drawing/2014/main" id="{28560CEC-36D0-C858-0BC1-29B3D535F91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315726" y="1979104"/>
                    <a:ext cx="576916" cy="58477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2" name="Textfeld 141">
                    <a:extLst>
                      <a:ext uri="{FF2B5EF4-FFF2-40B4-BE49-F238E27FC236}">
                        <a16:creationId xmlns:a16="http://schemas.microsoft.com/office/drawing/2014/main" id="{B1124205-6DE9-7914-C6F6-3E287AEE63D0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476322" y="1292045"/>
                    <a:ext cx="373613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b="0" i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de-DE" sz="32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42" name="Textfeld 141">
                    <a:extLst>
                      <a:ext uri="{FF2B5EF4-FFF2-40B4-BE49-F238E27FC236}">
                        <a16:creationId xmlns:a16="http://schemas.microsoft.com/office/drawing/2014/main" id="{B1124205-6DE9-7914-C6F6-3E287AEE63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476322" y="1292045"/>
                    <a:ext cx="373613" cy="58477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4" name="Gerade Verbindung mit Pfeil 143">
                <a:extLst>
                  <a:ext uri="{FF2B5EF4-FFF2-40B4-BE49-F238E27FC236}">
                    <a16:creationId xmlns:a16="http://schemas.microsoft.com/office/drawing/2014/main" id="{EAD2399D-689D-A72B-9508-3D4597EBEE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5360" y="1667644"/>
                <a:ext cx="391152" cy="444166"/>
              </a:xfrm>
              <a:prstGeom prst="straightConnector1">
                <a:avLst/>
              </a:prstGeom>
              <a:ln w="762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Gerader Verbinder 146">
                <a:extLst>
                  <a:ext uri="{FF2B5EF4-FFF2-40B4-BE49-F238E27FC236}">
                    <a16:creationId xmlns:a16="http://schemas.microsoft.com/office/drawing/2014/main" id="{BBFB9CFE-8DB8-C06D-9CC2-7F3CDA587D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8535" y="1692836"/>
                <a:ext cx="1752819" cy="0"/>
              </a:xfrm>
              <a:prstGeom prst="line">
                <a:avLst/>
              </a:prstGeom>
              <a:ln w="76200">
                <a:solidFill>
                  <a:srgbClr val="00B05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1798379A-BF49-4ED1-83D4-7368B3EDD546}"/>
                </a:ext>
              </a:extLst>
            </p:cNvPr>
            <p:cNvSpPr txBox="1"/>
            <p:nvPr/>
          </p:nvSpPr>
          <p:spPr>
            <a:xfrm>
              <a:off x="4479548" y="9281351"/>
              <a:ext cx="13701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10 cm</a:t>
              </a:r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0E05C1FF-6B28-5EBF-F8FF-AD1053DECBA4}"/>
                </a:ext>
              </a:extLst>
            </p:cNvPr>
            <p:cNvSpPr txBox="1"/>
            <p:nvPr/>
          </p:nvSpPr>
          <p:spPr>
            <a:xfrm>
              <a:off x="4675236" y="6560791"/>
              <a:ext cx="13701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30 cm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557FEAE3-3000-2C6C-45DC-03764EF89274}"/>
                </a:ext>
              </a:extLst>
            </p:cNvPr>
            <p:cNvSpPr txBox="1"/>
            <p:nvPr/>
          </p:nvSpPr>
          <p:spPr>
            <a:xfrm>
              <a:off x="4675236" y="3974104"/>
              <a:ext cx="13701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25 cm</a:t>
              </a:r>
            </a:p>
          </p:txBody>
        </p:sp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222E4F43-83A2-399A-EC00-8BC8EFCE0481}"/>
                </a:ext>
              </a:extLst>
            </p:cNvPr>
            <p:cNvGrpSpPr/>
            <p:nvPr/>
          </p:nvGrpSpPr>
          <p:grpSpPr>
            <a:xfrm>
              <a:off x="1221746" y="7232711"/>
              <a:ext cx="3608059" cy="1808084"/>
              <a:chOff x="1221746" y="7232711"/>
              <a:chExt cx="3608059" cy="1808084"/>
            </a:xfrm>
          </p:grpSpPr>
          <p:grpSp>
            <p:nvGrpSpPr>
              <p:cNvPr id="85" name="Gruppieren 84">
                <a:extLst>
                  <a:ext uri="{FF2B5EF4-FFF2-40B4-BE49-F238E27FC236}">
                    <a16:creationId xmlns:a16="http://schemas.microsoft.com/office/drawing/2014/main" id="{057F31F1-2B64-D540-5CAC-9C40FFF8CD0B}"/>
                  </a:ext>
                </a:extLst>
              </p:cNvPr>
              <p:cNvGrpSpPr/>
              <p:nvPr/>
            </p:nvGrpSpPr>
            <p:grpSpPr>
              <a:xfrm>
                <a:off x="1221746" y="7232711"/>
                <a:ext cx="3608059" cy="1693398"/>
                <a:chOff x="2981773" y="6037979"/>
                <a:chExt cx="2170040" cy="1018482"/>
              </a:xfrm>
            </p:grpSpPr>
            <p:cxnSp>
              <p:nvCxnSpPr>
                <p:cNvPr id="22" name="Gerade Verbindung mit Pfeil 21">
                  <a:extLst>
                    <a:ext uri="{FF2B5EF4-FFF2-40B4-BE49-F238E27FC236}">
                      <a16:creationId xmlns:a16="http://schemas.microsoft.com/office/drawing/2014/main" id="{1C61DB60-FADD-C036-5E40-5E548BF1C8B7}"/>
                    </a:ext>
                  </a:extLst>
                </p:cNvPr>
                <p:cNvCxnSpPr>
                  <a:cxnSpLocks/>
                  <a:endCxn id="24" idx="2"/>
                </p:cNvCxnSpPr>
                <p:nvPr/>
              </p:nvCxnSpPr>
              <p:spPr>
                <a:xfrm flipV="1">
                  <a:off x="4045389" y="6389688"/>
                  <a:ext cx="1" cy="499731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Gerade Verbindung mit Pfeil 22">
                  <a:extLst>
                    <a:ext uri="{FF2B5EF4-FFF2-40B4-BE49-F238E27FC236}">
                      <a16:creationId xmlns:a16="http://schemas.microsoft.com/office/drawing/2014/main" id="{F0BCFD08-B672-A7C8-FA5A-4976B6212D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698407" y="6560150"/>
                  <a:ext cx="346982" cy="329268"/>
                </a:xfrm>
                <a:prstGeom prst="straightConnector1">
                  <a:avLst/>
                </a:prstGeom>
                <a:ln w="762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Textfeld 23">
                      <a:extLst>
                        <a:ext uri="{FF2B5EF4-FFF2-40B4-BE49-F238E27FC236}">
                          <a16:creationId xmlns:a16="http://schemas.microsoft.com/office/drawing/2014/main" id="{26400A67-7684-8DF8-8D30-D4315543A21D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907678" y="6037979"/>
                      <a:ext cx="275424" cy="3517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sz="3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3200" i="0" dirty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de-DE" sz="32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de-DE" sz="3200" dirty="0"/>
                    </a:p>
                  </p:txBody>
                </p:sp>
              </mc:Choice>
              <mc:Fallback xmlns="">
                <p:sp>
                  <p:nvSpPr>
                    <p:cNvPr id="24" name="Textfeld 23">
                      <a:extLst>
                        <a:ext uri="{FF2B5EF4-FFF2-40B4-BE49-F238E27FC236}">
                          <a16:creationId xmlns:a16="http://schemas.microsoft.com/office/drawing/2014/main" id="{26400A67-7684-8DF8-8D30-D4315543A21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3907678" y="6037979"/>
                      <a:ext cx="275424" cy="35170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Textfeld 24">
                      <a:extLst>
                        <a:ext uri="{FF2B5EF4-FFF2-40B4-BE49-F238E27FC236}">
                          <a16:creationId xmlns:a16="http://schemas.microsoft.com/office/drawing/2014/main" id="{50BD2AE8-C582-8F02-0B6F-C0414EB09521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2981773" y="6704752"/>
                      <a:ext cx="346982" cy="3517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sz="32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3200" dirty="0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de-DE" sz="3200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de-DE" sz="3200" dirty="0"/>
                    </a:p>
                  </p:txBody>
                </p:sp>
              </mc:Choice>
              <mc:Fallback xmlns="">
                <p:sp>
                  <p:nvSpPr>
                    <p:cNvPr id="25" name="Textfeld 24">
                      <a:extLst>
                        <a:ext uri="{FF2B5EF4-FFF2-40B4-BE49-F238E27FC236}">
                          <a16:creationId xmlns:a16="http://schemas.microsoft.com/office/drawing/2014/main" id="{50BD2AE8-C582-8F02-0B6F-C0414EB0952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2981773" y="6704752"/>
                      <a:ext cx="346982" cy="351709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Textfeld 25">
                      <a:extLst>
                        <a:ext uri="{FF2B5EF4-FFF2-40B4-BE49-F238E27FC236}">
                          <a16:creationId xmlns:a16="http://schemas.microsoft.com/office/drawing/2014/main" id="{36EF7F29-6C1F-293B-1E36-1CED7443633C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448341" y="6242902"/>
                      <a:ext cx="224707" cy="3517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sz="3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3200" i="0" dirty="0" smtClean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de-DE" sz="32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de-DE" sz="3200" dirty="0"/>
                    </a:p>
                  </p:txBody>
                </p:sp>
              </mc:Choice>
              <mc:Fallback xmlns="">
                <p:sp>
                  <p:nvSpPr>
                    <p:cNvPr id="26" name="Textfeld 25">
                      <a:extLst>
                        <a:ext uri="{FF2B5EF4-FFF2-40B4-BE49-F238E27FC236}">
                          <a16:creationId xmlns:a16="http://schemas.microsoft.com/office/drawing/2014/main" id="{36EF7F29-6C1F-293B-1E36-1CED7443633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3448341" y="6242902"/>
                      <a:ext cx="224707" cy="351709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70" name="Gerader Verbinder 69">
                  <a:extLst>
                    <a:ext uri="{FF2B5EF4-FFF2-40B4-BE49-F238E27FC236}">
                      <a16:creationId xmlns:a16="http://schemas.microsoft.com/office/drawing/2014/main" id="{F76EF768-CBFD-0A2B-4886-652B1A4D7A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45389" y="6889418"/>
                  <a:ext cx="1106424" cy="0"/>
                </a:xfrm>
                <a:prstGeom prst="line">
                  <a:avLst/>
                </a:prstGeom>
                <a:ln w="76200">
                  <a:solidFill>
                    <a:srgbClr val="0070C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Gerade Verbindung mit Pfeil 20">
                  <a:extLst>
                    <a:ext uri="{FF2B5EF4-FFF2-40B4-BE49-F238E27FC236}">
                      <a16:creationId xmlns:a16="http://schemas.microsoft.com/office/drawing/2014/main" id="{AA4267AA-E9FF-6304-6EFD-D436C58EFE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28755" y="6889418"/>
                  <a:ext cx="786045" cy="0"/>
                </a:xfrm>
                <a:prstGeom prst="straightConnector1">
                  <a:avLst/>
                </a:prstGeom>
                <a:ln w="76200">
                  <a:solidFill>
                    <a:srgbClr val="0070C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feld 15">
                    <a:extLst>
                      <a:ext uri="{FF2B5EF4-FFF2-40B4-BE49-F238E27FC236}">
                        <a16:creationId xmlns:a16="http://schemas.microsoft.com/office/drawing/2014/main" id="{07492513-B2A4-31A6-6D96-E603228B2F71}"/>
                      </a:ext>
                    </a:extLst>
                  </p:cNvPr>
                  <p:cNvSpPr txBox="1"/>
                  <p:nvPr/>
                </p:nvSpPr>
                <p:spPr>
                  <a:xfrm>
                    <a:off x="1688977" y="7984821"/>
                    <a:ext cx="335280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b="0" i="0" smtClean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6" name="Textfeld 15">
                    <a:extLst>
                      <a:ext uri="{FF2B5EF4-FFF2-40B4-BE49-F238E27FC236}">
                        <a16:creationId xmlns:a16="http://schemas.microsoft.com/office/drawing/2014/main" id="{07492513-B2A4-31A6-6D96-E603228B2F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8977" y="7984821"/>
                    <a:ext cx="335280" cy="584775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152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Pfeil: gebogen 16">
                <a:extLst>
                  <a:ext uri="{FF2B5EF4-FFF2-40B4-BE49-F238E27FC236}">
                    <a16:creationId xmlns:a16="http://schemas.microsoft.com/office/drawing/2014/main" id="{2733333E-62D1-CE38-AB5F-8A79356894FC}"/>
                  </a:ext>
                </a:extLst>
              </p:cNvPr>
              <p:cNvSpPr/>
              <p:nvPr/>
            </p:nvSpPr>
            <p:spPr>
              <a:xfrm rot="3284240" flipH="1">
                <a:off x="1652561" y="8437356"/>
                <a:ext cx="605640" cy="601238"/>
              </a:xfrm>
              <a:prstGeom prst="circularArrow">
                <a:avLst>
                  <a:gd name="adj1" fmla="val 7185"/>
                  <a:gd name="adj2" fmla="val 923709"/>
                  <a:gd name="adj3" fmla="val 20442418"/>
                  <a:gd name="adj4" fmla="val 10984637"/>
                  <a:gd name="adj5" fmla="val 13351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32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8C4E64B5-D3B7-C85A-5EDA-4B86A62E8ED5}"/>
                </a:ext>
              </a:extLst>
            </p:cNvPr>
            <p:cNvGrpSpPr/>
            <p:nvPr/>
          </p:nvGrpSpPr>
          <p:grpSpPr>
            <a:xfrm>
              <a:off x="1221746" y="4471851"/>
              <a:ext cx="3608059" cy="1774977"/>
              <a:chOff x="1221746" y="3648891"/>
              <a:chExt cx="3608059" cy="1774977"/>
            </a:xfrm>
          </p:grpSpPr>
          <p:grpSp>
            <p:nvGrpSpPr>
              <p:cNvPr id="97" name="Gruppieren 96">
                <a:extLst>
                  <a:ext uri="{FF2B5EF4-FFF2-40B4-BE49-F238E27FC236}">
                    <a16:creationId xmlns:a16="http://schemas.microsoft.com/office/drawing/2014/main" id="{2FF09B91-206A-0F02-F517-B113979E0CC7}"/>
                  </a:ext>
                </a:extLst>
              </p:cNvPr>
              <p:cNvGrpSpPr/>
              <p:nvPr/>
            </p:nvGrpSpPr>
            <p:grpSpPr>
              <a:xfrm>
                <a:off x="1221746" y="3648891"/>
                <a:ext cx="3608059" cy="1693398"/>
                <a:chOff x="2981773" y="6037979"/>
                <a:chExt cx="2170040" cy="1018482"/>
              </a:xfrm>
            </p:grpSpPr>
            <p:cxnSp>
              <p:nvCxnSpPr>
                <p:cNvPr id="98" name="Gerade Verbindung mit Pfeil 97">
                  <a:extLst>
                    <a:ext uri="{FF2B5EF4-FFF2-40B4-BE49-F238E27FC236}">
                      <a16:creationId xmlns:a16="http://schemas.microsoft.com/office/drawing/2014/main" id="{076B0058-223B-94F1-C0C1-EDE04F4DBD9B}"/>
                    </a:ext>
                  </a:extLst>
                </p:cNvPr>
                <p:cNvCxnSpPr>
                  <a:cxnSpLocks/>
                  <a:endCxn id="100" idx="2"/>
                </p:cNvCxnSpPr>
                <p:nvPr/>
              </p:nvCxnSpPr>
              <p:spPr>
                <a:xfrm flipV="1">
                  <a:off x="4045389" y="6389688"/>
                  <a:ext cx="1" cy="499731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Gerade Verbindung mit Pfeil 98">
                  <a:extLst>
                    <a:ext uri="{FF2B5EF4-FFF2-40B4-BE49-F238E27FC236}">
                      <a16:creationId xmlns:a16="http://schemas.microsoft.com/office/drawing/2014/main" id="{149BE14D-F8CE-D611-E1D1-39013940AA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698407" y="6560150"/>
                  <a:ext cx="346982" cy="329268"/>
                </a:xfrm>
                <a:prstGeom prst="straightConnector1">
                  <a:avLst/>
                </a:prstGeom>
                <a:ln w="762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0" name="Textfeld 99">
                      <a:extLst>
                        <a:ext uri="{FF2B5EF4-FFF2-40B4-BE49-F238E27FC236}">
                          <a16:creationId xmlns:a16="http://schemas.microsoft.com/office/drawing/2014/main" id="{0899677E-1740-3E53-B574-015C6BC0E643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907678" y="6037979"/>
                      <a:ext cx="275424" cy="3517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sz="3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3200" i="0" dirty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de-DE" sz="3200" b="0" i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de-DE" sz="3200" dirty="0"/>
                    </a:p>
                  </p:txBody>
                </p:sp>
              </mc:Choice>
              <mc:Fallback xmlns="">
                <p:sp>
                  <p:nvSpPr>
                    <p:cNvPr id="100" name="Textfeld 99">
                      <a:extLst>
                        <a:ext uri="{FF2B5EF4-FFF2-40B4-BE49-F238E27FC236}">
                          <a16:creationId xmlns:a16="http://schemas.microsoft.com/office/drawing/2014/main" id="{0899677E-1740-3E53-B574-015C6BC0E64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3907678" y="6037979"/>
                      <a:ext cx="275424" cy="351709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1" name="Textfeld 100">
                      <a:extLst>
                        <a:ext uri="{FF2B5EF4-FFF2-40B4-BE49-F238E27FC236}">
                          <a16:creationId xmlns:a16="http://schemas.microsoft.com/office/drawing/2014/main" id="{F9DC249A-9650-F302-353E-132DDB4A37D8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2981773" y="6704752"/>
                      <a:ext cx="346982" cy="3517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sz="32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3200" dirty="0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de-DE" sz="3200" b="0" i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de-DE" sz="3200" dirty="0"/>
                    </a:p>
                  </p:txBody>
                </p:sp>
              </mc:Choice>
              <mc:Fallback xmlns="">
                <p:sp>
                  <p:nvSpPr>
                    <p:cNvPr id="101" name="Textfeld 100">
                      <a:extLst>
                        <a:ext uri="{FF2B5EF4-FFF2-40B4-BE49-F238E27FC236}">
                          <a16:creationId xmlns:a16="http://schemas.microsoft.com/office/drawing/2014/main" id="{F9DC249A-9650-F302-353E-132DDB4A37D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2981773" y="6704752"/>
                      <a:ext cx="346982" cy="351709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2" name="Textfeld 101">
                      <a:extLst>
                        <a:ext uri="{FF2B5EF4-FFF2-40B4-BE49-F238E27FC236}">
                          <a16:creationId xmlns:a16="http://schemas.microsoft.com/office/drawing/2014/main" id="{69D27BA2-A137-A851-BCDA-FCAAC0264B91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448341" y="6242902"/>
                      <a:ext cx="224707" cy="3517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sz="3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3200" i="0" dirty="0" smtClean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de-DE" sz="3200" b="0" i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de-DE" sz="3200" dirty="0"/>
                    </a:p>
                  </p:txBody>
                </p:sp>
              </mc:Choice>
              <mc:Fallback xmlns="">
                <p:sp>
                  <p:nvSpPr>
                    <p:cNvPr id="102" name="Textfeld 101">
                      <a:extLst>
                        <a:ext uri="{FF2B5EF4-FFF2-40B4-BE49-F238E27FC236}">
                          <a16:creationId xmlns:a16="http://schemas.microsoft.com/office/drawing/2014/main" id="{69D27BA2-A137-A851-BCDA-FCAAC0264B9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3448341" y="6242902"/>
                      <a:ext cx="224707" cy="351709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03" name="Gerader Verbinder 102">
                  <a:extLst>
                    <a:ext uri="{FF2B5EF4-FFF2-40B4-BE49-F238E27FC236}">
                      <a16:creationId xmlns:a16="http://schemas.microsoft.com/office/drawing/2014/main" id="{4ECEEF8B-5DEA-00FD-ABB9-1F273FFEFB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45389" y="6889418"/>
                  <a:ext cx="1106424" cy="0"/>
                </a:xfrm>
                <a:prstGeom prst="line">
                  <a:avLst/>
                </a:prstGeom>
                <a:ln w="76200">
                  <a:solidFill>
                    <a:srgbClr val="0070C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Gerade Verbindung mit Pfeil 103">
                  <a:extLst>
                    <a:ext uri="{FF2B5EF4-FFF2-40B4-BE49-F238E27FC236}">
                      <a16:creationId xmlns:a16="http://schemas.microsoft.com/office/drawing/2014/main" id="{BF8D0D75-23B4-46E2-D657-F6F281069C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28755" y="6889418"/>
                  <a:ext cx="786045" cy="0"/>
                </a:xfrm>
                <a:prstGeom prst="straightConnector1">
                  <a:avLst/>
                </a:prstGeom>
                <a:ln w="76200">
                  <a:solidFill>
                    <a:srgbClr val="0070C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feld 17">
                    <a:extLst>
                      <a:ext uri="{FF2B5EF4-FFF2-40B4-BE49-F238E27FC236}">
                        <a16:creationId xmlns:a16="http://schemas.microsoft.com/office/drawing/2014/main" id="{252174CC-C827-5AE0-F0F9-E51060EF043F}"/>
                      </a:ext>
                    </a:extLst>
                  </p:cNvPr>
                  <p:cNvSpPr txBox="1"/>
                  <p:nvPr/>
                </p:nvSpPr>
                <p:spPr>
                  <a:xfrm>
                    <a:off x="1634167" y="4369772"/>
                    <a:ext cx="335280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b="0" i="0" smtClean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8" name="Textfeld 17">
                    <a:extLst>
                      <a:ext uri="{FF2B5EF4-FFF2-40B4-BE49-F238E27FC236}">
                        <a16:creationId xmlns:a16="http://schemas.microsoft.com/office/drawing/2014/main" id="{252174CC-C827-5AE0-F0F9-E51060EF04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34167" y="4369772"/>
                    <a:ext cx="335280" cy="584775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r="-1690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" name="Pfeil: gebogen 18">
                <a:extLst>
                  <a:ext uri="{FF2B5EF4-FFF2-40B4-BE49-F238E27FC236}">
                    <a16:creationId xmlns:a16="http://schemas.microsoft.com/office/drawing/2014/main" id="{A8B1F3D9-E51E-5413-C4D2-C9189F0A60BD}"/>
                  </a:ext>
                </a:extLst>
              </p:cNvPr>
              <p:cNvSpPr/>
              <p:nvPr/>
            </p:nvSpPr>
            <p:spPr>
              <a:xfrm rot="3284240" flipH="1">
                <a:off x="1667285" y="4844383"/>
                <a:ext cx="581598" cy="577371"/>
              </a:xfrm>
              <a:prstGeom prst="circularArrow">
                <a:avLst>
                  <a:gd name="adj1" fmla="val 7185"/>
                  <a:gd name="adj2" fmla="val 923709"/>
                  <a:gd name="adj3" fmla="val 20442418"/>
                  <a:gd name="adj4" fmla="val 10984637"/>
                  <a:gd name="adj5" fmla="val 13351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320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28835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70F9A44-FB54-F110-8994-3B560E470DE2}"/>
              </a:ext>
            </a:extLst>
          </p:cNvPr>
          <p:cNvGrpSpPr/>
          <p:nvPr/>
        </p:nvGrpSpPr>
        <p:grpSpPr>
          <a:xfrm>
            <a:off x="313626" y="-16770"/>
            <a:ext cx="6800407" cy="11938335"/>
            <a:chOff x="789114" y="1922874"/>
            <a:chExt cx="5256320" cy="9627357"/>
          </a:xfrm>
        </p:grpSpPr>
        <p:sp>
          <p:nvSpPr>
            <p:cNvPr id="123" name="Zylinder 122">
              <a:extLst>
                <a:ext uri="{FF2B5EF4-FFF2-40B4-BE49-F238E27FC236}">
                  <a16:creationId xmlns:a16="http://schemas.microsoft.com/office/drawing/2014/main" id="{CBF02764-9737-1E05-5415-565BF38155D8}"/>
                </a:ext>
              </a:extLst>
            </p:cNvPr>
            <p:cNvSpPr/>
            <p:nvPr/>
          </p:nvSpPr>
          <p:spPr>
            <a:xfrm>
              <a:off x="1922175" y="9525318"/>
              <a:ext cx="2136024" cy="1479056"/>
            </a:xfrm>
            <a:prstGeom prst="can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124" name="Würfel 123">
              <a:extLst>
                <a:ext uri="{FF2B5EF4-FFF2-40B4-BE49-F238E27FC236}">
                  <a16:creationId xmlns:a16="http://schemas.microsoft.com/office/drawing/2014/main" id="{04D6890C-0C5A-47CC-C7BA-AFE783E9F95B}"/>
                </a:ext>
              </a:extLst>
            </p:cNvPr>
            <p:cNvSpPr/>
            <p:nvPr/>
          </p:nvSpPr>
          <p:spPr>
            <a:xfrm flipH="1">
              <a:off x="2628758" y="8756764"/>
              <a:ext cx="671757" cy="1037521"/>
            </a:xfrm>
            <a:prstGeom prst="cube">
              <a:avLst>
                <a:gd name="adj" fmla="val 17858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4" name="Zylinder 3">
              <a:extLst>
                <a:ext uri="{FF2B5EF4-FFF2-40B4-BE49-F238E27FC236}">
                  <a16:creationId xmlns:a16="http://schemas.microsoft.com/office/drawing/2014/main" id="{E2B37896-680D-305F-F309-8EB729150505}"/>
                </a:ext>
              </a:extLst>
            </p:cNvPr>
            <p:cNvSpPr/>
            <p:nvPr/>
          </p:nvSpPr>
          <p:spPr>
            <a:xfrm rot="16200000">
              <a:off x="2641816" y="7926430"/>
              <a:ext cx="569286" cy="1423215"/>
            </a:xfrm>
            <a:prstGeom prst="can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7" name="Würfel 6">
              <a:extLst>
                <a:ext uri="{FF2B5EF4-FFF2-40B4-BE49-F238E27FC236}">
                  <a16:creationId xmlns:a16="http://schemas.microsoft.com/office/drawing/2014/main" id="{7783CC95-3B0E-2EBC-3759-89C5EF63403D}"/>
                </a:ext>
              </a:extLst>
            </p:cNvPr>
            <p:cNvSpPr/>
            <p:nvPr/>
          </p:nvSpPr>
          <p:spPr>
            <a:xfrm flipH="1">
              <a:off x="2641811" y="6054127"/>
              <a:ext cx="671757" cy="2435896"/>
            </a:xfrm>
            <a:prstGeom prst="cube">
              <a:avLst>
                <a:gd name="adj" fmla="val 17858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8" name="Zylinder 7">
              <a:extLst>
                <a:ext uri="{FF2B5EF4-FFF2-40B4-BE49-F238E27FC236}">
                  <a16:creationId xmlns:a16="http://schemas.microsoft.com/office/drawing/2014/main" id="{E5676AC1-EC7E-2CE8-D48C-B6A55B3DF2E7}"/>
                </a:ext>
              </a:extLst>
            </p:cNvPr>
            <p:cNvSpPr/>
            <p:nvPr/>
          </p:nvSpPr>
          <p:spPr>
            <a:xfrm rot="16200000">
              <a:off x="2641815" y="5174281"/>
              <a:ext cx="569286" cy="1423215"/>
            </a:xfrm>
            <a:prstGeom prst="can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9" name="Würfel 8">
              <a:extLst>
                <a:ext uri="{FF2B5EF4-FFF2-40B4-BE49-F238E27FC236}">
                  <a16:creationId xmlns:a16="http://schemas.microsoft.com/office/drawing/2014/main" id="{D5D370D3-7F65-F532-DAB8-332320913891}"/>
                </a:ext>
              </a:extLst>
            </p:cNvPr>
            <p:cNvSpPr/>
            <p:nvPr/>
          </p:nvSpPr>
          <p:spPr>
            <a:xfrm flipH="1">
              <a:off x="2641810" y="4383068"/>
              <a:ext cx="671757" cy="1354801"/>
            </a:xfrm>
            <a:prstGeom prst="cube">
              <a:avLst>
                <a:gd name="adj" fmla="val 17858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grpSp>
          <p:nvGrpSpPr>
            <p:cNvPr id="105" name="Gruppieren 104">
              <a:extLst>
                <a:ext uri="{FF2B5EF4-FFF2-40B4-BE49-F238E27FC236}">
                  <a16:creationId xmlns:a16="http://schemas.microsoft.com/office/drawing/2014/main" id="{D9E4B032-7741-C4E4-623D-5825A65099D5}"/>
                </a:ext>
              </a:extLst>
            </p:cNvPr>
            <p:cNvGrpSpPr/>
            <p:nvPr/>
          </p:nvGrpSpPr>
          <p:grpSpPr>
            <a:xfrm>
              <a:off x="789114" y="9036944"/>
              <a:ext cx="3886123" cy="2513287"/>
              <a:chOff x="2721570" y="6191162"/>
              <a:chExt cx="2337279" cy="1511599"/>
            </a:xfrm>
          </p:grpSpPr>
          <p:cxnSp>
            <p:nvCxnSpPr>
              <p:cNvPr id="106" name="Gerade Verbindung mit Pfeil 105">
                <a:extLst>
                  <a:ext uri="{FF2B5EF4-FFF2-40B4-BE49-F238E27FC236}">
                    <a16:creationId xmlns:a16="http://schemas.microsoft.com/office/drawing/2014/main" id="{3EB05616-2539-C760-285B-A0ABAFDA63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582936" y="6447913"/>
                <a:ext cx="462453" cy="44150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Gerade Verbindung mit Pfeil 106">
                <a:extLst>
                  <a:ext uri="{FF2B5EF4-FFF2-40B4-BE49-F238E27FC236}">
                    <a16:creationId xmlns:a16="http://schemas.microsoft.com/office/drawing/2014/main" id="{B9A0E9CC-4B81-421A-CE9A-AE7620C522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38671" y="6889418"/>
                <a:ext cx="6718" cy="466550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8" name="Textfeld 107">
                    <a:extLst>
                      <a:ext uri="{FF2B5EF4-FFF2-40B4-BE49-F238E27FC236}">
                        <a16:creationId xmlns:a16="http://schemas.microsoft.com/office/drawing/2014/main" id="{460E441B-DC8F-1F58-BE92-207B8EB6666F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940973" y="6191162"/>
                    <a:ext cx="275424" cy="3517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i="0" dirty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3200" b="0" i="0" dirty="0" smtClean="0">
                                  <a:latin typeface="Cambria Math" panose="02040503050406030204" pitchFamily="18" charset="0"/>
                                </a:rPr>
                                <m:t>Base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08" name="Textfeld 107">
                    <a:extLst>
                      <a:ext uri="{FF2B5EF4-FFF2-40B4-BE49-F238E27FC236}">
                        <a16:creationId xmlns:a16="http://schemas.microsoft.com/office/drawing/2014/main" id="{460E441B-DC8F-1F58-BE92-207B8EB6666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940973" y="6191162"/>
                    <a:ext cx="275424" cy="35170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r="-6907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Textfeld 108">
                    <a:extLst>
                      <a:ext uri="{FF2B5EF4-FFF2-40B4-BE49-F238E27FC236}">
                        <a16:creationId xmlns:a16="http://schemas.microsoft.com/office/drawing/2014/main" id="{20BBD46F-DF2E-23EC-66D2-50B28C93220E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721570" y="6745006"/>
                    <a:ext cx="346982" cy="3517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3200" b="0" i="0" dirty="0" smtClean="0">
                                  <a:latin typeface="Cambria Math" panose="02040503050406030204" pitchFamily="18" charset="0"/>
                                </a:rPr>
                                <m:t>Base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09" name="Textfeld 108">
                    <a:extLst>
                      <a:ext uri="{FF2B5EF4-FFF2-40B4-BE49-F238E27FC236}">
                        <a16:creationId xmlns:a16="http://schemas.microsoft.com/office/drawing/2014/main" id="{20BBD46F-DF2E-23EC-66D2-50B28C9322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721570" y="6745006"/>
                    <a:ext cx="346982" cy="35170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3008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" name="Textfeld 109">
                    <a:extLst>
                      <a:ext uri="{FF2B5EF4-FFF2-40B4-BE49-F238E27FC236}">
                        <a16:creationId xmlns:a16="http://schemas.microsoft.com/office/drawing/2014/main" id="{F96FAE1C-8538-8188-30CD-762FFED3C7B6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871898" y="7351052"/>
                    <a:ext cx="224707" cy="3517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i="0" dirty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3200" b="0" i="0" dirty="0" smtClean="0">
                                  <a:latin typeface="Cambria Math" panose="02040503050406030204" pitchFamily="18" charset="0"/>
                                </a:rPr>
                                <m:t>Base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10" name="Textfeld 109">
                    <a:extLst>
                      <a:ext uri="{FF2B5EF4-FFF2-40B4-BE49-F238E27FC236}">
                        <a16:creationId xmlns:a16="http://schemas.microsoft.com/office/drawing/2014/main" id="{F96FAE1C-8538-8188-30CD-762FFED3C7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871898" y="7351052"/>
                    <a:ext cx="224707" cy="35170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9625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1" name="Gerader Verbinder 110">
                <a:extLst>
                  <a:ext uri="{FF2B5EF4-FFF2-40B4-BE49-F238E27FC236}">
                    <a16:creationId xmlns:a16="http://schemas.microsoft.com/office/drawing/2014/main" id="{CE9E845E-BC17-57BE-D86F-78CBC7B96C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45389" y="6889418"/>
                <a:ext cx="1013460" cy="0"/>
              </a:xfrm>
              <a:prstGeom prst="line">
                <a:avLst/>
              </a:prstGeom>
              <a:ln w="3810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Gerade Verbindung mit Pfeil 111">
                <a:extLst>
                  <a:ext uri="{FF2B5EF4-FFF2-40B4-BE49-F238E27FC236}">
                    <a16:creationId xmlns:a16="http://schemas.microsoft.com/office/drawing/2014/main" id="{D3F15F62-8BA1-A2FA-FBA9-A00DAC055BE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77649" y="6889418"/>
                <a:ext cx="1037151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4" name="Gerade Verbindung mit Pfeil 113">
              <a:extLst>
                <a:ext uri="{FF2B5EF4-FFF2-40B4-BE49-F238E27FC236}">
                  <a16:creationId xmlns:a16="http://schemas.microsoft.com/office/drawing/2014/main" id="{C8705E9E-2AB5-BB9F-DC94-6A605AC321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9549" y="5908268"/>
              <a:ext cx="0" cy="2729770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Gerade Verbindung mit Pfeil 120">
              <a:extLst>
                <a:ext uri="{FF2B5EF4-FFF2-40B4-BE49-F238E27FC236}">
                  <a16:creationId xmlns:a16="http://schemas.microsoft.com/office/drawing/2014/main" id="{D8C2CE2B-C577-7E41-16C0-AE6AF87E26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9549" y="8648366"/>
              <a:ext cx="0" cy="1504440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Gerade Verbindung mit Pfeil 135">
              <a:extLst>
                <a:ext uri="{FF2B5EF4-FFF2-40B4-BE49-F238E27FC236}">
                  <a16:creationId xmlns:a16="http://schemas.microsoft.com/office/drawing/2014/main" id="{BAB8FBCE-C5C3-670D-F969-C7671A685E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9549" y="3352254"/>
              <a:ext cx="0" cy="2520604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748DB721-034D-C065-3779-10B153BF9C0E}"/>
                </a:ext>
              </a:extLst>
            </p:cNvPr>
            <p:cNvGrpSpPr/>
            <p:nvPr/>
          </p:nvGrpSpPr>
          <p:grpSpPr>
            <a:xfrm>
              <a:off x="1510204" y="1922874"/>
              <a:ext cx="3165033" cy="2532618"/>
              <a:chOff x="1476322" y="277175"/>
              <a:chExt cx="3165032" cy="2532620"/>
            </a:xfrm>
          </p:grpSpPr>
          <p:cxnSp>
            <p:nvCxnSpPr>
              <p:cNvPr id="138" name="Gerade Verbindung mit Pfeil 137">
                <a:extLst>
                  <a:ext uri="{FF2B5EF4-FFF2-40B4-BE49-F238E27FC236}">
                    <a16:creationId xmlns:a16="http://schemas.microsoft.com/office/drawing/2014/main" id="{2819CE9B-8319-A2AE-9653-BCD4D0C9FD8E}"/>
                  </a:ext>
                </a:extLst>
              </p:cNvPr>
              <p:cNvCxnSpPr>
                <a:cxnSpLocks/>
                <a:endCxn id="140" idx="2"/>
              </p:cNvCxnSpPr>
              <p:nvPr/>
            </p:nvCxnSpPr>
            <p:spPr>
              <a:xfrm flipV="1">
                <a:off x="2965360" y="861950"/>
                <a:ext cx="1" cy="83088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Gerade Verbindung mit Pfeil 138">
                <a:extLst>
                  <a:ext uri="{FF2B5EF4-FFF2-40B4-BE49-F238E27FC236}">
                    <a16:creationId xmlns:a16="http://schemas.microsoft.com/office/drawing/2014/main" id="{BE9409D7-61DB-EFAC-11C8-4E30DAF714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96657" y="1692836"/>
                <a:ext cx="868703" cy="13719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0" name="Textfeld 139">
                    <a:extLst>
                      <a:ext uri="{FF2B5EF4-FFF2-40B4-BE49-F238E27FC236}">
                        <a16:creationId xmlns:a16="http://schemas.microsoft.com/office/drawing/2014/main" id="{B09D00AA-1601-091D-3766-00D81646AD09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736392" y="277175"/>
                    <a:ext cx="457939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i="0" dirty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de-DE" sz="3200" b="0" i="0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40" name="Textfeld 139">
                    <a:extLst>
                      <a:ext uri="{FF2B5EF4-FFF2-40B4-BE49-F238E27FC236}">
                        <a16:creationId xmlns:a16="http://schemas.microsoft.com/office/drawing/2014/main" id="{B09D00AA-1601-091D-3766-00D81646AD0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736392" y="277175"/>
                    <a:ext cx="457939" cy="58477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1" name="Textfeld 140">
                    <a:extLst>
                      <a:ext uri="{FF2B5EF4-FFF2-40B4-BE49-F238E27FC236}">
                        <a16:creationId xmlns:a16="http://schemas.microsoft.com/office/drawing/2014/main" id="{28560CEC-36D0-C858-0BC1-29B3D535F91B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781486" y="2225020"/>
                    <a:ext cx="576916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de-DE" sz="3200" b="0" i="0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41" name="Textfeld 140">
                    <a:extLst>
                      <a:ext uri="{FF2B5EF4-FFF2-40B4-BE49-F238E27FC236}">
                        <a16:creationId xmlns:a16="http://schemas.microsoft.com/office/drawing/2014/main" id="{28560CEC-36D0-C858-0BC1-29B3D535F91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781486" y="2225020"/>
                    <a:ext cx="576916" cy="58477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2" name="Textfeld 141">
                    <a:extLst>
                      <a:ext uri="{FF2B5EF4-FFF2-40B4-BE49-F238E27FC236}">
                        <a16:creationId xmlns:a16="http://schemas.microsoft.com/office/drawing/2014/main" id="{B1124205-6DE9-7914-C6F6-3E287AEE63D0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476322" y="1292045"/>
                    <a:ext cx="373613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b="0" i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de-DE" sz="32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42" name="Textfeld 141">
                    <a:extLst>
                      <a:ext uri="{FF2B5EF4-FFF2-40B4-BE49-F238E27FC236}">
                        <a16:creationId xmlns:a16="http://schemas.microsoft.com/office/drawing/2014/main" id="{B1124205-6DE9-7914-C6F6-3E287AEE63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476322" y="1292045"/>
                    <a:ext cx="373613" cy="58477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4" name="Gerade Verbindung mit Pfeil 143">
                <a:extLst>
                  <a:ext uri="{FF2B5EF4-FFF2-40B4-BE49-F238E27FC236}">
                    <a16:creationId xmlns:a16="http://schemas.microsoft.com/office/drawing/2014/main" id="{EAD2399D-689D-A72B-9508-3D4597EBEE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95062" y="1664095"/>
                <a:ext cx="698900" cy="768991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Gerader Verbinder 146">
                <a:extLst>
                  <a:ext uri="{FF2B5EF4-FFF2-40B4-BE49-F238E27FC236}">
                    <a16:creationId xmlns:a16="http://schemas.microsoft.com/office/drawing/2014/main" id="{BBFB9CFE-8DB8-C06D-9CC2-7F3CDA587D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8535" y="1692836"/>
                <a:ext cx="1752819" cy="0"/>
              </a:xfrm>
              <a:prstGeom prst="line">
                <a:avLst/>
              </a:prstGeom>
              <a:ln w="38100">
                <a:solidFill>
                  <a:srgbClr val="00B05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1798379A-BF49-4ED1-83D4-7368B3EDD546}"/>
                </a:ext>
              </a:extLst>
            </p:cNvPr>
            <p:cNvSpPr txBox="1"/>
            <p:nvPr/>
          </p:nvSpPr>
          <p:spPr>
            <a:xfrm>
              <a:off x="4479549" y="9281344"/>
              <a:ext cx="137019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10 cm</a:t>
              </a:r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0E05C1FF-6B28-5EBF-F8FF-AD1053DECBA4}"/>
                </a:ext>
              </a:extLst>
            </p:cNvPr>
            <p:cNvSpPr txBox="1"/>
            <p:nvPr/>
          </p:nvSpPr>
          <p:spPr>
            <a:xfrm>
              <a:off x="4675237" y="6560786"/>
              <a:ext cx="137019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30 cm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557FEAE3-3000-2C6C-45DC-03764EF89274}"/>
                </a:ext>
              </a:extLst>
            </p:cNvPr>
            <p:cNvSpPr txBox="1"/>
            <p:nvPr/>
          </p:nvSpPr>
          <p:spPr>
            <a:xfrm>
              <a:off x="4675237" y="3974101"/>
              <a:ext cx="137019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25 cm</a:t>
              </a:r>
            </a:p>
          </p:txBody>
        </p:sp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222E4F43-83A2-399A-EC00-8BC8EFCE0481}"/>
                </a:ext>
              </a:extLst>
            </p:cNvPr>
            <p:cNvGrpSpPr/>
            <p:nvPr/>
          </p:nvGrpSpPr>
          <p:grpSpPr>
            <a:xfrm>
              <a:off x="1221746" y="7232706"/>
              <a:ext cx="3608060" cy="1808083"/>
              <a:chOff x="1221746" y="7232711"/>
              <a:chExt cx="3608059" cy="1808084"/>
            </a:xfrm>
          </p:grpSpPr>
          <p:grpSp>
            <p:nvGrpSpPr>
              <p:cNvPr id="85" name="Gruppieren 84">
                <a:extLst>
                  <a:ext uri="{FF2B5EF4-FFF2-40B4-BE49-F238E27FC236}">
                    <a16:creationId xmlns:a16="http://schemas.microsoft.com/office/drawing/2014/main" id="{057F31F1-2B64-D540-5CAC-9C40FFF8CD0B}"/>
                  </a:ext>
                </a:extLst>
              </p:cNvPr>
              <p:cNvGrpSpPr/>
              <p:nvPr/>
            </p:nvGrpSpPr>
            <p:grpSpPr>
              <a:xfrm>
                <a:off x="1221746" y="7232711"/>
                <a:ext cx="3608059" cy="1693398"/>
                <a:chOff x="2981773" y="6037979"/>
                <a:chExt cx="2170040" cy="1018482"/>
              </a:xfrm>
            </p:grpSpPr>
            <p:cxnSp>
              <p:nvCxnSpPr>
                <p:cNvPr id="22" name="Gerade Verbindung mit Pfeil 21">
                  <a:extLst>
                    <a:ext uri="{FF2B5EF4-FFF2-40B4-BE49-F238E27FC236}">
                      <a16:creationId xmlns:a16="http://schemas.microsoft.com/office/drawing/2014/main" id="{1C61DB60-FADD-C036-5E40-5E548BF1C8B7}"/>
                    </a:ext>
                  </a:extLst>
                </p:cNvPr>
                <p:cNvCxnSpPr>
                  <a:cxnSpLocks/>
                  <a:endCxn id="24" idx="2"/>
                </p:cNvCxnSpPr>
                <p:nvPr/>
              </p:nvCxnSpPr>
              <p:spPr>
                <a:xfrm flipV="1">
                  <a:off x="4045389" y="6389688"/>
                  <a:ext cx="1" cy="499731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Gerade Verbindung mit Pfeil 22">
                  <a:extLst>
                    <a:ext uri="{FF2B5EF4-FFF2-40B4-BE49-F238E27FC236}">
                      <a16:creationId xmlns:a16="http://schemas.microsoft.com/office/drawing/2014/main" id="{F0BCFD08-B672-A7C8-FA5A-4976B6212D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698407" y="6560150"/>
                  <a:ext cx="346982" cy="329268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Textfeld 23">
                      <a:extLst>
                        <a:ext uri="{FF2B5EF4-FFF2-40B4-BE49-F238E27FC236}">
                          <a16:creationId xmlns:a16="http://schemas.microsoft.com/office/drawing/2014/main" id="{26400A67-7684-8DF8-8D30-D4315543A21D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907678" y="6037979"/>
                      <a:ext cx="275424" cy="3517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sz="3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3200" i="0" dirty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de-DE" sz="32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de-DE" sz="3200" dirty="0"/>
                    </a:p>
                  </p:txBody>
                </p:sp>
              </mc:Choice>
              <mc:Fallback xmlns="">
                <p:sp>
                  <p:nvSpPr>
                    <p:cNvPr id="24" name="Textfeld 23">
                      <a:extLst>
                        <a:ext uri="{FF2B5EF4-FFF2-40B4-BE49-F238E27FC236}">
                          <a16:creationId xmlns:a16="http://schemas.microsoft.com/office/drawing/2014/main" id="{26400A67-7684-8DF8-8D30-D4315543A21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3907678" y="6037979"/>
                      <a:ext cx="275424" cy="35170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Textfeld 24">
                      <a:extLst>
                        <a:ext uri="{FF2B5EF4-FFF2-40B4-BE49-F238E27FC236}">
                          <a16:creationId xmlns:a16="http://schemas.microsoft.com/office/drawing/2014/main" id="{50BD2AE8-C582-8F02-0B6F-C0414EB09521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2981773" y="6704752"/>
                      <a:ext cx="346982" cy="3517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sz="32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3200" dirty="0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de-DE" sz="3200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de-DE" sz="3200" dirty="0"/>
                    </a:p>
                  </p:txBody>
                </p:sp>
              </mc:Choice>
              <mc:Fallback xmlns="">
                <p:sp>
                  <p:nvSpPr>
                    <p:cNvPr id="25" name="Textfeld 24">
                      <a:extLst>
                        <a:ext uri="{FF2B5EF4-FFF2-40B4-BE49-F238E27FC236}">
                          <a16:creationId xmlns:a16="http://schemas.microsoft.com/office/drawing/2014/main" id="{50BD2AE8-C582-8F02-0B6F-C0414EB0952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2981773" y="6704752"/>
                      <a:ext cx="346982" cy="351709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Textfeld 25">
                      <a:extLst>
                        <a:ext uri="{FF2B5EF4-FFF2-40B4-BE49-F238E27FC236}">
                          <a16:creationId xmlns:a16="http://schemas.microsoft.com/office/drawing/2014/main" id="{36EF7F29-6C1F-293B-1E36-1CED7443633C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448341" y="6242902"/>
                      <a:ext cx="224707" cy="3517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sz="3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3200" i="0" dirty="0" smtClean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de-DE" sz="32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de-DE" sz="3200" dirty="0"/>
                    </a:p>
                  </p:txBody>
                </p:sp>
              </mc:Choice>
              <mc:Fallback xmlns="">
                <p:sp>
                  <p:nvSpPr>
                    <p:cNvPr id="26" name="Textfeld 25">
                      <a:extLst>
                        <a:ext uri="{FF2B5EF4-FFF2-40B4-BE49-F238E27FC236}">
                          <a16:creationId xmlns:a16="http://schemas.microsoft.com/office/drawing/2014/main" id="{36EF7F29-6C1F-293B-1E36-1CED7443633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3448341" y="6242902"/>
                      <a:ext cx="224707" cy="351709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70" name="Gerader Verbinder 69">
                  <a:extLst>
                    <a:ext uri="{FF2B5EF4-FFF2-40B4-BE49-F238E27FC236}">
                      <a16:creationId xmlns:a16="http://schemas.microsoft.com/office/drawing/2014/main" id="{F76EF768-CBFD-0A2B-4886-652B1A4D7A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45389" y="6889418"/>
                  <a:ext cx="1106424" cy="0"/>
                </a:xfrm>
                <a:prstGeom prst="line">
                  <a:avLst/>
                </a:prstGeom>
                <a:ln w="38100">
                  <a:solidFill>
                    <a:srgbClr val="0070C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Gerade Verbindung mit Pfeil 20">
                  <a:extLst>
                    <a:ext uri="{FF2B5EF4-FFF2-40B4-BE49-F238E27FC236}">
                      <a16:creationId xmlns:a16="http://schemas.microsoft.com/office/drawing/2014/main" id="{AA4267AA-E9FF-6304-6EFD-D436C58EFE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28755" y="6889418"/>
                  <a:ext cx="786045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feld 15">
                    <a:extLst>
                      <a:ext uri="{FF2B5EF4-FFF2-40B4-BE49-F238E27FC236}">
                        <a16:creationId xmlns:a16="http://schemas.microsoft.com/office/drawing/2014/main" id="{07492513-B2A4-31A6-6D96-E603228B2F71}"/>
                      </a:ext>
                    </a:extLst>
                  </p:cNvPr>
                  <p:cNvSpPr txBox="1"/>
                  <p:nvPr/>
                </p:nvSpPr>
                <p:spPr>
                  <a:xfrm>
                    <a:off x="1688977" y="7984821"/>
                    <a:ext cx="335280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b="0" i="0" smtClean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6" name="Textfeld 15">
                    <a:extLst>
                      <a:ext uri="{FF2B5EF4-FFF2-40B4-BE49-F238E27FC236}">
                        <a16:creationId xmlns:a16="http://schemas.microsoft.com/office/drawing/2014/main" id="{07492513-B2A4-31A6-6D96-E603228B2F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8977" y="7984821"/>
                    <a:ext cx="335280" cy="584775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152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Pfeil: gebogen 16">
                <a:extLst>
                  <a:ext uri="{FF2B5EF4-FFF2-40B4-BE49-F238E27FC236}">
                    <a16:creationId xmlns:a16="http://schemas.microsoft.com/office/drawing/2014/main" id="{2733333E-62D1-CE38-AB5F-8A79356894FC}"/>
                  </a:ext>
                </a:extLst>
              </p:cNvPr>
              <p:cNvSpPr/>
              <p:nvPr/>
            </p:nvSpPr>
            <p:spPr>
              <a:xfrm rot="3284240" flipH="1">
                <a:off x="1652561" y="8437356"/>
                <a:ext cx="605640" cy="601238"/>
              </a:xfrm>
              <a:prstGeom prst="circularArrow">
                <a:avLst>
                  <a:gd name="adj1" fmla="val 7185"/>
                  <a:gd name="adj2" fmla="val 923709"/>
                  <a:gd name="adj3" fmla="val 20442418"/>
                  <a:gd name="adj4" fmla="val 10984637"/>
                  <a:gd name="adj5" fmla="val 13351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32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8C4E64B5-D3B7-C85A-5EDA-4B86A62E8ED5}"/>
                </a:ext>
              </a:extLst>
            </p:cNvPr>
            <p:cNvGrpSpPr/>
            <p:nvPr/>
          </p:nvGrpSpPr>
          <p:grpSpPr>
            <a:xfrm>
              <a:off x="1221746" y="4471848"/>
              <a:ext cx="3608060" cy="1774976"/>
              <a:chOff x="1221746" y="3648891"/>
              <a:chExt cx="3608059" cy="1774977"/>
            </a:xfrm>
          </p:grpSpPr>
          <p:grpSp>
            <p:nvGrpSpPr>
              <p:cNvPr id="97" name="Gruppieren 96">
                <a:extLst>
                  <a:ext uri="{FF2B5EF4-FFF2-40B4-BE49-F238E27FC236}">
                    <a16:creationId xmlns:a16="http://schemas.microsoft.com/office/drawing/2014/main" id="{2FF09B91-206A-0F02-F517-B113979E0CC7}"/>
                  </a:ext>
                </a:extLst>
              </p:cNvPr>
              <p:cNvGrpSpPr/>
              <p:nvPr/>
            </p:nvGrpSpPr>
            <p:grpSpPr>
              <a:xfrm>
                <a:off x="1221746" y="3648891"/>
                <a:ext cx="3608059" cy="1693398"/>
                <a:chOff x="2981773" y="6037979"/>
                <a:chExt cx="2170040" cy="1018482"/>
              </a:xfrm>
            </p:grpSpPr>
            <p:cxnSp>
              <p:nvCxnSpPr>
                <p:cNvPr id="98" name="Gerade Verbindung mit Pfeil 97">
                  <a:extLst>
                    <a:ext uri="{FF2B5EF4-FFF2-40B4-BE49-F238E27FC236}">
                      <a16:creationId xmlns:a16="http://schemas.microsoft.com/office/drawing/2014/main" id="{076B0058-223B-94F1-C0C1-EDE04F4DBD9B}"/>
                    </a:ext>
                  </a:extLst>
                </p:cNvPr>
                <p:cNvCxnSpPr>
                  <a:cxnSpLocks/>
                  <a:endCxn id="100" idx="2"/>
                </p:cNvCxnSpPr>
                <p:nvPr/>
              </p:nvCxnSpPr>
              <p:spPr>
                <a:xfrm flipV="1">
                  <a:off x="4045389" y="6389688"/>
                  <a:ext cx="1" cy="499731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Gerade Verbindung mit Pfeil 98">
                  <a:extLst>
                    <a:ext uri="{FF2B5EF4-FFF2-40B4-BE49-F238E27FC236}">
                      <a16:creationId xmlns:a16="http://schemas.microsoft.com/office/drawing/2014/main" id="{149BE14D-F8CE-D611-E1D1-39013940AA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698407" y="6560150"/>
                  <a:ext cx="346982" cy="329268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0" name="Textfeld 99">
                      <a:extLst>
                        <a:ext uri="{FF2B5EF4-FFF2-40B4-BE49-F238E27FC236}">
                          <a16:creationId xmlns:a16="http://schemas.microsoft.com/office/drawing/2014/main" id="{0899677E-1740-3E53-B574-015C6BC0E643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907678" y="6037979"/>
                      <a:ext cx="275424" cy="3517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sz="3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3200" i="0" dirty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de-DE" sz="3200" b="0" i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de-DE" sz="3200" dirty="0"/>
                    </a:p>
                  </p:txBody>
                </p:sp>
              </mc:Choice>
              <mc:Fallback xmlns="">
                <p:sp>
                  <p:nvSpPr>
                    <p:cNvPr id="100" name="Textfeld 99">
                      <a:extLst>
                        <a:ext uri="{FF2B5EF4-FFF2-40B4-BE49-F238E27FC236}">
                          <a16:creationId xmlns:a16="http://schemas.microsoft.com/office/drawing/2014/main" id="{0899677E-1740-3E53-B574-015C6BC0E64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3907678" y="6037979"/>
                      <a:ext cx="275424" cy="351709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1" name="Textfeld 100">
                      <a:extLst>
                        <a:ext uri="{FF2B5EF4-FFF2-40B4-BE49-F238E27FC236}">
                          <a16:creationId xmlns:a16="http://schemas.microsoft.com/office/drawing/2014/main" id="{F9DC249A-9650-F302-353E-132DDB4A37D8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2981773" y="6704752"/>
                      <a:ext cx="346982" cy="3517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sz="32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3200" dirty="0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de-DE" sz="3200" b="0" i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de-DE" sz="3200" dirty="0"/>
                    </a:p>
                  </p:txBody>
                </p:sp>
              </mc:Choice>
              <mc:Fallback xmlns="">
                <p:sp>
                  <p:nvSpPr>
                    <p:cNvPr id="101" name="Textfeld 100">
                      <a:extLst>
                        <a:ext uri="{FF2B5EF4-FFF2-40B4-BE49-F238E27FC236}">
                          <a16:creationId xmlns:a16="http://schemas.microsoft.com/office/drawing/2014/main" id="{F9DC249A-9650-F302-353E-132DDB4A37D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2981773" y="6704752"/>
                      <a:ext cx="346982" cy="351709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2" name="Textfeld 101">
                      <a:extLst>
                        <a:ext uri="{FF2B5EF4-FFF2-40B4-BE49-F238E27FC236}">
                          <a16:creationId xmlns:a16="http://schemas.microsoft.com/office/drawing/2014/main" id="{69D27BA2-A137-A851-BCDA-FCAAC0264B91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448341" y="6242903"/>
                      <a:ext cx="224707" cy="3517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sz="3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3200" i="0" dirty="0" smtClean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de-DE" sz="3200" b="0" i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de-DE" sz="3200" dirty="0"/>
                    </a:p>
                  </p:txBody>
                </p:sp>
              </mc:Choice>
              <mc:Fallback xmlns="">
                <p:sp>
                  <p:nvSpPr>
                    <p:cNvPr id="102" name="Textfeld 101">
                      <a:extLst>
                        <a:ext uri="{FF2B5EF4-FFF2-40B4-BE49-F238E27FC236}">
                          <a16:creationId xmlns:a16="http://schemas.microsoft.com/office/drawing/2014/main" id="{69D27BA2-A137-A851-BCDA-FCAAC0264B9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3448341" y="6242903"/>
                      <a:ext cx="224707" cy="351709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03" name="Gerader Verbinder 102">
                  <a:extLst>
                    <a:ext uri="{FF2B5EF4-FFF2-40B4-BE49-F238E27FC236}">
                      <a16:creationId xmlns:a16="http://schemas.microsoft.com/office/drawing/2014/main" id="{4ECEEF8B-5DEA-00FD-ABB9-1F273FFEFB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45389" y="6889418"/>
                  <a:ext cx="1106424" cy="0"/>
                </a:xfrm>
                <a:prstGeom prst="line">
                  <a:avLst/>
                </a:prstGeom>
                <a:ln w="38100">
                  <a:solidFill>
                    <a:srgbClr val="0070C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Gerade Verbindung mit Pfeil 103">
                  <a:extLst>
                    <a:ext uri="{FF2B5EF4-FFF2-40B4-BE49-F238E27FC236}">
                      <a16:creationId xmlns:a16="http://schemas.microsoft.com/office/drawing/2014/main" id="{BF8D0D75-23B4-46E2-D657-F6F281069C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28755" y="6889418"/>
                  <a:ext cx="786045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feld 17">
                    <a:extLst>
                      <a:ext uri="{FF2B5EF4-FFF2-40B4-BE49-F238E27FC236}">
                        <a16:creationId xmlns:a16="http://schemas.microsoft.com/office/drawing/2014/main" id="{252174CC-C827-5AE0-F0F9-E51060EF043F}"/>
                      </a:ext>
                    </a:extLst>
                  </p:cNvPr>
                  <p:cNvSpPr txBox="1"/>
                  <p:nvPr/>
                </p:nvSpPr>
                <p:spPr>
                  <a:xfrm>
                    <a:off x="1634167" y="4369772"/>
                    <a:ext cx="335280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b="0" i="0" smtClean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8" name="Textfeld 17">
                    <a:extLst>
                      <a:ext uri="{FF2B5EF4-FFF2-40B4-BE49-F238E27FC236}">
                        <a16:creationId xmlns:a16="http://schemas.microsoft.com/office/drawing/2014/main" id="{252174CC-C827-5AE0-F0F9-E51060EF04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34167" y="4369772"/>
                    <a:ext cx="335280" cy="584775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r="-1690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" name="Pfeil: gebogen 18">
                <a:extLst>
                  <a:ext uri="{FF2B5EF4-FFF2-40B4-BE49-F238E27FC236}">
                    <a16:creationId xmlns:a16="http://schemas.microsoft.com/office/drawing/2014/main" id="{A8B1F3D9-E51E-5413-C4D2-C9189F0A60BD}"/>
                  </a:ext>
                </a:extLst>
              </p:cNvPr>
              <p:cNvSpPr/>
              <p:nvPr/>
            </p:nvSpPr>
            <p:spPr>
              <a:xfrm rot="3284240" flipH="1">
                <a:off x="1667285" y="4844383"/>
                <a:ext cx="581598" cy="577371"/>
              </a:xfrm>
              <a:prstGeom prst="circularArrow">
                <a:avLst>
                  <a:gd name="adj1" fmla="val 7185"/>
                  <a:gd name="adj2" fmla="val 923709"/>
                  <a:gd name="adj3" fmla="val 20442418"/>
                  <a:gd name="adj4" fmla="val 10984637"/>
                  <a:gd name="adj5" fmla="val 13351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3200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08251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68220693-A844-AF27-31AE-8FD92ACE91E9}"/>
              </a:ext>
            </a:extLst>
          </p:cNvPr>
          <p:cNvGrpSpPr/>
          <p:nvPr/>
        </p:nvGrpSpPr>
        <p:grpSpPr>
          <a:xfrm>
            <a:off x="789114" y="277175"/>
            <a:ext cx="5279771" cy="11637650"/>
            <a:chOff x="306861" y="3247338"/>
            <a:chExt cx="3175479" cy="6999378"/>
          </a:xfrm>
        </p:grpSpPr>
        <p:sp>
          <p:nvSpPr>
            <p:cNvPr id="123" name="Zylinder 122">
              <a:extLst>
                <a:ext uri="{FF2B5EF4-FFF2-40B4-BE49-F238E27FC236}">
                  <a16:creationId xmlns:a16="http://schemas.microsoft.com/office/drawing/2014/main" id="{CBF02764-9737-1E05-5415-565BF38155D8}"/>
                </a:ext>
              </a:extLst>
            </p:cNvPr>
            <p:cNvSpPr/>
            <p:nvPr/>
          </p:nvSpPr>
          <p:spPr>
            <a:xfrm>
              <a:off x="988332" y="9011220"/>
              <a:ext cx="1284696" cy="889568"/>
            </a:xfrm>
            <a:prstGeom prst="can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Würfel 123">
              <a:extLst>
                <a:ext uri="{FF2B5EF4-FFF2-40B4-BE49-F238E27FC236}">
                  <a16:creationId xmlns:a16="http://schemas.microsoft.com/office/drawing/2014/main" id="{04D6890C-0C5A-47CC-C7BA-AFE783E9F95B}"/>
                </a:ext>
              </a:extLst>
            </p:cNvPr>
            <p:cNvSpPr/>
            <p:nvPr/>
          </p:nvSpPr>
          <p:spPr>
            <a:xfrm flipH="1">
              <a:off x="1413302" y="8338753"/>
              <a:ext cx="404023" cy="834235"/>
            </a:xfrm>
            <a:prstGeom prst="cube">
              <a:avLst>
                <a:gd name="adj" fmla="val 17858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Zylinder 3">
              <a:extLst>
                <a:ext uri="{FF2B5EF4-FFF2-40B4-BE49-F238E27FC236}">
                  <a16:creationId xmlns:a16="http://schemas.microsoft.com/office/drawing/2014/main" id="{E2B37896-680D-305F-F309-8EB729150505}"/>
                </a:ext>
              </a:extLst>
            </p:cNvPr>
            <p:cNvSpPr/>
            <p:nvPr/>
          </p:nvSpPr>
          <p:spPr>
            <a:xfrm rot="16200000">
              <a:off x="1421154" y="7847929"/>
              <a:ext cx="342393" cy="855982"/>
            </a:xfrm>
            <a:prstGeom prst="can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Würfel 6">
              <a:extLst>
                <a:ext uri="{FF2B5EF4-FFF2-40B4-BE49-F238E27FC236}">
                  <a16:creationId xmlns:a16="http://schemas.microsoft.com/office/drawing/2014/main" id="{7783CC95-3B0E-2EBC-3759-89C5EF63403D}"/>
                </a:ext>
              </a:extLst>
            </p:cNvPr>
            <p:cNvSpPr/>
            <p:nvPr/>
          </p:nvSpPr>
          <p:spPr>
            <a:xfrm flipH="1">
              <a:off x="1421153" y="6214716"/>
              <a:ext cx="404023" cy="1972182"/>
            </a:xfrm>
            <a:prstGeom prst="cube">
              <a:avLst>
                <a:gd name="adj" fmla="val 17858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Zylinder 7">
              <a:extLst>
                <a:ext uri="{FF2B5EF4-FFF2-40B4-BE49-F238E27FC236}">
                  <a16:creationId xmlns:a16="http://schemas.microsoft.com/office/drawing/2014/main" id="{E5676AC1-EC7E-2CE8-D48C-B6A55B3DF2E7}"/>
                </a:ext>
              </a:extLst>
            </p:cNvPr>
            <p:cNvSpPr/>
            <p:nvPr/>
          </p:nvSpPr>
          <p:spPr>
            <a:xfrm rot="16200000">
              <a:off x="1421154" y="5697703"/>
              <a:ext cx="342393" cy="855982"/>
            </a:xfrm>
            <a:prstGeom prst="can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Würfel 8">
              <a:extLst>
                <a:ext uri="{FF2B5EF4-FFF2-40B4-BE49-F238E27FC236}">
                  <a16:creationId xmlns:a16="http://schemas.microsoft.com/office/drawing/2014/main" id="{D5D370D3-7F65-F532-DAB8-332320913891}"/>
                </a:ext>
              </a:extLst>
            </p:cNvPr>
            <p:cNvSpPr/>
            <p:nvPr/>
          </p:nvSpPr>
          <p:spPr>
            <a:xfrm flipH="1">
              <a:off x="1421153" y="4064490"/>
              <a:ext cx="404023" cy="1972182"/>
            </a:xfrm>
            <a:prstGeom prst="cube">
              <a:avLst>
                <a:gd name="adj" fmla="val 17858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5" name="Gruppieren 84">
              <a:extLst>
                <a:ext uri="{FF2B5EF4-FFF2-40B4-BE49-F238E27FC236}">
                  <a16:creationId xmlns:a16="http://schemas.microsoft.com/office/drawing/2014/main" id="{057F31F1-2B64-D540-5CAC-9C40FFF8CD0B}"/>
                </a:ext>
              </a:extLst>
            </p:cNvPr>
            <p:cNvGrpSpPr/>
            <p:nvPr/>
          </p:nvGrpSpPr>
          <p:grpSpPr>
            <a:xfrm>
              <a:off x="567064" y="7430696"/>
              <a:ext cx="2170040" cy="1036105"/>
              <a:chOff x="2981773" y="6037979"/>
              <a:chExt cx="2170040" cy="1036105"/>
            </a:xfrm>
          </p:grpSpPr>
          <p:cxnSp>
            <p:nvCxnSpPr>
              <p:cNvPr id="22" name="Gerade Verbindung mit Pfeil 21">
                <a:extLst>
                  <a:ext uri="{FF2B5EF4-FFF2-40B4-BE49-F238E27FC236}">
                    <a16:creationId xmlns:a16="http://schemas.microsoft.com/office/drawing/2014/main" id="{1C61DB60-FADD-C036-5E40-5E548BF1C8B7}"/>
                  </a:ext>
                </a:extLst>
              </p:cNvPr>
              <p:cNvCxnSpPr>
                <a:cxnSpLocks/>
                <a:endCxn id="24" idx="2"/>
              </p:cNvCxnSpPr>
              <p:nvPr/>
            </p:nvCxnSpPr>
            <p:spPr>
              <a:xfrm flipV="1">
                <a:off x="4045389" y="6407311"/>
                <a:ext cx="1" cy="48210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 Verbindung mit Pfeil 22">
                <a:extLst>
                  <a:ext uri="{FF2B5EF4-FFF2-40B4-BE49-F238E27FC236}">
                    <a16:creationId xmlns:a16="http://schemas.microsoft.com/office/drawing/2014/main" id="{F0BCFD08-B672-A7C8-FA5A-4976B6212D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98407" y="6560150"/>
                <a:ext cx="346982" cy="329268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feld 23">
                    <a:extLst>
                      <a:ext uri="{FF2B5EF4-FFF2-40B4-BE49-F238E27FC236}">
                        <a16:creationId xmlns:a16="http://schemas.microsoft.com/office/drawing/2014/main" id="{26400A67-7684-8DF8-8D30-D4315543A21D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907678" y="6037979"/>
                    <a:ext cx="27542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i="0" dirty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de-DE" b="0" i="0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de-DE" dirty="0"/>
                  </a:p>
                </p:txBody>
              </p:sp>
            </mc:Choice>
            <mc:Fallback xmlns="">
              <p:sp>
                <p:nvSpPr>
                  <p:cNvPr id="24" name="Textfeld 23">
                    <a:extLst>
                      <a:ext uri="{FF2B5EF4-FFF2-40B4-BE49-F238E27FC236}">
                        <a16:creationId xmlns:a16="http://schemas.microsoft.com/office/drawing/2014/main" id="{26400A67-7684-8DF8-8D30-D4315543A21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907678" y="6037979"/>
                    <a:ext cx="275424" cy="3693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feld 24">
                    <a:extLst>
                      <a:ext uri="{FF2B5EF4-FFF2-40B4-BE49-F238E27FC236}">
                        <a16:creationId xmlns:a16="http://schemas.microsoft.com/office/drawing/2014/main" id="{50BD2AE8-C582-8F02-0B6F-C0414EB09521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981773" y="6704752"/>
                    <a:ext cx="34698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de-DE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de-DE" dirty="0"/>
                  </a:p>
                </p:txBody>
              </p:sp>
            </mc:Choice>
            <mc:Fallback xmlns="">
              <p:sp>
                <p:nvSpPr>
                  <p:cNvPr id="25" name="Textfeld 24">
                    <a:extLst>
                      <a:ext uri="{FF2B5EF4-FFF2-40B4-BE49-F238E27FC236}">
                        <a16:creationId xmlns:a16="http://schemas.microsoft.com/office/drawing/2014/main" id="{50BD2AE8-C582-8F02-0B6F-C0414EB095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981773" y="6704752"/>
                    <a:ext cx="346982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feld 25">
                    <a:extLst>
                      <a:ext uri="{FF2B5EF4-FFF2-40B4-BE49-F238E27FC236}">
                        <a16:creationId xmlns:a16="http://schemas.microsoft.com/office/drawing/2014/main" id="{36EF7F29-6C1F-293B-1E36-1CED7443633C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448341" y="6242902"/>
                    <a:ext cx="22470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i="0" dirty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de-DE" b="0" i="0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de-DE" dirty="0"/>
                  </a:p>
                </p:txBody>
              </p:sp>
            </mc:Choice>
            <mc:Fallback xmlns="">
              <p:sp>
                <p:nvSpPr>
                  <p:cNvPr id="26" name="Textfeld 25">
                    <a:extLst>
                      <a:ext uri="{FF2B5EF4-FFF2-40B4-BE49-F238E27FC236}">
                        <a16:creationId xmlns:a16="http://schemas.microsoft.com/office/drawing/2014/main" id="{36EF7F29-6C1F-293B-1E36-1CED744363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448341" y="6242902"/>
                    <a:ext cx="224707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0" name="Gerader Verbinder 69">
                <a:extLst>
                  <a:ext uri="{FF2B5EF4-FFF2-40B4-BE49-F238E27FC236}">
                    <a16:creationId xmlns:a16="http://schemas.microsoft.com/office/drawing/2014/main" id="{F76EF768-CBFD-0A2B-4886-652B1A4D7A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45389" y="6889418"/>
                <a:ext cx="1106424" cy="0"/>
              </a:xfrm>
              <a:prstGeom prst="line">
                <a:avLst/>
              </a:prstGeom>
              <a:ln w="3810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 Verbindung mit Pfeil 20">
                <a:extLst>
                  <a:ext uri="{FF2B5EF4-FFF2-40B4-BE49-F238E27FC236}">
                    <a16:creationId xmlns:a16="http://schemas.microsoft.com/office/drawing/2014/main" id="{AA4267AA-E9FF-6304-6EFD-D436C58EFE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28755" y="6889418"/>
                <a:ext cx="786045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7" name="Gruppieren 96">
              <a:extLst>
                <a:ext uri="{FF2B5EF4-FFF2-40B4-BE49-F238E27FC236}">
                  <a16:creationId xmlns:a16="http://schemas.microsoft.com/office/drawing/2014/main" id="{2FF09B91-206A-0F02-F517-B113979E0CC7}"/>
                </a:ext>
              </a:extLst>
            </p:cNvPr>
            <p:cNvGrpSpPr/>
            <p:nvPr/>
          </p:nvGrpSpPr>
          <p:grpSpPr>
            <a:xfrm>
              <a:off x="567064" y="5275234"/>
              <a:ext cx="2170040" cy="1036105"/>
              <a:chOff x="2981773" y="6037979"/>
              <a:chExt cx="2170040" cy="1036105"/>
            </a:xfrm>
          </p:grpSpPr>
          <p:cxnSp>
            <p:nvCxnSpPr>
              <p:cNvPr id="98" name="Gerade Verbindung mit Pfeil 97">
                <a:extLst>
                  <a:ext uri="{FF2B5EF4-FFF2-40B4-BE49-F238E27FC236}">
                    <a16:creationId xmlns:a16="http://schemas.microsoft.com/office/drawing/2014/main" id="{076B0058-223B-94F1-C0C1-EDE04F4DBD9B}"/>
                  </a:ext>
                </a:extLst>
              </p:cNvPr>
              <p:cNvCxnSpPr>
                <a:cxnSpLocks/>
                <a:endCxn id="100" idx="2"/>
              </p:cNvCxnSpPr>
              <p:nvPr/>
            </p:nvCxnSpPr>
            <p:spPr>
              <a:xfrm flipV="1">
                <a:off x="4045389" y="6407311"/>
                <a:ext cx="1" cy="48210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Gerade Verbindung mit Pfeil 98">
                <a:extLst>
                  <a:ext uri="{FF2B5EF4-FFF2-40B4-BE49-F238E27FC236}">
                    <a16:creationId xmlns:a16="http://schemas.microsoft.com/office/drawing/2014/main" id="{149BE14D-F8CE-D611-E1D1-39013940AA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98407" y="6560150"/>
                <a:ext cx="346982" cy="329268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Textfeld 99">
                    <a:extLst>
                      <a:ext uri="{FF2B5EF4-FFF2-40B4-BE49-F238E27FC236}">
                        <a16:creationId xmlns:a16="http://schemas.microsoft.com/office/drawing/2014/main" id="{0899677E-1740-3E53-B574-015C6BC0E643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907678" y="6037979"/>
                    <a:ext cx="27542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i="0" dirty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de-DE" b="0" i="0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de-DE" dirty="0"/>
                  </a:p>
                </p:txBody>
              </p:sp>
            </mc:Choice>
            <mc:Fallback xmlns="">
              <p:sp>
                <p:nvSpPr>
                  <p:cNvPr id="100" name="Textfeld 99">
                    <a:extLst>
                      <a:ext uri="{FF2B5EF4-FFF2-40B4-BE49-F238E27FC236}">
                        <a16:creationId xmlns:a16="http://schemas.microsoft.com/office/drawing/2014/main" id="{0899677E-1740-3E53-B574-015C6BC0E64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907678" y="6037979"/>
                    <a:ext cx="275424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1" name="Textfeld 100">
                    <a:extLst>
                      <a:ext uri="{FF2B5EF4-FFF2-40B4-BE49-F238E27FC236}">
                        <a16:creationId xmlns:a16="http://schemas.microsoft.com/office/drawing/2014/main" id="{F9DC249A-9650-F302-353E-132DDB4A37D8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981773" y="6704752"/>
                    <a:ext cx="34698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de-DE" b="0" i="0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de-DE" dirty="0"/>
                  </a:p>
                </p:txBody>
              </p:sp>
            </mc:Choice>
            <mc:Fallback xmlns="">
              <p:sp>
                <p:nvSpPr>
                  <p:cNvPr id="101" name="Textfeld 100">
                    <a:extLst>
                      <a:ext uri="{FF2B5EF4-FFF2-40B4-BE49-F238E27FC236}">
                        <a16:creationId xmlns:a16="http://schemas.microsoft.com/office/drawing/2014/main" id="{F9DC249A-9650-F302-353E-132DDB4A37D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981773" y="6704752"/>
                    <a:ext cx="346982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" name="Textfeld 101">
                    <a:extLst>
                      <a:ext uri="{FF2B5EF4-FFF2-40B4-BE49-F238E27FC236}">
                        <a16:creationId xmlns:a16="http://schemas.microsoft.com/office/drawing/2014/main" id="{69D27BA2-A137-A851-BCDA-FCAAC0264B91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448341" y="6242902"/>
                    <a:ext cx="22470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i="0" dirty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de-DE" b="0" i="0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de-DE" dirty="0"/>
                  </a:p>
                </p:txBody>
              </p:sp>
            </mc:Choice>
            <mc:Fallback xmlns="">
              <p:sp>
                <p:nvSpPr>
                  <p:cNvPr id="102" name="Textfeld 101">
                    <a:extLst>
                      <a:ext uri="{FF2B5EF4-FFF2-40B4-BE49-F238E27FC236}">
                        <a16:creationId xmlns:a16="http://schemas.microsoft.com/office/drawing/2014/main" id="{69D27BA2-A137-A851-BCDA-FCAAC0264B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448341" y="6242902"/>
                    <a:ext cx="224707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3" name="Gerader Verbinder 102">
                <a:extLst>
                  <a:ext uri="{FF2B5EF4-FFF2-40B4-BE49-F238E27FC236}">
                    <a16:creationId xmlns:a16="http://schemas.microsoft.com/office/drawing/2014/main" id="{4ECEEF8B-5DEA-00FD-ABB9-1F273FFEFB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45389" y="6889418"/>
                <a:ext cx="1106424" cy="0"/>
              </a:xfrm>
              <a:prstGeom prst="line">
                <a:avLst/>
              </a:prstGeom>
              <a:ln w="3810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Gerade Verbindung mit Pfeil 103">
                <a:extLst>
                  <a:ext uri="{FF2B5EF4-FFF2-40B4-BE49-F238E27FC236}">
                    <a16:creationId xmlns:a16="http://schemas.microsoft.com/office/drawing/2014/main" id="{BF8D0D75-23B4-46E2-D657-F6F281069C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28755" y="6889418"/>
                <a:ext cx="786045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5" name="Gruppieren 104">
              <a:extLst>
                <a:ext uri="{FF2B5EF4-FFF2-40B4-BE49-F238E27FC236}">
                  <a16:creationId xmlns:a16="http://schemas.microsoft.com/office/drawing/2014/main" id="{D9E4B032-7741-C4E4-623D-5825A65099D5}"/>
                </a:ext>
              </a:extLst>
            </p:cNvPr>
            <p:cNvGrpSpPr/>
            <p:nvPr/>
          </p:nvGrpSpPr>
          <p:grpSpPr>
            <a:xfrm>
              <a:off x="306861" y="8559320"/>
              <a:ext cx="2337279" cy="1687396"/>
              <a:chOff x="2721570" y="6032988"/>
              <a:chExt cx="2337279" cy="1687396"/>
            </a:xfrm>
          </p:grpSpPr>
          <p:cxnSp>
            <p:nvCxnSpPr>
              <p:cNvPr id="106" name="Gerade Verbindung mit Pfeil 105">
                <a:extLst>
                  <a:ext uri="{FF2B5EF4-FFF2-40B4-BE49-F238E27FC236}">
                    <a16:creationId xmlns:a16="http://schemas.microsoft.com/office/drawing/2014/main" id="{3EB05616-2539-C760-285B-A0ABAFDA63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582936" y="6447913"/>
                <a:ext cx="462453" cy="44150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Gerade Verbindung mit Pfeil 106">
                <a:extLst>
                  <a:ext uri="{FF2B5EF4-FFF2-40B4-BE49-F238E27FC236}">
                    <a16:creationId xmlns:a16="http://schemas.microsoft.com/office/drawing/2014/main" id="{B9A0E9CC-4B81-421A-CE9A-AE7620C522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37872" y="6889418"/>
                <a:ext cx="7517" cy="522013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8" name="Textfeld 107">
                    <a:extLst>
                      <a:ext uri="{FF2B5EF4-FFF2-40B4-BE49-F238E27FC236}">
                        <a16:creationId xmlns:a16="http://schemas.microsoft.com/office/drawing/2014/main" id="{460E441B-DC8F-1F58-BE92-207B8EB6666F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167369" y="6032988"/>
                    <a:ext cx="27542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i="0" dirty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b="0" i="0" dirty="0" smtClean="0">
                                  <a:latin typeface="Cambria Math" panose="02040503050406030204" pitchFamily="18" charset="0"/>
                                </a:rPr>
                                <m:t>Base</m:t>
                              </m:r>
                            </m:sub>
                          </m:sSub>
                        </m:oMath>
                      </m:oMathPara>
                    </a14:m>
                    <a:endParaRPr lang="de-DE" dirty="0"/>
                  </a:p>
                </p:txBody>
              </p:sp>
            </mc:Choice>
            <mc:Fallback xmlns="">
              <p:sp>
                <p:nvSpPr>
                  <p:cNvPr id="108" name="Textfeld 107">
                    <a:extLst>
                      <a:ext uri="{FF2B5EF4-FFF2-40B4-BE49-F238E27FC236}">
                        <a16:creationId xmlns:a16="http://schemas.microsoft.com/office/drawing/2014/main" id="{460E441B-DC8F-1F58-BE92-207B8EB6666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167369" y="6032988"/>
                    <a:ext cx="275424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48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Textfeld 108">
                    <a:extLst>
                      <a:ext uri="{FF2B5EF4-FFF2-40B4-BE49-F238E27FC236}">
                        <a16:creationId xmlns:a16="http://schemas.microsoft.com/office/drawing/2014/main" id="{20BBD46F-DF2E-23EC-66D2-50B28C93220E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721570" y="6745006"/>
                    <a:ext cx="34698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b="0" i="0" dirty="0" smtClean="0">
                                  <a:latin typeface="Cambria Math" panose="02040503050406030204" pitchFamily="18" charset="0"/>
                                </a:rPr>
                                <m:t>Base</m:t>
                              </m:r>
                            </m:sub>
                          </m:sSub>
                        </m:oMath>
                      </m:oMathPara>
                    </a14:m>
                    <a:endParaRPr lang="de-DE" dirty="0"/>
                  </a:p>
                </p:txBody>
              </p:sp>
            </mc:Choice>
            <mc:Fallback xmlns="">
              <p:sp>
                <p:nvSpPr>
                  <p:cNvPr id="109" name="Textfeld 108">
                    <a:extLst>
                      <a:ext uri="{FF2B5EF4-FFF2-40B4-BE49-F238E27FC236}">
                        <a16:creationId xmlns:a16="http://schemas.microsoft.com/office/drawing/2014/main" id="{20BBD46F-DF2E-23EC-66D2-50B28C9322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721570" y="6745006"/>
                    <a:ext cx="346982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1368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" name="Textfeld 109">
                    <a:extLst>
                      <a:ext uri="{FF2B5EF4-FFF2-40B4-BE49-F238E27FC236}">
                        <a16:creationId xmlns:a16="http://schemas.microsoft.com/office/drawing/2014/main" id="{F96FAE1C-8538-8188-30CD-762FFED3C7B6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871898" y="7351052"/>
                    <a:ext cx="22470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i="0" dirty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b="0" i="0" dirty="0" smtClean="0">
                                  <a:latin typeface="Cambria Math" panose="02040503050406030204" pitchFamily="18" charset="0"/>
                                </a:rPr>
                                <m:t>Base</m:t>
                              </m:r>
                            </m:sub>
                          </m:sSub>
                        </m:oMath>
                      </m:oMathPara>
                    </a14:m>
                    <a:endParaRPr lang="de-DE" dirty="0"/>
                  </a:p>
                </p:txBody>
              </p:sp>
            </mc:Choice>
            <mc:Fallback xmlns="">
              <p:sp>
                <p:nvSpPr>
                  <p:cNvPr id="110" name="Textfeld 109">
                    <a:extLst>
                      <a:ext uri="{FF2B5EF4-FFF2-40B4-BE49-F238E27FC236}">
                        <a16:creationId xmlns:a16="http://schemas.microsoft.com/office/drawing/2014/main" id="{F96FAE1C-8538-8188-30CD-762FFED3C7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871898" y="7351052"/>
                    <a:ext cx="224707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7541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1" name="Gerader Verbinder 110">
                <a:extLst>
                  <a:ext uri="{FF2B5EF4-FFF2-40B4-BE49-F238E27FC236}">
                    <a16:creationId xmlns:a16="http://schemas.microsoft.com/office/drawing/2014/main" id="{CE9E845E-BC17-57BE-D86F-78CBC7B96C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45389" y="6889418"/>
                <a:ext cx="1013460" cy="0"/>
              </a:xfrm>
              <a:prstGeom prst="line">
                <a:avLst/>
              </a:prstGeom>
              <a:ln w="3810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Gerade Verbindung mit Pfeil 111">
                <a:extLst>
                  <a:ext uri="{FF2B5EF4-FFF2-40B4-BE49-F238E27FC236}">
                    <a16:creationId xmlns:a16="http://schemas.microsoft.com/office/drawing/2014/main" id="{D3F15F62-8BA1-A2FA-FBA9-A00DAC055BE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77649" y="6889418"/>
                <a:ext cx="1037151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4" name="Gerade Verbindung mit Pfeil 113">
              <a:extLst>
                <a:ext uri="{FF2B5EF4-FFF2-40B4-BE49-F238E27FC236}">
                  <a16:creationId xmlns:a16="http://schemas.microsoft.com/office/drawing/2014/main" id="{C8705E9E-2AB5-BB9F-DC94-6A605AC32149}"/>
                </a:ext>
              </a:extLst>
            </p:cNvPr>
            <p:cNvCxnSpPr/>
            <p:nvPr/>
          </p:nvCxnSpPr>
          <p:spPr>
            <a:xfrm flipV="1">
              <a:off x="2526445" y="6157808"/>
              <a:ext cx="0" cy="2118112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Gerade Verbindung mit Pfeil 120">
              <a:extLst>
                <a:ext uri="{FF2B5EF4-FFF2-40B4-BE49-F238E27FC236}">
                  <a16:creationId xmlns:a16="http://schemas.microsoft.com/office/drawing/2014/main" id="{D8C2CE2B-C577-7E41-16C0-AE6AF87E26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8825" y="8309263"/>
              <a:ext cx="0" cy="1106487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Gerade Verbindung mit Pfeil 135">
              <a:extLst>
                <a:ext uri="{FF2B5EF4-FFF2-40B4-BE49-F238E27FC236}">
                  <a16:creationId xmlns:a16="http://schemas.microsoft.com/office/drawing/2014/main" id="{BAB8FBCE-C5C3-670D-F969-C7671A685E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26445" y="4119918"/>
              <a:ext cx="0" cy="1916754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Gerade Verbindung mit Pfeil 137">
              <a:extLst>
                <a:ext uri="{FF2B5EF4-FFF2-40B4-BE49-F238E27FC236}">
                  <a16:creationId xmlns:a16="http://schemas.microsoft.com/office/drawing/2014/main" id="{2819CE9B-8319-A2AE-9653-BCD4D0C9FD8E}"/>
                </a:ext>
              </a:extLst>
            </p:cNvPr>
            <p:cNvCxnSpPr>
              <a:cxnSpLocks/>
              <a:endCxn id="140" idx="2"/>
            </p:cNvCxnSpPr>
            <p:nvPr/>
          </p:nvCxnSpPr>
          <p:spPr>
            <a:xfrm flipV="1">
              <a:off x="1615748" y="3616670"/>
              <a:ext cx="1" cy="48210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Gerade Verbindung mit Pfeil 138">
              <a:extLst>
                <a:ext uri="{FF2B5EF4-FFF2-40B4-BE49-F238E27FC236}">
                  <a16:creationId xmlns:a16="http://schemas.microsoft.com/office/drawing/2014/main" id="{BE9409D7-61DB-EFAC-11C8-4E30DAF714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3273" y="4098777"/>
              <a:ext cx="522475" cy="8251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feld 139">
                  <a:extLst>
                    <a:ext uri="{FF2B5EF4-FFF2-40B4-BE49-F238E27FC236}">
                      <a16:creationId xmlns:a16="http://schemas.microsoft.com/office/drawing/2014/main" id="{B09D00AA-1601-091D-3766-00D81646AD09}"/>
                    </a:ext>
                  </a:extLst>
                </p:cNvPr>
                <p:cNvSpPr txBox="1"/>
                <p:nvPr/>
              </p:nvSpPr>
              <p:spPr>
                <a:xfrm flipH="1">
                  <a:off x="1478037" y="3247338"/>
                  <a:ext cx="2754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40" name="Textfeld 139">
                  <a:extLst>
                    <a:ext uri="{FF2B5EF4-FFF2-40B4-BE49-F238E27FC236}">
                      <a16:creationId xmlns:a16="http://schemas.microsoft.com/office/drawing/2014/main" id="{B09D00AA-1601-091D-3766-00D81646AD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478037" y="3247338"/>
                  <a:ext cx="275424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feld 140">
                  <a:extLst>
                    <a:ext uri="{FF2B5EF4-FFF2-40B4-BE49-F238E27FC236}">
                      <a16:creationId xmlns:a16="http://schemas.microsoft.com/office/drawing/2014/main" id="{28560CEC-36D0-C858-0BC1-29B3D535F91B}"/>
                    </a:ext>
                  </a:extLst>
                </p:cNvPr>
                <p:cNvSpPr txBox="1"/>
                <p:nvPr/>
              </p:nvSpPr>
              <p:spPr>
                <a:xfrm flipH="1">
                  <a:off x="903716" y="4418855"/>
                  <a:ext cx="3469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dirty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41" name="Textfeld 140">
                  <a:extLst>
                    <a:ext uri="{FF2B5EF4-FFF2-40B4-BE49-F238E27FC236}">
                      <a16:creationId xmlns:a16="http://schemas.microsoft.com/office/drawing/2014/main" id="{28560CEC-36D0-C858-0BC1-29B3D535F9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903716" y="4418855"/>
                  <a:ext cx="346982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feld 141">
                  <a:extLst>
                    <a:ext uri="{FF2B5EF4-FFF2-40B4-BE49-F238E27FC236}">
                      <a16:creationId xmlns:a16="http://schemas.microsoft.com/office/drawing/2014/main" id="{B1124205-6DE9-7914-C6F6-3E287AEE63D0}"/>
                    </a:ext>
                  </a:extLst>
                </p:cNvPr>
                <p:cNvSpPr txBox="1"/>
                <p:nvPr/>
              </p:nvSpPr>
              <p:spPr>
                <a:xfrm flipH="1">
                  <a:off x="720177" y="3857724"/>
                  <a:ext cx="22470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de-DE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42" name="Textfeld 141">
                  <a:extLst>
                    <a:ext uri="{FF2B5EF4-FFF2-40B4-BE49-F238E27FC236}">
                      <a16:creationId xmlns:a16="http://schemas.microsoft.com/office/drawing/2014/main" id="{B1124205-6DE9-7914-C6F6-3E287AEE63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720177" y="3857724"/>
                  <a:ext cx="22470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4" name="Gerade Verbindung mit Pfeil 143">
              <a:extLst>
                <a:ext uri="{FF2B5EF4-FFF2-40B4-BE49-F238E27FC236}">
                  <a16:creationId xmlns:a16="http://schemas.microsoft.com/office/drawing/2014/main" id="{EAD2399D-689D-A72B-9508-3D4597EBEE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12602" y="4081491"/>
              <a:ext cx="420348" cy="462504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Gerader Verbinder 146">
              <a:extLst>
                <a:ext uri="{FF2B5EF4-FFF2-40B4-BE49-F238E27FC236}">
                  <a16:creationId xmlns:a16="http://schemas.microsoft.com/office/drawing/2014/main" id="{BBFB9CFE-8DB8-C06D-9CC2-7F3CDA587D6F}"/>
                </a:ext>
              </a:extLst>
            </p:cNvPr>
            <p:cNvCxnSpPr>
              <a:cxnSpLocks/>
            </p:cNvCxnSpPr>
            <p:nvPr/>
          </p:nvCxnSpPr>
          <p:spPr>
            <a:xfrm>
              <a:off x="1569542" y="4098777"/>
              <a:ext cx="1167562" cy="0"/>
            </a:xfrm>
            <a:prstGeom prst="line">
              <a:avLst/>
            </a:prstGeom>
            <a:ln w="38100">
              <a:solidFill>
                <a:srgbClr val="00B05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1798379A-BF49-4ED1-83D4-7368B3EDD546}"/>
                </a:ext>
              </a:extLst>
            </p:cNvPr>
            <p:cNvSpPr txBox="1"/>
            <p:nvPr/>
          </p:nvSpPr>
          <p:spPr>
            <a:xfrm>
              <a:off x="2658246" y="8665133"/>
              <a:ext cx="8240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10 cm</a:t>
              </a:r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0E05C1FF-6B28-5EBF-F8FF-AD1053DECBA4}"/>
                </a:ext>
              </a:extLst>
            </p:cNvPr>
            <p:cNvSpPr txBox="1"/>
            <p:nvPr/>
          </p:nvSpPr>
          <p:spPr>
            <a:xfrm>
              <a:off x="2644140" y="7026572"/>
              <a:ext cx="8240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30 cm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557FEAE3-3000-2C6C-45DC-03764EF89274}"/>
                </a:ext>
              </a:extLst>
            </p:cNvPr>
            <p:cNvSpPr txBox="1"/>
            <p:nvPr/>
          </p:nvSpPr>
          <p:spPr>
            <a:xfrm>
              <a:off x="2644140" y="4864277"/>
              <a:ext cx="8240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25 cm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8749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057F31F1-2B64-D540-5CAC-9C40FFF8CD0B}"/>
              </a:ext>
            </a:extLst>
          </p:cNvPr>
          <p:cNvGrpSpPr/>
          <p:nvPr/>
        </p:nvGrpSpPr>
        <p:grpSpPr>
          <a:xfrm>
            <a:off x="162521" y="4683346"/>
            <a:ext cx="1559712" cy="1578818"/>
            <a:chOff x="3245025" y="6037979"/>
            <a:chExt cx="938077" cy="949568"/>
          </a:xfrm>
        </p:grpSpPr>
        <p:cxnSp>
          <p:nvCxnSpPr>
            <p:cNvPr id="22" name="Gerade Verbindung mit Pfeil 21">
              <a:extLst>
                <a:ext uri="{FF2B5EF4-FFF2-40B4-BE49-F238E27FC236}">
                  <a16:creationId xmlns:a16="http://schemas.microsoft.com/office/drawing/2014/main" id="{1C61DB60-FADD-C036-5E40-5E548BF1C8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45389" y="6335101"/>
              <a:ext cx="1" cy="56295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 Verbindung mit Pfeil 22">
              <a:extLst>
                <a:ext uri="{FF2B5EF4-FFF2-40B4-BE49-F238E27FC236}">
                  <a16:creationId xmlns:a16="http://schemas.microsoft.com/office/drawing/2014/main" id="{F0BCFD08-B672-A7C8-FA5A-4976B6212D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60748" y="6605363"/>
              <a:ext cx="281475" cy="281475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feld 23">
                  <a:extLst>
                    <a:ext uri="{FF2B5EF4-FFF2-40B4-BE49-F238E27FC236}">
                      <a16:creationId xmlns:a16="http://schemas.microsoft.com/office/drawing/2014/main" id="{26400A67-7684-8DF8-8D30-D4315543A21D}"/>
                    </a:ext>
                  </a:extLst>
                </p:cNvPr>
                <p:cNvSpPr txBox="1"/>
                <p:nvPr/>
              </p:nvSpPr>
              <p:spPr>
                <a:xfrm flipH="1">
                  <a:off x="3907678" y="6037979"/>
                  <a:ext cx="275424" cy="2221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24" name="Textfeld 23">
                  <a:extLst>
                    <a:ext uri="{FF2B5EF4-FFF2-40B4-BE49-F238E27FC236}">
                      <a16:creationId xmlns:a16="http://schemas.microsoft.com/office/drawing/2014/main" id="{26400A67-7684-8DF8-8D30-D4315543A2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907678" y="6037979"/>
                  <a:ext cx="275424" cy="2221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50BD2AE8-C582-8F02-0B6F-C0414EB09521}"/>
                    </a:ext>
                  </a:extLst>
                </p:cNvPr>
                <p:cNvSpPr txBox="1"/>
                <p:nvPr/>
              </p:nvSpPr>
              <p:spPr>
                <a:xfrm flipH="1">
                  <a:off x="3245025" y="6765415"/>
                  <a:ext cx="346982" cy="2221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dirty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50BD2AE8-C582-8F02-0B6F-C0414EB095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245025" y="6765415"/>
                  <a:ext cx="346982" cy="222132"/>
                </a:xfrm>
                <a:prstGeom prst="rect">
                  <a:avLst/>
                </a:prstGeom>
                <a:blipFill>
                  <a:blip r:embed="rId3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feld 25">
                  <a:extLst>
                    <a:ext uri="{FF2B5EF4-FFF2-40B4-BE49-F238E27FC236}">
                      <a16:creationId xmlns:a16="http://schemas.microsoft.com/office/drawing/2014/main" id="{36EF7F29-6C1F-293B-1E36-1CED7443633C}"/>
                    </a:ext>
                  </a:extLst>
                </p:cNvPr>
                <p:cNvSpPr txBox="1"/>
                <p:nvPr/>
              </p:nvSpPr>
              <p:spPr>
                <a:xfrm flipH="1">
                  <a:off x="3578337" y="6427702"/>
                  <a:ext cx="224707" cy="2221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26" name="Textfeld 25">
                  <a:extLst>
                    <a:ext uri="{FF2B5EF4-FFF2-40B4-BE49-F238E27FC236}">
                      <a16:creationId xmlns:a16="http://schemas.microsoft.com/office/drawing/2014/main" id="{36EF7F29-6C1F-293B-1E36-1CED744363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578337" y="6427702"/>
                  <a:ext cx="224707" cy="222132"/>
                </a:xfrm>
                <a:prstGeom prst="rect">
                  <a:avLst/>
                </a:prstGeom>
                <a:blipFill>
                  <a:blip r:embed="rId4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Gerade Verbindung mit Pfeil 20">
              <a:extLst>
                <a:ext uri="{FF2B5EF4-FFF2-40B4-BE49-F238E27FC236}">
                  <a16:creationId xmlns:a16="http://schemas.microsoft.com/office/drawing/2014/main" id="{AA4267AA-E9FF-6304-6EFD-D436C58EFE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85606" y="6889418"/>
              <a:ext cx="562950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BC1FAF44-8525-B391-995E-2DDC8D28237F}"/>
              </a:ext>
            </a:extLst>
          </p:cNvPr>
          <p:cNvGrpSpPr/>
          <p:nvPr/>
        </p:nvGrpSpPr>
        <p:grpSpPr>
          <a:xfrm>
            <a:off x="394809" y="2440831"/>
            <a:ext cx="1503628" cy="2134385"/>
            <a:chOff x="1408070" y="260550"/>
            <a:chExt cx="1503628" cy="2134385"/>
          </a:xfrm>
        </p:grpSpPr>
        <p:cxnSp>
          <p:nvCxnSpPr>
            <p:cNvPr id="138" name="Gerade Verbindung mit Pfeil 137">
              <a:extLst>
                <a:ext uri="{FF2B5EF4-FFF2-40B4-BE49-F238E27FC236}">
                  <a16:creationId xmlns:a16="http://schemas.microsoft.com/office/drawing/2014/main" id="{2819CE9B-8319-A2AE-9653-BCD4D0C9FD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2727" y="757963"/>
              <a:ext cx="1" cy="9360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Gerade Verbindung mit Pfeil 138">
              <a:extLst>
                <a:ext uri="{FF2B5EF4-FFF2-40B4-BE49-F238E27FC236}">
                  <a16:creationId xmlns:a16="http://schemas.microsoft.com/office/drawing/2014/main" id="{BE9409D7-61DB-EFAC-11C8-4E30DAF714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5444" y="1676211"/>
              <a:ext cx="936000" cy="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feld 139">
                  <a:extLst>
                    <a:ext uri="{FF2B5EF4-FFF2-40B4-BE49-F238E27FC236}">
                      <a16:creationId xmlns:a16="http://schemas.microsoft.com/office/drawing/2014/main" id="{B09D00AA-1601-091D-3766-00D81646AD09}"/>
                    </a:ext>
                  </a:extLst>
                </p:cNvPr>
                <p:cNvSpPr txBox="1"/>
                <p:nvPr/>
              </p:nvSpPr>
              <p:spPr>
                <a:xfrm flipH="1">
                  <a:off x="2453759" y="260550"/>
                  <a:ext cx="4579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40" name="Textfeld 139">
                  <a:extLst>
                    <a:ext uri="{FF2B5EF4-FFF2-40B4-BE49-F238E27FC236}">
                      <a16:creationId xmlns:a16="http://schemas.microsoft.com/office/drawing/2014/main" id="{B09D00AA-1601-091D-3766-00D81646AD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453759" y="260550"/>
                  <a:ext cx="45793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feld 140">
                  <a:extLst>
                    <a:ext uri="{FF2B5EF4-FFF2-40B4-BE49-F238E27FC236}">
                      <a16:creationId xmlns:a16="http://schemas.microsoft.com/office/drawing/2014/main" id="{28560CEC-36D0-C858-0BC1-29B3D535F91B}"/>
                    </a:ext>
                  </a:extLst>
                </p:cNvPr>
                <p:cNvSpPr txBox="1"/>
                <p:nvPr/>
              </p:nvSpPr>
              <p:spPr>
                <a:xfrm flipH="1">
                  <a:off x="1876843" y="2025603"/>
                  <a:ext cx="5769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dirty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41" name="Textfeld 140">
                  <a:extLst>
                    <a:ext uri="{FF2B5EF4-FFF2-40B4-BE49-F238E27FC236}">
                      <a16:creationId xmlns:a16="http://schemas.microsoft.com/office/drawing/2014/main" id="{28560CEC-36D0-C858-0BC1-29B3D535F9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876843" y="2025603"/>
                  <a:ext cx="57691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feld 141">
                  <a:extLst>
                    <a:ext uri="{FF2B5EF4-FFF2-40B4-BE49-F238E27FC236}">
                      <a16:creationId xmlns:a16="http://schemas.microsoft.com/office/drawing/2014/main" id="{B1124205-6DE9-7914-C6F6-3E287AEE63D0}"/>
                    </a:ext>
                  </a:extLst>
                </p:cNvPr>
                <p:cNvSpPr txBox="1"/>
                <p:nvPr/>
              </p:nvSpPr>
              <p:spPr>
                <a:xfrm flipH="1">
                  <a:off x="1408070" y="1468343"/>
                  <a:ext cx="3736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42" name="Textfeld 141">
                  <a:extLst>
                    <a:ext uri="{FF2B5EF4-FFF2-40B4-BE49-F238E27FC236}">
                      <a16:creationId xmlns:a16="http://schemas.microsoft.com/office/drawing/2014/main" id="{B1124205-6DE9-7914-C6F6-3E287AEE63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408070" y="1468343"/>
                  <a:ext cx="373613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4" name="Gerade Verbindung mit Pfeil 143">
              <a:extLst>
                <a:ext uri="{FF2B5EF4-FFF2-40B4-BE49-F238E27FC236}">
                  <a16:creationId xmlns:a16="http://schemas.microsoft.com/office/drawing/2014/main" id="{EAD2399D-689D-A72B-9508-3D4597EBEE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30793" y="1683556"/>
              <a:ext cx="468000" cy="4680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95D0BFF7-586F-F3CA-2246-C8F2D15144EC}"/>
              </a:ext>
            </a:extLst>
          </p:cNvPr>
          <p:cNvGrpSpPr/>
          <p:nvPr/>
        </p:nvGrpSpPr>
        <p:grpSpPr>
          <a:xfrm>
            <a:off x="394574" y="6458254"/>
            <a:ext cx="1511149" cy="1514471"/>
            <a:chOff x="1371655" y="4581529"/>
            <a:chExt cx="1511149" cy="1514471"/>
          </a:xfrm>
        </p:grpSpPr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94004E6E-DFF9-3A86-439B-4338394127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89382" y="4982819"/>
              <a:ext cx="0" cy="93602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mit Pfeil 11">
              <a:extLst>
                <a:ext uri="{FF2B5EF4-FFF2-40B4-BE49-F238E27FC236}">
                  <a16:creationId xmlns:a16="http://schemas.microsoft.com/office/drawing/2014/main" id="{CD5C1728-9746-3000-8AA7-82D95866A3BF}"/>
                </a:ext>
              </a:extLst>
            </p:cNvPr>
            <p:cNvCxnSpPr>
              <a:cxnSpLocks/>
            </p:cNvCxnSpPr>
            <p:nvPr/>
          </p:nvCxnSpPr>
          <p:spPr>
            <a:xfrm>
              <a:off x="1600625" y="5918842"/>
              <a:ext cx="936000" cy="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1926AD25-27C4-F58E-A254-D57BE58B623A}"/>
                    </a:ext>
                  </a:extLst>
                </p:cNvPr>
                <p:cNvSpPr txBox="1"/>
                <p:nvPr/>
              </p:nvSpPr>
              <p:spPr>
                <a:xfrm flipH="1">
                  <a:off x="1371655" y="4581529"/>
                  <a:ext cx="4579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1926AD25-27C4-F58E-A254-D57BE58B62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371655" y="4581529"/>
                  <a:ext cx="457939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DA1B21FF-D9FE-17CB-F787-2BBFDD9F4E07}"/>
                    </a:ext>
                  </a:extLst>
                </p:cNvPr>
                <p:cNvSpPr txBox="1"/>
                <p:nvPr/>
              </p:nvSpPr>
              <p:spPr>
                <a:xfrm flipH="1">
                  <a:off x="2062333" y="4885102"/>
                  <a:ext cx="5769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dirty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DA1B21FF-D9FE-17CB-F787-2BBFDD9F4E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062333" y="4885102"/>
                  <a:ext cx="576916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611A4CF3-3B23-8A70-FC94-B30053387708}"/>
                    </a:ext>
                  </a:extLst>
                </p:cNvPr>
                <p:cNvSpPr txBox="1"/>
                <p:nvPr/>
              </p:nvSpPr>
              <p:spPr>
                <a:xfrm flipH="1">
                  <a:off x="2509191" y="5726668"/>
                  <a:ext cx="3736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611A4CF3-3B23-8A70-FC94-B300533877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509191" y="5726668"/>
                  <a:ext cx="373613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Gerade Verbindung mit Pfeil 17">
              <a:extLst>
                <a:ext uri="{FF2B5EF4-FFF2-40B4-BE49-F238E27FC236}">
                  <a16:creationId xmlns:a16="http://schemas.microsoft.com/office/drawing/2014/main" id="{10ABECF0-01C0-FEAC-D38C-3D56460306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5439" y="5450842"/>
              <a:ext cx="468000" cy="4680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EB2D8E2C-0172-E23C-DBD6-1286F16FDEA7}"/>
              </a:ext>
            </a:extLst>
          </p:cNvPr>
          <p:cNvGrpSpPr/>
          <p:nvPr/>
        </p:nvGrpSpPr>
        <p:grpSpPr>
          <a:xfrm>
            <a:off x="410631" y="8046921"/>
            <a:ext cx="1606783" cy="2101282"/>
            <a:chOff x="1407247" y="6018797"/>
            <a:chExt cx="1606783" cy="2101282"/>
          </a:xfrm>
        </p:grpSpPr>
        <p:cxnSp>
          <p:nvCxnSpPr>
            <p:cNvPr id="31" name="Gerade Verbindung mit Pfeil 30">
              <a:extLst>
                <a:ext uri="{FF2B5EF4-FFF2-40B4-BE49-F238E27FC236}">
                  <a16:creationId xmlns:a16="http://schemas.microsoft.com/office/drawing/2014/main" id="{8C57484D-8CC7-65AD-7AD2-29E24A076A2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24974" y="6420087"/>
              <a:ext cx="0" cy="93602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 Verbindung mit Pfeil 31">
              <a:extLst>
                <a:ext uri="{FF2B5EF4-FFF2-40B4-BE49-F238E27FC236}">
                  <a16:creationId xmlns:a16="http://schemas.microsoft.com/office/drawing/2014/main" id="{084D1662-9179-5978-8323-E7868587BD68}"/>
                </a:ext>
              </a:extLst>
            </p:cNvPr>
            <p:cNvCxnSpPr>
              <a:cxnSpLocks/>
            </p:cNvCxnSpPr>
            <p:nvPr/>
          </p:nvCxnSpPr>
          <p:spPr>
            <a:xfrm>
              <a:off x="1636218" y="7356109"/>
              <a:ext cx="468000" cy="46800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feld 32">
                  <a:extLst>
                    <a:ext uri="{FF2B5EF4-FFF2-40B4-BE49-F238E27FC236}">
                      <a16:creationId xmlns:a16="http://schemas.microsoft.com/office/drawing/2014/main" id="{A2C95B78-6E15-C57D-E9B0-6E720BFF9F2A}"/>
                    </a:ext>
                  </a:extLst>
                </p:cNvPr>
                <p:cNvSpPr txBox="1"/>
                <p:nvPr/>
              </p:nvSpPr>
              <p:spPr>
                <a:xfrm flipH="1">
                  <a:off x="1407247" y="6018797"/>
                  <a:ext cx="4579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33" name="Textfeld 32">
                  <a:extLst>
                    <a:ext uri="{FF2B5EF4-FFF2-40B4-BE49-F238E27FC236}">
                      <a16:creationId xmlns:a16="http://schemas.microsoft.com/office/drawing/2014/main" id="{A2C95B78-6E15-C57D-E9B0-6E720BFF9F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407247" y="6018797"/>
                  <a:ext cx="457939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feld 33">
                  <a:extLst>
                    <a:ext uri="{FF2B5EF4-FFF2-40B4-BE49-F238E27FC236}">
                      <a16:creationId xmlns:a16="http://schemas.microsoft.com/office/drawing/2014/main" id="{D1ED9EBC-21FF-1F54-DDFE-57885C3B616C}"/>
                    </a:ext>
                  </a:extLst>
                </p:cNvPr>
                <p:cNvSpPr txBox="1"/>
                <p:nvPr/>
              </p:nvSpPr>
              <p:spPr>
                <a:xfrm flipH="1">
                  <a:off x="2437114" y="7163936"/>
                  <a:ext cx="5769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dirty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34" name="Textfeld 33">
                  <a:extLst>
                    <a:ext uri="{FF2B5EF4-FFF2-40B4-BE49-F238E27FC236}">
                      <a16:creationId xmlns:a16="http://schemas.microsoft.com/office/drawing/2014/main" id="{D1ED9EBC-21FF-1F54-DDFE-57885C3B61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437114" y="7163936"/>
                  <a:ext cx="576916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E0172BD2-1415-FE03-D1C3-E7F326B0A2CE}"/>
                    </a:ext>
                  </a:extLst>
                </p:cNvPr>
                <p:cNvSpPr txBox="1"/>
                <p:nvPr/>
              </p:nvSpPr>
              <p:spPr>
                <a:xfrm flipH="1">
                  <a:off x="2027144" y="7750747"/>
                  <a:ext cx="3736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E0172BD2-1415-FE03-D1C3-E7F326B0A2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027144" y="7750747"/>
                  <a:ext cx="373613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532CCC59-F8A9-08A7-0FAB-38669B97E3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6217" y="7348602"/>
              <a:ext cx="936000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49A97B2-970C-8678-77C0-11856B4E5B46}"/>
              </a:ext>
            </a:extLst>
          </p:cNvPr>
          <p:cNvGrpSpPr/>
          <p:nvPr/>
        </p:nvGrpSpPr>
        <p:grpSpPr>
          <a:xfrm>
            <a:off x="2140785" y="2428373"/>
            <a:ext cx="1503628" cy="2043080"/>
            <a:chOff x="1408070" y="260550"/>
            <a:chExt cx="1503628" cy="2043080"/>
          </a:xfrm>
        </p:grpSpPr>
        <p:cxnSp>
          <p:nvCxnSpPr>
            <p:cNvPr id="67" name="Gerade Verbindung mit Pfeil 66">
              <a:extLst>
                <a:ext uri="{FF2B5EF4-FFF2-40B4-BE49-F238E27FC236}">
                  <a16:creationId xmlns:a16="http://schemas.microsoft.com/office/drawing/2014/main" id="{ECA31F9A-AA05-D450-A887-84C7A3A219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2727" y="757963"/>
              <a:ext cx="1" cy="9360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 Verbindung mit Pfeil 67">
              <a:extLst>
                <a:ext uri="{FF2B5EF4-FFF2-40B4-BE49-F238E27FC236}">
                  <a16:creationId xmlns:a16="http://schemas.microsoft.com/office/drawing/2014/main" id="{DF1C292D-1B96-1F97-91E8-B8EF3E736F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5444" y="1676211"/>
              <a:ext cx="9360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feld 68">
                  <a:extLst>
                    <a:ext uri="{FF2B5EF4-FFF2-40B4-BE49-F238E27FC236}">
                      <a16:creationId xmlns:a16="http://schemas.microsoft.com/office/drawing/2014/main" id="{09E626EA-68DC-EBD3-A421-72CD1FF2C739}"/>
                    </a:ext>
                  </a:extLst>
                </p:cNvPr>
                <p:cNvSpPr txBox="1"/>
                <p:nvPr/>
              </p:nvSpPr>
              <p:spPr>
                <a:xfrm flipH="1">
                  <a:off x="2453759" y="260550"/>
                  <a:ext cx="4579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69" name="Textfeld 68">
                  <a:extLst>
                    <a:ext uri="{FF2B5EF4-FFF2-40B4-BE49-F238E27FC236}">
                      <a16:creationId xmlns:a16="http://schemas.microsoft.com/office/drawing/2014/main" id="{09E626EA-68DC-EBD3-A421-72CD1FF2C7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453759" y="260550"/>
                  <a:ext cx="457939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feld 70">
                  <a:extLst>
                    <a:ext uri="{FF2B5EF4-FFF2-40B4-BE49-F238E27FC236}">
                      <a16:creationId xmlns:a16="http://schemas.microsoft.com/office/drawing/2014/main" id="{5D5FE79D-B988-A235-E1AE-F4F2614309CD}"/>
                    </a:ext>
                  </a:extLst>
                </p:cNvPr>
                <p:cNvSpPr txBox="1"/>
                <p:nvPr/>
              </p:nvSpPr>
              <p:spPr>
                <a:xfrm flipH="1">
                  <a:off x="1832404" y="1934298"/>
                  <a:ext cx="5769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71" name="Textfeld 70">
                  <a:extLst>
                    <a:ext uri="{FF2B5EF4-FFF2-40B4-BE49-F238E27FC236}">
                      <a16:creationId xmlns:a16="http://schemas.microsoft.com/office/drawing/2014/main" id="{5D5FE79D-B988-A235-E1AE-F4F2614309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832404" y="1934298"/>
                  <a:ext cx="576916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feld 71">
                  <a:extLst>
                    <a:ext uri="{FF2B5EF4-FFF2-40B4-BE49-F238E27FC236}">
                      <a16:creationId xmlns:a16="http://schemas.microsoft.com/office/drawing/2014/main" id="{69910B33-358E-6C9B-DCB3-2DCFF403C81F}"/>
                    </a:ext>
                  </a:extLst>
                </p:cNvPr>
                <p:cNvSpPr txBox="1"/>
                <p:nvPr/>
              </p:nvSpPr>
              <p:spPr>
                <a:xfrm flipH="1">
                  <a:off x="1408070" y="1468343"/>
                  <a:ext cx="3736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72" name="Textfeld 71">
                  <a:extLst>
                    <a:ext uri="{FF2B5EF4-FFF2-40B4-BE49-F238E27FC236}">
                      <a16:creationId xmlns:a16="http://schemas.microsoft.com/office/drawing/2014/main" id="{69910B33-358E-6C9B-DCB3-2DCFF403C8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408070" y="1468343"/>
                  <a:ext cx="373613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3" name="Gerade Verbindung mit Pfeil 72">
              <a:extLst>
                <a:ext uri="{FF2B5EF4-FFF2-40B4-BE49-F238E27FC236}">
                  <a16:creationId xmlns:a16="http://schemas.microsoft.com/office/drawing/2014/main" id="{524F4A81-86A9-F967-D07D-F883088BEB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4727" y="1667831"/>
              <a:ext cx="468000" cy="46800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uppieren 95">
            <a:extLst>
              <a:ext uri="{FF2B5EF4-FFF2-40B4-BE49-F238E27FC236}">
                <a16:creationId xmlns:a16="http://schemas.microsoft.com/office/drawing/2014/main" id="{EC91147E-ADCC-2A4A-FC21-27CC5815B989}"/>
              </a:ext>
            </a:extLst>
          </p:cNvPr>
          <p:cNvGrpSpPr/>
          <p:nvPr/>
        </p:nvGrpSpPr>
        <p:grpSpPr>
          <a:xfrm>
            <a:off x="2223589" y="4915366"/>
            <a:ext cx="1590854" cy="1450595"/>
            <a:chOff x="1408070" y="1468343"/>
            <a:chExt cx="1590854" cy="1450595"/>
          </a:xfrm>
        </p:grpSpPr>
        <p:cxnSp>
          <p:nvCxnSpPr>
            <p:cNvPr id="113" name="Gerade Verbindung mit Pfeil 112">
              <a:extLst>
                <a:ext uri="{FF2B5EF4-FFF2-40B4-BE49-F238E27FC236}">
                  <a16:creationId xmlns:a16="http://schemas.microsoft.com/office/drawing/2014/main" id="{849DFB17-5C43-8124-6A87-734FD7D688E2}"/>
                </a:ext>
              </a:extLst>
            </p:cNvPr>
            <p:cNvCxnSpPr>
              <a:cxnSpLocks/>
            </p:cNvCxnSpPr>
            <p:nvPr/>
          </p:nvCxnSpPr>
          <p:spPr>
            <a:xfrm>
              <a:off x="2682727" y="1693963"/>
              <a:ext cx="0" cy="936913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Gerade Verbindung mit Pfeil 114">
              <a:extLst>
                <a:ext uri="{FF2B5EF4-FFF2-40B4-BE49-F238E27FC236}">
                  <a16:creationId xmlns:a16="http://schemas.microsoft.com/office/drawing/2014/main" id="{D23DB8D2-B645-32CD-938F-559C07E9C8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5444" y="1676211"/>
              <a:ext cx="9360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feld 115">
                  <a:extLst>
                    <a:ext uri="{FF2B5EF4-FFF2-40B4-BE49-F238E27FC236}">
                      <a16:creationId xmlns:a16="http://schemas.microsoft.com/office/drawing/2014/main" id="{DCFD5F0B-9F49-85A0-FD9F-6D332653EEF5}"/>
                    </a:ext>
                  </a:extLst>
                </p:cNvPr>
                <p:cNvSpPr txBox="1"/>
                <p:nvPr/>
              </p:nvSpPr>
              <p:spPr>
                <a:xfrm flipH="1">
                  <a:off x="1952672" y="2014352"/>
                  <a:ext cx="4579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16" name="Textfeld 115">
                  <a:extLst>
                    <a:ext uri="{FF2B5EF4-FFF2-40B4-BE49-F238E27FC236}">
                      <a16:creationId xmlns:a16="http://schemas.microsoft.com/office/drawing/2014/main" id="{DCFD5F0B-9F49-85A0-FD9F-6D332653EE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952672" y="2014352"/>
                  <a:ext cx="457939" cy="369332"/>
                </a:xfrm>
                <a:prstGeom prst="rect">
                  <a:avLst/>
                </a:prstGeom>
                <a:blipFill>
                  <a:blip r:embed="rId17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Textfeld 116">
                  <a:extLst>
                    <a:ext uri="{FF2B5EF4-FFF2-40B4-BE49-F238E27FC236}">
                      <a16:creationId xmlns:a16="http://schemas.microsoft.com/office/drawing/2014/main" id="{D6C83DAB-D014-907C-569F-13227194F0C7}"/>
                    </a:ext>
                  </a:extLst>
                </p:cNvPr>
                <p:cNvSpPr txBox="1"/>
                <p:nvPr/>
              </p:nvSpPr>
              <p:spPr>
                <a:xfrm flipH="1">
                  <a:off x="2422008" y="2549606"/>
                  <a:ext cx="5769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17" name="Textfeld 116">
                  <a:extLst>
                    <a:ext uri="{FF2B5EF4-FFF2-40B4-BE49-F238E27FC236}">
                      <a16:creationId xmlns:a16="http://schemas.microsoft.com/office/drawing/2014/main" id="{D6C83DAB-D014-907C-569F-13227194F0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422008" y="2549606"/>
                  <a:ext cx="576916" cy="369332"/>
                </a:xfrm>
                <a:prstGeom prst="rect">
                  <a:avLst/>
                </a:prstGeom>
                <a:blipFill>
                  <a:blip r:embed="rId18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Textfeld 117">
                  <a:extLst>
                    <a:ext uri="{FF2B5EF4-FFF2-40B4-BE49-F238E27FC236}">
                      <a16:creationId xmlns:a16="http://schemas.microsoft.com/office/drawing/2014/main" id="{7CB4307D-4BA5-E89A-2A4E-B157AEFB6BE1}"/>
                    </a:ext>
                  </a:extLst>
                </p:cNvPr>
                <p:cNvSpPr txBox="1"/>
                <p:nvPr/>
              </p:nvSpPr>
              <p:spPr>
                <a:xfrm flipH="1">
                  <a:off x="1408070" y="1468343"/>
                  <a:ext cx="3736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18" name="Textfeld 117">
                  <a:extLst>
                    <a:ext uri="{FF2B5EF4-FFF2-40B4-BE49-F238E27FC236}">
                      <a16:creationId xmlns:a16="http://schemas.microsoft.com/office/drawing/2014/main" id="{7CB4307D-4BA5-E89A-2A4E-B157AEFB6B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408070" y="1468343"/>
                  <a:ext cx="373613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9" name="Gerade Verbindung mit Pfeil 118">
              <a:extLst>
                <a:ext uri="{FF2B5EF4-FFF2-40B4-BE49-F238E27FC236}">
                  <a16:creationId xmlns:a16="http://schemas.microsoft.com/office/drawing/2014/main" id="{54DFD12B-F107-D9E3-61FB-87F6294E58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6011" y="1668880"/>
              <a:ext cx="468000" cy="4680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27BBC68C-AFDA-EE82-82AC-CA346A7D0854}"/>
              </a:ext>
            </a:extLst>
          </p:cNvPr>
          <p:cNvGrpSpPr/>
          <p:nvPr/>
        </p:nvGrpSpPr>
        <p:grpSpPr>
          <a:xfrm>
            <a:off x="2223589" y="6501684"/>
            <a:ext cx="2138389" cy="1916590"/>
            <a:chOff x="1429926" y="1039324"/>
            <a:chExt cx="2138389" cy="1916590"/>
          </a:xfrm>
        </p:grpSpPr>
        <p:cxnSp>
          <p:nvCxnSpPr>
            <p:cNvPr id="125" name="Gerade Verbindung mit Pfeil 124">
              <a:extLst>
                <a:ext uri="{FF2B5EF4-FFF2-40B4-BE49-F238E27FC236}">
                  <a16:creationId xmlns:a16="http://schemas.microsoft.com/office/drawing/2014/main" id="{BF396658-236E-4E4B-EBD5-E6D80326D860}"/>
                </a:ext>
              </a:extLst>
            </p:cNvPr>
            <p:cNvCxnSpPr>
              <a:cxnSpLocks/>
            </p:cNvCxnSpPr>
            <p:nvPr/>
          </p:nvCxnSpPr>
          <p:spPr>
            <a:xfrm>
              <a:off x="2682727" y="1693963"/>
              <a:ext cx="0" cy="93691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Gerade Verbindung mit Pfeil 125">
              <a:extLst>
                <a:ext uri="{FF2B5EF4-FFF2-40B4-BE49-F238E27FC236}">
                  <a16:creationId xmlns:a16="http://schemas.microsoft.com/office/drawing/2014/main" id="{F17B8BA9-460C-30E2-B9B9-16AA4BB81D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2370" y="1691990"/>
              <a:ext cx="9360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feld 126">
                  <a:extLst>
                    <a:ext uri="{FF2B5EF4-FFF2-40B4-BE49-F238E27FC236}">
                      <a16:creationId xmlns:a16="http://schemas.microsoft.com/office/drawing/2014/main" id="{76FEA056-D3B0-8F77-3929-738DF4DD57FE}"/>
                    </a:ext>
                  </a:extLst>
                </p:cNvPr>
                <p:cNvSpPr txBox="1"/>
                <p:nvPr/>
              </p:nvSpPr>
              <p:spPr>
                <a:xfrm flipH="1">
                  <a:off x="2439618" y="2586582"/>
                  <a:ext cx="4579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27" name="Textfeld 126">
                  <a:extLst>
                    <a:ext uri="{FF2B5EF4-FFF2-40B4-BE49-F238E27FC236}">
                      <a16:creationId xmlns:a16="http://schemas.microsoft.com/office/drawing/2014/main" id="{76FEA056-D3B0-8F77-3929-738DF4DD5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439618" y="2586582"/>
                  <a:ext cx="457939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Textfeld 127">
                  <a:extLst>
                    <a:ext uri="{FF2B5EF4-FFF2-40B4-BE49-F238E27FC236}">
                      <a16:creationId xmlns:a16="http://schemas.microsoft.com/office/drawing/2014/main" id="{FC93B6A9-9F82-8ACA-1143-98628C23D7FF}"/>
                    </a:ext>
                  </a:extLst>
                </p:cNvPr>
                <p:cNvSpPr txBox="1"/>
                <p:nvPr/>
              </p:nvSpPr>
              <p:spPr>
                <a:xfrm flipH="1">
                  <a:off x="2991399" y="1039324"/>
                  <a:ext cx="5769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28" name="Textfeld 127">
                  <a:extLst>
                    <a:ext uri="{FF2B5EF4-FFF2-40B4-BE49-F238E27FC236}">
                      <a16:creationId xmlns:a16="http://schemas.microsoft.com/office/drawing/2014/main" id="{FC93B6A9-9F82-8ACA-1143-98628C23D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991399" y="1039324"/>
                  <a:ext cx="576916" cy="369332"/>
                </a:xfrm>
                <a:prstGeom prst="rect">
                  <a:avLst/>
                </a:prstGeom>
                <a:blipFill>
                  <a:blip r:embed="rId21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Textfeld 128">
                  <a:extLst>
                    <a:ext uri="{FF2B5EF4-FFF2-40B4-BE49-F238E27FC236}">
                      <a16:creationId xmlns:a16="http://schemas.microsoft.com/office/drawing/2014/main" id="{7B13FF50-B6DD-FCC6-FF35-683E01071BD3}"/>
                    </a:ext>
                  </a:extLst>
                </p:cNvPr>
                <p:cNvSpPr txBox="1"/>
                <p:nvPr/>
              </p:nvSpPr>
              <p:spPr>
                <a:xfrm flipH="1">
                  <a:off x="1429926" y="1507324"/>
                  <a:ext cx="3736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29" name="Textfeld 128">
                  <a:extLst>
                    <a:ext uri="{FF2B5EF4-FFF2-40B4-BE49-F238E27FC236}">
                      <a16:creationId xmlns:a16="http://schemas.microsoft.com/office/drawing/2014/main" id="{7B13FF50-B6DD-FCC6-FF35-683E01071B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429926" y="1507324"/>
                  <a:ext cx="373613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0" name="Gerade Verbindung mit Pfeil 129">
              <a:extLst>
                <a:ext uri="{FF2B5EF4-FFF2-40B4-BE49-F238E27FC236}">
                  <a16:creationId xmlns:a16="http://schemas.microsoft.com/office/drawing/2014/main" id="{A5CE53AB-9186-492C-DDEB-3EB6E04468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4011" y="1223990"/>
              <a:ext cx="468000" cy="46800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uppieren 131">
            <a:extLst>
              <a:ext uri="{FF2B5EF4-FFF2-40B4-BE49-F238E27FC236}">
                <a16:creationId xmlns:a16="http://schemas.microsoft.com/office/drawing/2014/main" id="{0997F6DF-6412-2B03-B08B-A9E00A4CA3A2}"/>
              </a:ext>
            </a:extLst>
          </p:cNvPr>
          <p:cNvGrpSpPr/>
          <p:nvPr/>
        </p:nvGrpSpPr>
        <p:grpSpPr>
          <a:xfrm>
            <a:off x="2223589" y="8587620"/>
            <a:ext cx="2048793" cy="1417078"/>
            <a:chOff x="1429926" y="459578"/>
            <a:chExt cx="2048793" cy="1417078"/>
          </a:xfrm>
        </p:grpSpPr>
        <p:cxnSp>
          <p:nvCxnSpPr>
            <p:cNvPr id="133" name="Gerade Verbindung mit Pfeil 132">
              <a:extLst>
                <a:ext uri="{FF2B5EF4-FFF2-40B4-BE49-F238E27FC236}">
                  <a16:creationId xmlns:a16="http://schemas.microsoft.com/office/drawing/2014/main" id="{5DABCC44-AA9A-E9F5-FDA7-05265C9DB7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2727" y="750681"/>
              <a:ext cx="0" cy="94328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Gerade Verbindung mit Pfeil 133">
              <a:extLst>
                <a:ext uri="{FF2B5EF4-FFF2-40B4-BE49-F238E27FC236}">
                  <a16:creationId xmlns:a16="http://schemas.microsoft.com/office/drawing/2014/main" id="{30883AAF-0137-31A3-D062-95786D4168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2370" y="1691990"/>
              <a:ext cx="9360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Textfeld 134">
                  <a:extLst>
                    <a:ext uri="{FF2B5EF4-FFF2-40B4-BE49-F238E27FC236}">
                      <a16:creationId xmlns:a16="http://schemas.microsoft.com/office/drawing/2014/main" id="{D2732908-A8FB-45BB-A3D1-B500E684F62F}"/>
                    </a:ext>
                  </a:extLst>
                </p:cNvPr>
                <p:cNvSpPr txBox="1"/>
                <p:nvPr/>
              </p:nvSpPr>
              <p:spPr>
                <a:xfrm flipH="1">
                  <a:off x="3020780" y="940656"/>
                  <a:ext cx="4579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35" name="Textfeld 134">
                  <a:extLst>
                    <a:ext uri="{FF2B5EF4-FFF2-40B4-BE49-F238E27FC236}">
                      <a16:creationId xmlns:a16="http://schemas.microsoft.com/office/drawing/2014/main" id="{D2732908-A8FB-45BB-A3D1-B500E684F6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020780" y="940656"/>
                  <a:ext cx="457939" cy="369332"/>
                </a:xfrm>
                <a:prstGeom prst="rect">
                  <a:avLst/>
                </a:prstGeom>
                <a:blipFill>
                  <a:blip r:embed="rId23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Textfeld 136">
                  <a:extLst>
                    <a:ext uri="{FF2B5EF4-FFF2-40B4-BE49-F238E27FC236}">
                      <a16:creationId xmlns:a16="http://schemas.microsoft.com/office/drawing/2014/main" id="{D9E74553-8D6E-030F-A3F6-56A6B567F809}"/>
                    </a:ext>
                  </a:extLst>
                </p:cNvPr>
                <p:cNvSpPr txBox="1"/>
                <p:nvPr/>
              </p:nvSpPr>
              <p:spPr>
                <a:xfrm flipH="1">
                  <a:off x="2394269" y="459578"/>
                  <a:ext cx="5769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37" name="Textfeld 136">
                  <a:extLst>
                    <a:ext uri="{FF2B5EF4-FFF2-40B4-BE49-F238E27FC236}">
                      <a16:creationId xmlns:a16="http://schemas.microsoft.com/office/drawing/2014/main" id="{D9E74553-8D6E-030F-A3F6-56A6B567F8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394269" y="459578"/>
                  <a:ext cx="576916" cy="369332"/>
                </a:xfrm>
                <a:prstGeom prst="rect">
                  <a:avLst/>
                </a:prstGeom>
                <a:blipFill>
                  <a:blip r:embed="rId24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Textfeld 142">
                  <a:extLst>
                    <a:ext uri="{FF2B5EF4-FFF2-40B4-BE49-F238E27FC236}">
                      <a16:creationId xmlns:a16="http://schemas.microsoft.com/office/drawing/2014/main" id="{F7CAEAF5-0069-743E-37DC-806CE40524AE}"/>
                    </a:ext>
                  </a:extLst>
                </p:cNvPr>
                <p:cNvSpPr txBox="1"/>
                <p:nvPr/>
              </p:nvSpPr>
              <p:spPr>
                <a:xfrm flipH="1">
                  <a:off x="1429926" y="1507324"/>
                  <a:ext cx="3736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43" name="Textfeld 142">
                  <a:extLst>
                    <a:ext uri="{FF2B5EF4-FFF2-40B4-BE49-F238E27FC236}">
                      <a16:creationId xmlns:a16="http://schemas.microsoft.com/office/drawing/2014/main" id="{F7CAEAF5-0069-743E-37DC-806CE40524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429926" y="1507324"/>
                  <a:ext cx="373613" cy="369332"/>
                </a:xfrm>
                <a:prstGeom prst="rect">
                  <a:avLst/>
                </a:prstGeom>
                <a:blipFill>
                  <a:blip r:embed="rId25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5" name="Gerade Verbindung mit Pfeil 144">
              <a:extLst>
                <a:ext uri="{FF2B5EF4-FFF2-40B4-BE49-F238E27FC236}">
                  <a16:creationId xmlns:a16="http://schemas.microsoft.com/office/drawing/2014/main" id="{3E1C7E4A-5025-B6AC-4E12-A9050A8C88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4011" y="1223990"/>
              <a:ext cx="468000" cy="4680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4" name="Gruppieren 153">
            <a:extLst>
              <a:ext uri="{FF2B5EF4-FFF2-40B4-BE49-F238E27FC236}">
                <a16:creationId xmlns:a16="http://schemas.microsoft.com/office/drawing/2014/main" id="{EC452645-0BF7-8342-47BC-CAC937A62C80}"/>
              </a:ext>
            </a:extLst>
          </p:cNvPr>
          <p:cNvGrpSpPr/>
          <p:nvPr/>
        </p:nvGrpSpPr>
        <p:grpSpPr>
          <a:xfrm>
            <a:off x="4781563" y="2428146"/>
            <a:ext cx="1503628" cy="2043080"/>
            <a:chOff x="1408070" y="260550"/>
            <a:chExt cx="1503628" cy="2043080"/>
          </a:xfrm>
        </p:grpSpPr>
        <p:cxnSp>
          <p:nvCxnSpPr>
            <p:cNvPr id="155" name="Gerade Verbindung mit Pfeil 154">
              <a:extLst>
                <a:ext uri="{FF2B5EF4-FFF2-40B4-BE49-F238E27FC236}">
                  <a16:creationId xmlns:a16="http://schemas.microsoft.com/office/drawing/2014/main" id="{8FEC07ED-060B-E237-8CF4-45C46A86EE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2727" y="757963"/>
              <a:ext cx="1" cy="93600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Gerade Verbindung mit Pfeil 155">
              <a:extLst>
                <a:ext uri="{FF2B5EF4-FFF2-40B4-BE49-F238E27FC236}">
                  <a16:creationId xmlns:a16="http://schemas.microsoft.com/office/drawing/2014/main" id="{F01E7949-3C0A-8179-1438-ED1D6C613C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5444" y="1676211"/>
              <a:ext cx="936000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7" name="Textfeld 156">
                  <a:extLst>
                    <a:ext uri="{FF2B5EF4-FFF2-40B4-BE49-F238E27FC236}">
                      <a16:creationId xmlns:a16="http://schemas.microsoft.com/office/drawing/2014/main" id="{1C9346AF-7847-D75F-83D6-34359C9CF438}"/>
                    </a:ext>
                  </a:extLst>
                </p:cNvPr>
                <p:cNvSpPr txBox="1"/>
                <p:nvPr/>
              </p:nvSpPr>
              <p:spPr>
                <a:xfrm flipH="1">
                  <a:off x="2453759" y="260550"/>
                  <a:ext cx="4579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57" name="Textfeld 156">
                  <a:extLst>
                    <a:ext uri="{FF2B5EF4-FFF2-40B4-BE49-F238E27FC236}">
                      <a16:creationId xmlns:a16="http://schemas.microsoft.com/office/drawing/2014/main" id="{1C9346AF-7847-D75F-83D6-34359C9CF4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453759" y="260550"/>
                  <a:ext cx="457939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Textfeld 157">
                  <a:extLst>
                    <a:ext uri="{FF2B5EF4-FFF2-40B4-BE49-F238E27FC236}">
                      <a16:creationId xmlns:a16="http://schemas.microsoft.com/office/drawing/2014/main" id="{2E3F7245-3F49-5C6C-2252-309609A7F2E0}"/>
                    </a:ext>
                  </a:extLst>
                </p:cNvPr>
                <p:cNvSpPr txBox="1"/>
                <p:nvPr/>
              </p:nvSpPr>
              <p:spPr>
                <a:xfrm flipH="1">
                  <a:off x="1832404" y="1934298"/>
                  <a:ext cx="5769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58" name="Textfeld 157">
                  <a:extLst>
                    <a:ext uri="{FF2B5EF4-FFF2-40B4-BE49-F238E27FC236}">
                      <a16:creationId xmlns:a16="http://schemas.microsoft.com/office/drawing/2014/main" id="{2E3F7245-3F49-5C6C-2252-309609A7F2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832404" y="1934298"/>
                  <a:ext cx="576916" cy="369332"/>
                </a:xfrm>
                <a:prstGeom prst="rect">
                  <a:avLst/>
                </a:prstGeom>
                <a:blipFill>
                  <a:blip r:embed="rId27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Textfeld 158">
                  <a:extLst>
                    <a:ext uri="{FF2B5EF4-FFF2-40B4-BE49-F238E27FC236}">
                      <a16:creationId xmlns:a16="http://schemas.microsoft.com/office/drawing/2014/main" id="{63E59C22-29B5-2801-611F-32AA2B95377B}"/>
                    </a:ext>
                  </a:extLst>
                </p:cNvPr>
                <p:cNvSpPr txBox="1"/>
                <p:nvPr/>
              </p:nvSpPr>
              <p:spPr>
                <a:xfrm flipH="1">
                  <a:off x="1408070" y="1468343"/>
                  <a:ext cx="3736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59" name="Textfeld 158">
                  <a:extLst>
                    <a:ext uri="{FF2B5EF4-FFF2-40B4-BE49-F238E27FC236}">
                      <a16:creationId xmlns:a16="http://schemas.microsoft.com/office/drawing/2014/main" id="{63E59C22-29B5-2801-611F-32AA2B9537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408070" y="1468343"/>
                  <a:ext cx="373613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0" name="Gerade Verbindung mit Pfeil 159">
              <a:extLst>
                <a:ext uri="{FF2B5EF4-FFF2-40B4-BE49-F238E27FC236}">
                  <a16:creationId xmlns:a16="http://schemas.microsoft.com/office/drawing/2014/main" id="{12C37F62-C94E-0C7C-CCA6-6F8B83EF3B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4727" y="1667831"/>
              <a:ext cx="468000" cy="4680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1" name="Gruppieren 160">
            <a:extLst>
              <a:ext uri="{FF2B5EF4-FFF2-40B4-BE49-F238E27FC236}">
                <a16:creationId xmlns:a16="http://schemas.microsoft.com/office/drawing/2014/main" id="{04ED8AB6-7243-1155-F5C0-480F115AE059}"/>
              </a:ext>
            </a:extLst>
          </p:cNvPr>
          <p:cNvGrpSpPr/>
          <p:nvPr/>
        </p:nvGrpSpPr>
        <p:grpSpPr>
          <a:xfrm>
            <a:off x="4527812" y="4496166"/>
            <a:ext cx="2139870" cy="1854187"/>
            <a:chOff x="1832404" y="449443"/>
            <a:chExt cx="2139870" cy="1854187"/>
          </a:xfrm>
        </p:grpSpPr>
        <p:cxnSp>
          <p:nvCxnSpPr>
            <p:cNvPr id="162" name="Gerade Verbindung mit Pfeil 161">
              <a:extLst>
                <a:ext uri="{FF2B5EF4-FFF2-40B4-BE49-F238E27FC236}">
                  <a16:creationId xmlns:a16="http://schemas.microsoft.com/office/drawing/2014/main" id="{A55B5974-570A-0C29-C2C2-75F2E9BEF8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2727" y="757963"/>
              <a:ext cx="1" cy="9360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Gerade Verbindung mit Pfeil 162">
              <a:extLst>
                <a:ext uri="{FF2B5EF4-FFF2-40B4-BE49-F238E27FC236}">
                  <a16:creationId xmlns:a16="http://schemas.microsoft.com/office/drawing/2014/main" id="{F3AE5F47-11E7-7524-A70F-88E5E2D7C2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1444" y="1658908"/>
              <a:ext cx="936000" cy="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Textfeld 163">
                  <a:extLst>
                    <a:ext uri="{FF2B5EF4-FFF2-40B4-BE49-F238E27FC236}">
                      <a16:creationId xmlns:a16="http://schemas.microsoft.com/office/drawing/2014/main" id="{B384AF38-7494-1E15-3DCF-A75A29A372D0}"/>
                    </a:ext>
                  </a:extLst>
                </p:cNvPr>
                <p:cNvSpPr txBox="1"/>
                <p:nvPr/>
              </p:nvSpPr>
              <p:spPr>
                <a:xfrm flipH="1">
                  <a:off x="3514335" y="1468343"/>
                  <a:ext cx="4579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64" name="Textfeld 163">
                  <a:extLst>
                    <a:ext uri="{FF2B5EF4-FFF2-40B4-BE49-F238E27FC236}">
                      <a16:creationId xmlns:a16="http://schemas.microsoft.com/office/drawing/2014/main" id="{B384AF38-7494-1E15-3DCF-A75A29A372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514335" y="1468343"/>
                  <a:ext cx="457939" cy="369332"/>
                </a:xfrm>
                <a:prstGeom prst="rect">
                  <a:avLst/>
                </a:prstGeom>
                <a:blipFill>
                  <a:blip r:embed="rId29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Textfeld 164">
                  <a:extLst>
                    <a:ext uri="{FF2B5EF4-FFF2-40B4-BE49-F238E27FC236}">
                      <a16:creationId xmlns:a16="http://schemas.microsoft.com/office/drawing/2014/main" id="{1E278AB4-A796-0FAB-5A6A-AB0112D07E15}"/>
                    </a:ext>
                  </a:extLst>
                </p:cNvPr>
                <p:cNvSpPr txBox="1"/>
                <p:nvPr/>
              </p:nvSpPr>
              <p:spPr>
                <a:xfrm flipH="1">
                  <a:off x="1832404" y="1934298"/>
                  <a:ext cx="5769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65" name="Textfeld 164">
                  <a:extLst>
                    <a:ext uri="{FF2B5EF4-FFF2-40B4-BE49-F238E27FC236}">
                      <a16:creationId xmlns:a16="http://schemas.microsoft.com/office/drawing/2014/main" id="{1E278AB4-A796-0FAB-5A6A-AB0112D07E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832404" y="1934298"/>
                  <a:ext cx="576916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Textfeld 165">
                  <a:extLst>
                    <a:ext uri="{FF2B5EF4-FFF2-40B4-BE49-F238E27FC236}">
                      <a16:creationId xmlns:a16="http://schemas.microsoft.com/office/drawing/2014/main" id="{A70D68FA-309C-DFE6-CDC1-20679B498232}"/>
                    </a:ext>
                  </a:extLst>
                </p:cNvPr>
                <p:cNvSpPr txBox="1"/>
                <p:nvPr/>
              </p:nvSpPr>
              <p:spPr>
                <a:xfrm flipH="1">
                  <a:off x="2492497" y="449443"/>
                  <a:ext cx="3736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66" name="Textfeld 165">
                  <a:extLst>
                    <a:ext uri="{FF2B5EF4-FFF2-40B4-BE49-F238E27FC236}">
                      <a16:creationId xmlns:a16="http://schemas.microsoft.com/office/drawing/2014/main" id="{A70D68FA-309C-DFE6-CDC1-20679B4982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492497" y="449443"/>
                  <a:ext cx="373613" cy="369332"/>
                </a:xfrm>
                <a:prstGeom prst="rect">
                  <a:avLst/>
                </a:prstGeom>
                <a:blipFill>
                  <a:blip r:embed="rId31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7" name="Gerade Verbindung mit Pfeil 166">
              <a:extLst>
                <a:ext uri="{FF2B5EF4-FFF2-40B4-BE49-F238E27FC236}">
                  <a16:creationId xmlns:a16="http://schemas.microsoft.com/office/drawing/2014/main" id="{313382D1-2C5E-EF82-E599-2F4DB4F0D0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4727" y="1667831"/>
              <a:ext cx="468000" cy="4680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9" name="Gruppieren 168">
            <a:extLst>
              <a:ext uri="{FF2B5EF4-FFF2-40B4-BE49-F238E27FC236}">
                <a16:creationId xmlns:a16="http://schemas.microsoft.com/office/drawing/2014/main" id="{88E7E576-0A67-88B7-61F7-80DFCB3CA75F}"/>
              </a:ext>
            </a:extLst>
          </p:cNvPr>
          <p:cNvGrpSpPr/>
          <p:nvPr/>
        </p:nvGrpSpPr>
        <p:grpSpPr>
          <a:xfrm>
            <a:off x="4540884" y="6656162"/>
            <a:ext cx="2118151" cy="1488992"/>
            <a:chOff x="1832404" y="1482228"/>
            <a:chExt cx="2118151" cy="1488992"/>
          </a:xfrm>
        </p:grpSpPr>
        <p:cxnSp>
          <p:nvCxnSpPr>
            <p:cNvPr id="170" name="Gerade Verbindung mit Pfeil 169">
              <a:extLst>
                <a:ext uri="{FF2B5EF4-FFF2-40B4-BE49-F238E27FC236}">
                  <a16:creationId xmlns:a16="http://schemas.microsoft.com/office/drawing/2014/main" id="{51653A60-8602-711E-0E13-456E33F9E76A}"/>
                </a:ext>
              </a:extLst>
            </p:cNvPr>
            <p:cNvCxnSpPr>
              <a:cxnSpLocks/>
            </p:cNvCxnSpPr>
            <p:nvPr/>
          </p:nvCxnSpPr>
          <p:spPr>
            <a:xfrm>
              <a:off x="2682727" y="1693963"/>
              <a:ext cx="0" cy="93600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Gerade Verbindung mit Pfeil 170">
              <a:extLst>
                <a:ext uri="{FF2B5EF4-FFF2-40B4-BE49-F238E27FC236}">
                  <a16:creationId xmlns:a16="http://schemas.microsoft.com/office/drawing/2014/main" id="{DD4FD2F1-E3E0-91CA-9009-35F9442E4E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1444" y="1658908"/>
              <a:ext cx="936000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Textfeld 171">
                  <a:extLst>
                    <a:ext uri="{FF2B5EF4-FFF2-40B4-BE49-F238E27FC236}">
                      <a16:creationId xmlns:a16="http://schemas.microsoft.com/office/drawing/2014/main" id="{61167897-CCB9-F547-3A0B-B32D12489188}"/>
                    </a:ext>
                  </a:extLst>
                </p:cNvPr>
                <p:cNvSpPr txBox="1"/>
                <p:nvPr/>
              </p:nvSpPr>
              <p:spPr>
                <a:xfrm flipH="1">
                  <a:off x="2464109" y="2601888"/>
                  <a:ext cx="4579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72" name="Textfeld 171">
                  <a:extLst>
                    <a:ext uri="{FF2B5EF4-FFF2-40B4-BE49-F238E27FC236}">
                      <a16:creationId xmlns:a16="http://schemas.microsoft.com/office/drawing/2014/main" id="{61167897-CCB9-F547-3A0B-B32D124891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464109" y="2601888"/>
                  <a:ext cx="457939" cy="369332"/>
                </a:xfrm>
                <a:prstGeom prst="rect">
                  <a:avLst/>
                </a:prstGeom>
                <a:blipFill>
                  <a:blip r:embed="rId32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Textfeld 172">
                  <a:extLst>
                    <a:ext uri="{FF2B5EF4-FFF2-40B4-BE49-F238E27FC236}">
                      <a16:creationId xmlns:a16="http://schemas.microsoft.com/office/drawing/2014/main" id="{F626027B-A52B-2313-C6A8-0D7C8E3EB174}"/>
                    </a:ext>
                  </a:extLst>
                </p:cNvPr>
                <p:cNvSpPr txBox="1"/>
                <p:nvPr/>
              </p:nvSpPr>
              <p:spPr>
                <a:xfrm flipH="1">
                  <a:off x="1832404" y="1934298"/>
                  <a:ext cx="5769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73" name="Textfeld 172">
                  <a:extLst>
                    <a:ext uri="{FF2B5EF4-FFF2-40B4-BE49-F238E27FC236}">
                      <a16:creationId xmlns:a16="http://schemas.microsoft.com/office/drawing/2014/main" id="{F626027B-A52B-2313-C6A8-0D7C8E3EB1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832404" y="1934298"/>
                  <a:ext cx="576916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Textfeld 173">
                  <a:extLst>
                    <a:ext uri="{FF2B5EF4-FFF2-40B4-BE49-F238E27FC236}">
                      <a16:creationId xmlns:a16="http://schemas.microsoft.com/office/drawing/2014/main" id="{D84BCCA9-02C5-DD08-AA02-769B777FD41E}"/>
                    </a:ext>
                  </a:extLst>
                </p:cNvPr>
                <p:cNvSpPr txBox="1"/>
                <p:nvPr/>
              </p:nvSpPr>
              <p:spPr>
                <a:xfrm flipH="1">
                  <a:off x="3576942" y="1482228"/>
                  <a:ext cx="3736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74" name="Textfeld 173">
                  <a:extLst>
                    <a:ext uri="{FF2B5EF4-FFF2-40B4-BE49-F238E27FC236}">
                      <a16:creationId xmlns:a16="http://schemas.microsoft.com/office/drawing/2014/main" id="{D84BCCA9-02C5-DD08-AA02-769B777FD4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576942" y="1482228"/>
                  <a:ext cx="373613" cy="369332"/>
                </a:xfrm>
                <a:prstGeom prst="rect">
                  <a:avLst/>
                </a:prstGeom>
                <a:blipFill>
                  <a:blip r:embed="rId34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5" name="Gerade Verbindung mit Pfeil 174">
              <a:extLst>
                <a:ext uri="{FF2B5EF4-FFF2-40B4-BE49-F238E27FC236}">
                  <a16:creationId xmlns:a16="http://schemas.microsoft.com/office/drawing/2014/main" id="{602C6506-91D0-76C7-2311-0CF1D34CBA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4727" y="1667831"/>
              <a:ext cx="468000" cy="4680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uppieren 176">
            <a:extLst>
              <a:ext uri="{FF2B5EF4-FFF2-40B4-BE49-F238E27FC236}">
                <a16:creationId xmlns:a16="http://schemas.microsoft.com/office/drawing/2014/main" id="{629CF167-2F30-6997-A14E-CD7D78FEFA1E}"/>
              </a:ext>
            </a:extLst>
          </p:cNvPr>
          <p:cNvGrpSpPr/>
          <p:nvPr/>
        </p:nvGrpSpPr>
        <p:grpSpPr>
          <a:xfrm>
            <a:off x="4764593" y="8486433"/>
            <a:ext cx="1438821" cy="1430897"/>
            <a:chOff x="1416359" y="1496988"/>
            <a:chExt cx="1438821" cy="1430897"/>
          </a:xfrm>
        </p:grpSpPr>
        <p:cxnSp>
          <p:nvCxnSpPr>
            <p:cNvPr id="178" name="Gerade Verbindung mit Pfeil 177">
              <a:extLst>
                <a:ext uri="{FF2B5EF4-FFF2-40B4-BE49-F238E27FC236}">
                  <a16:creationId xmlns:a16="http://schemas.microsoft.com/office/drawing/2014/main" id="{D3B8D2D2-9A28-C1E2-D511-EAF3A30B857F}"/>
                </a:ext>
              </a:extLst>
            </p:cNvPr>
            <p:cNvCxnSpPr>
              <a:cxnSpLocks/>
            </p:cNvCxnSpPr>
            <p:nvPr/>
          </p:nvCxnSpPr>
          <p:spPr>
            <a:xfrm>
              <a:off x="2682727" y="1674913"/>
              <a:ext cx="0" cy="9360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Gerade Verbindung mit Pfeil 178">
              <a:extLst>
                <a:ext uri="{FF2B5EF4-FFF2-40B4-BE49-F238E27FC236}">
                  <a16:creationId xmlns:a16="http://schemas.microsoft.com/office/drawing/2014/main" id="{F7F20230-4610-4897-62AA-FFEC1F07A3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8519" y="1688911"/>
              <a:ext cx="936000" cy="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Textfeld 179">
                  <a:extLst>
                    <a:ext uri="{FF2B5EF4-FFF2-40B4-BE49-F238E27FC236}">
                      <a16:creationId xmlns:a16="http://schemas.microsoft.com/office/drawing/2014/main" id="{367EF33D-BAA7-65BC-933B-76BB7D15ABB9}"/>
                    </a:ext>
                  </a:extLst>
                </p:cNvPr>
                <p:cNvSpPr txBox="1"/>
                <p:nvPr/>
              </p:nvSpPr>
              <p:spPr>
                <a:xfrm flipH="1">
                  <a:off x="1416359" y="1496988"/>
                  <a:ext cx="4579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80" name="Textfeld 179">
                  <a:extLst>
                    <a:ext uri="{FF2B5EF4-FFF2-40B4-BE49-F238E27FC236}">
                      <a16:creationId xmlns:a16="http://schemas.microsoft.com/office/drawing/2014/main" id="{367EF33D-BAA7-65BC-933B-76BB7D15AB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416359" y="1496988"/>
                  <a:ext cx="457939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Textfeld 180">
                  <a:extLst>
                    <a:ext uri="{FF2B5EF4-FFF2-40B4-BE49-F238E27FC236}">
                      <a16:creationId xmlns:a16="http://schemas.microsoft.com/office/drawing/2014/main" id="{43973FDB-9F89-93E0-3077-9B7ADBCAE48F}"/>
                    </a:ext>
                  </a:extLst>
                </p:cNvPr>
                <p:cNvSpPr txBox="1"/>
                <p:nvPr/>
              </p:nvSpPr>
              <p:spPr>
                <a:xfrm flipH="1">
                  <a:off x="1803829" y="2020023"/>
                  <a:ext cx="5769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81" name="Textfeld 180">
                  <a:extLst>
                    <a:ext uri="{FF2B5EF4-FFF2-40B4-BE49-F238E27FC236}">
                      <a16:creationId xmlns:a16="http://schemas.microsoft.com/office/drawing/2014/main" id="{43973FDB-9F89-93E0-3077-9B7ADBCAE4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803829" y="2020023"/>
                  <a:ext cx="576916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feld 181">
                  <a:extLst>
                    <a:ext uri="{FF2B5EF4-FFF2-40B4-BE49-F238E27FC236}">
                      <a16:creationId xmlns:a16="http://schemas.microsoft.com/office/drawing/2014/main" id="{7628863A-212E-1A8F-5A5E-7E6E86C5C3AA}"/>
                    </a:ext>
                  </a:extLst>
                </p:cNvPr>
                <p:cNvSpPr txBox="1"/>
                <p:nvPr/>
              </p:nvSpPr>
              <p:spPr>
                <a:xfrm flipH="1">
                  <a:off x="2481567" y="2558553"/>
                  <a:ext cx="3736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82" name="Textfeld 181">
                  <a:extLst>
                    <a:ext uri="{FF2B5EF4-FFF2-40B4-BE49-F238E27FC236}">
                      <a16:creationId xmlns:a16="http://schemas.microsoft.com/office/drawing/2014/main" id="{7628863A-212E-1A8F-5A5E-7E6E86C5C3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481567" y="2558553"/>
                  <a:ext cx="373613" cy="369332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3" name="Gerade Verbindung mit Pfeil 182">
              <a:extLst>
                <a:ext uri="{FF2B5EF4-FFF2-40B4-BE49-F238E27FC236}">
                  <a16:creationId xmlns:a16="http://schemas.microsoft.com/office/drawing/2014/main" id="{7F17EEB0-0659-C86A-7C82-E030E4E71D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4727" y="1696406"/>
              <a:ext cx="468000" cy="4680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5" name="Gruppieren 184">
            <a:extLst>
              <a:ext uri="{FF2B5EF4-FFF2-40B4-BE49-F238E27FC236}">
                <a16:creationId xmlns:a16="http://schemas.microsoft.com/office/drawing/2014/main" id="{1A23B643-C427-1497-F274-7CDA6BE5112B}"/>
              </a:ext>
            </a:extLst>
          </p:cNvPr>
          <p:cNvGrpSpPr/>
          <p:nvPr/>
        </p:nvGrpSpPr>
        <p:grpSpPr>
          <a:xfrm>
            <a:off x="377235" y="247281"/>
            <a:ext cx="2636798" cy="900705"/>
            <a:chOff x="5104728" y="379955"/>
            <a:chExt cx="1488260" cy="1086920"/>
          </a:xfrm>
        </p:grpSpPr>
        <p:cxnSp>
          <p:nvCxnSpPr>
            <p:cNvPr id="186" name="Gerader Verbinder 185">
              <a:extLst>
                <a:ext uri="{FF2B5EF4-FFF2-40B4-BE49-F238E27FC236}">
                  <a16:creationId xmlns:a16="http://schemas.microsoft.com/office/drawing/2014/main" id="{D85A303E-1E58-04B2-D4DC-7B3A15D49715}"/>
                </a:ext>
              </a:extLst>
            </p:cNvPr>
            <p:cNvCxnSpPr>
              <a:cxnSpLocks/>
            </p:cNvCxnSpPr>
            <p:nvPr/>
          </p:nvCxnSpPr>
          <p:spPr>
            <a:xfrm>
              <a:off x="5108138" y="692731"/>
              <a:ext cx="0" cy="774144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Gerader Verbinder 186">
              <a:extLst>
                <a:ext uri="{FF2B5EF4-FFF2-40B4-BE49-F238E27FC236}">
                  <a16:creationId xmlns:a16="http://schemas.microsoft.com/office/drawing/2014/main" id="{EA13F764-57F2-69AD-A518-A04507DFA4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92775" y="673617"/>
              <a:ext cx="213" cy="793258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Gerade Verbindung mit Pfeil 187">
              <a:extLst>
                <a:ext uri="{FF2B5EF4-FFF2-40B4-BE49-F238E27FC236}">
                  <a16:creationId xmlns:a16="http://schemas.microsoft.com/office/drawing/2014/main" id="{4EBEAAE0-AA71-5A7B-3ECB-AE570BF7A044}"/>
                </a:ext>
              </a:extLst>
            </p:cNvPr>
            <p:cNvCxnSpPr>
              <a:cxnSpLocks/>
            </p:cNvCxnSpPr>
            <p:nvPr/>
          </p:nvCxnSpPr>
          <p:spPr>
            <a:xfrm>
              <a:off x="5104728" y="776586"/>
              <a:ext cx="1476698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Textfeld 188">
              <a:extLst>
                <a:ext uri="{FF2B5EF4-FFF2-40B4-BE49-F238E27FC236}">
                  <a16:creationId xmlns:a16="http://schemas.microsoft.com/office/drawing/2014/main" id="{5854A8AB-2EEB-24D1-FC5B-EE583598724E}"/>
                </a:ext>
              </a:extLst>
            </p:cNvPr>
            <p:cNvSpPr txBox="1"/>
            <p:nvPr/>
          </p:nvSpPr>
          <p:spPr>
            <a:xfrm>
              <a:off x="5430202" y="379955"/>
              <a:ext cx="922474" cy="3966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20 cm</a:t>
              </a:r>
            </a:p>
          </p:txBody>
        </p:sp>
      </p:grpSp>
      <p:grpSp>
        <p:nvGrpSpPr>
          <p:cNvPr id="190" name="Gruppieren 189">
            <a:extLst>
              <a:ext uri="{FF2B5EF4-FFF2-40B4-BE49-F238E27FC236}">
                <a16:creationId xmlns:a16="http://schemas.microsoft.com/office/drawing/2014/main" id="{AB46C59B-5847-CCDD-AC5D-F723BB635789}"/>
              </a:ext>
            </a:extLst>
          </p:cNvPr>
          <p:cNvGrpSpPr/>
          <p:nvPr/>
        </p:nvGrpSpPr>
        <p:grpSpPr>
          <a:xfrm flipH="1" flipV="1">
            <a:off x="4448879" y="181113"/>
            <a:ext cx="1983283" cy="1972682"/>
            <a:chOff x="782999" y="2203339"/>
            <a:chExt cx="2216797" cy="2204948"/>
          </a:xfrm>
        </p:grpSpPr>
        <p:cxnSp>
          <p:nvCxnSpPr>
            <p:cNvPr id="191" name="Gerader Verbinder 190">
              <a:extLst>
                <a:ext uri="{FF2B5EF4-FFF2-40B4-BE49-F238E27FC236}">
                  <a16:creationId xmlns:a16="http://schemas.microsoft.com/office/drawing/2014/main" id="{460A76C2-45C0-07C6-D722-B0F198C11470}"/>
                </a:ext>
              </a:extLst>
            </p:cNvPr>
            <p:cNvCxnSpPr>
              <a:cxnSpLocks/>
            </p:cNvCxnSpPr>
            <p:nvPr/>
          </p:nvCxnSpPr>
          <p:spPr>
            <a:xfrm>
              <a:off x="819157" y="3645531"/>
              <a:ext cx="726295" cy="762756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Gerader Verbinder 191">
              <a:extLst>
                <a:ext uri="{FF2B5EF4-FFF2-40B4-BE49-F238E27FC236}">
                  <a16:creationId xmlns:a16="http://schemas.microsoft.com/office/drawing/2014/main" id="{09E6568A-CEA1-DD75-3F24-AFE98ED768BB}"/>
                </a:ext>
              </a:extLst>
            </p:cNvPr>
            <p:cNvCxnSpPr>
              <a:cxnSpLocks/>
            </p:cNvCxnSpPr>
            <p:nvPr/>
          </p:nvCxnSpPr>
          <p:spPr>
            <a:xfrm>
              <a:off x="2233177" y="2203339"/>
              <a:ext cx="766619" cy="805104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Gerade Verbindung mit Pfeil 192">
              <a:extLst>
                <a:ext uri="{FF2B5EF4-FFF2-40B4-BE49-F238E27FC236}">
                  <a16:creationId xmlns:a16="http://schemas.microsoft.com/office/drawing/2014/main" id="{5574F193-8C15-A6BF-3290-339BFE3F64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2999" y="2216725"/>
              <a:ext cx="1417686" cy="1417686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Textfeld 193">
              <a:extLst>
                <a:ext uri="{FF2B5EF4-FFF2-40B4-BE49-F238E27FC236}">
                  <a16:creationId xmlns:a16="http://schemas.microsoft.com/office/drawing/2014/main" id="{E15313CC-5EB0-B5EB-8315-6B289B596086}"/>
                </a:ext>
              </a:extLst>
            </p:cNvPr>
            <p:cNvSpPr txBox="1"/>
            <p:nvPr/>
          </p:nvSpPr>
          <p:spPr>
            <a:xfrm rot="8043275">
              <a:off x="830745" y="2979798"/>
              <a:ext cx="1275497" cy="4128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20 cm</a:t>
              </a:r>
            </a:p>
          </p:txBody>
        </p:sp>
      </p:grp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089194BF-F4E2-56EA-F24D-9E0C885AD563}"/>
              </a:ext>
            </a:extLst>
          </p:cNvPr>
          <p:cNvGrpSpPr/>
          <p:nvPr/>
        </p:nvGrpSpPr>
        <p:grpSpPr>
          <a:xfrm>
            <a:off x="1619895" y="1372299"/>
            <a:ext cx="173762" cy="173762"/>
            <a:chOff x="2650409" y="1198128"/>
            <a:chExt cx="173762" cy="173762"/>
          </a:xfrm>
        </p:grpSpPr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547AB6BC-3C2E-AE53-0CB9-BC5A1B16179A}"/>
                </a:ext>
              </a:extLst>
            </p:cNvPr>
            <p:cNvSpPr/>
            <p:nvPr/>
          </p:nvSpPr>
          <p:spPr>
            <a:xfrm>
              <a:off x="2650409" y="1198418"/>
              <a:ext cx="173762" cy="17318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Kreuz 3">
              <a:extLst>
                <a:ext uri="{FF2B5EF4-FFF2-40B4-BE49-F238E27FC236}">
                  <a16:creationId xmlns:a16="http://schemas.microsoft.com/office/drawing/2014/main" id="{FDF457CC-4130-33B8-83F9-5F60D4F24728}"/>
                </a:ext>
              </a:extLst>
            </p:cNvPr>
            <p:cNvSpPr/>
            <p:nvPr/>
          </p:nvSpPr>
          <p:spPr>
            <a:xfrm rot="2700000">
              <a:off x="2650409" y="1198128"/>
              <a:ext cx="173762" cy="173762"/>
            </a:xfrm>
            <a:prstGeom prst="plus">
              <a:avLst>
                <a:gd name="adj" fmla="val 500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4E2B5D5D-3A3B-5137-ACD1-863D949F56D5}"/>
              </a:ext>
            </a:extLst>
          </p:cNvPr>
          <p:cNvGrpSpPr/>
          <p:nvPr/>
        </p:nvGrpSpPr>
        <p:grpSpPr>
          <a:xfrm>
            <a:off x="974450" y="1374794"/>
            <a:ext cx="173762" cy="173182"/>
            <a:chOff x="1967139" y="1198419"/>
            <a:chExt cx="173762" cy="173182"/>
          </a:xfrm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7B188470-E570-E465-3015-F6DF96CA24DA}"/>
                </a:ext>
              </a:extLst>
            </p:cNvPr>
            <p:cNvSpPr/>
            <p:nvPr/>
          </p:nvSpPr>
          <p:spPr>
            <a:xfrm>
              <a:off x="1967139" y="1198419"/>
              <a:ext cx="173762" cy="17318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5367114F-8B0D-1247-F70B-C069868B3159}"/>
                </a:ext>
              </a:extLst>
            </p:cNvPr>
            <p:cNvSpPr/>
            <p:nvPr/>
          </p:nvSpPr>
          <p:spPr>
            <a:xfrm>
              <a:off x="2031084" y="1262151"/>
              <a:ext cx="45872" cy="45719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964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4EFDE9D5-38FC-11B6-76AE-D71E50F81160}"/>
              </a:ext>
            </a:extLst>
          </p:cNvPr>
          <p:cNvCxnSpPr>
            <a:cxnSpLocks/>
          </p:cNvCxnSpPr>
          <p:nvPr/>
        </p:nvCxnSpPr>
        <p:spPr>
          <a:xfrm flipV="1">
            <a:off x="1620782" y="3158766"/>
            <a:ext cx="1" cy="93600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A93CF45E-32B7-EBF8-FB55-A1AEEF6F04AF}"/>
              </a:ext>
            </a:extLst>
          </p:cNvPr>
          <p:cNvCxnSpPr>
            <a:cxnSpLocks/>
          </p:cNvCxnSpPr>
          <p:nvPr/>
        </p:nvCxnSpPr>
        <p:spPr>
          <a:xfrm flipV="1">
            <a:off x="1609499" y="4059711"/>
            <a:ext cx="936000" cy="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FFFF3285-60C3-F854-B8A3-B31BA04CF40C}"/>
                  </a:ext>
                </a:extLst>
              </p:cNvPr>
              <p:cNvSpPr txBox="1"/>
              <p:nvPr/>
            </p:nvSpPr>
            <p:spPr>
              <a:xfrm flipH="1">
                <a:off x="2452390" y="3869146"/>
                <a:ext cx="4579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0" dirty="0" smtClean="0"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FFFF3285-60C3-F854-B8A3-B31BA04CF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452390" y="3869146"/>
                <a:ext cx="45793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C6F4A30C-AC8D-6143-940F-660D0F5EB042}"/>
                  </a:ext>
                </a:extLst>
              </p:cNvPr>
              <p:cNvSpPr txBox="1"/>
              <p:nvPr/>
            </p:nvSpPr>
            <p:spPr>
              <a:xfrm flipH="1">
                <a:off x="770459" y="4335101"/>
                <a:ext cx="5769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i="0" dirty="0" smtClean="0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C6F4A30C-AC8D-6143-940F-660D0F5EB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70459" y="4335101"/>
                <a:ext cx="57691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814F4273-A5A8-9A2D-E52C-E1B8F81B992A}"/>
                  </a:ext>
                </a:extLst>
              </p:cNvPr>
              <p:cNvSpPr txBox="1"/>
              <p:nvPr/>
            </p:nvSpPr>
            <p:spPr>
              <a:xfrm flipH="1">
                <a:off x="1430552" y="2850246"/>
                <a:ext cx="373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Z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814F4273-A5A8-9A2D-E52C-E1B8F81B9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30552" y="2850246"/>
                <a:ext cx="37361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19BAF2DB-0D1C-11CE-E724-9BA9E9C657CD}"/>
              </a:ext>
            </a:extLst>
          </p:cNvPr>
          <p:cNvCxnSpPr>
            <a:cxnSpLocks/>
          </p:cNvCxnSpPr>
          <p:nvPr/>
        </p:nvCxnSpPr>
        <p:spPr>
          <a:xfrm flipH="1">
            <a:off x="1152782" y="4068634"/>
            <a:ext cx="468000" cy="468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C6C46393-3ADF-8289-FA86-A5F661E42475}"/>
              </a:ext>
            </a:extLst>
          </p:cNvPr>
          <p:cNvCxnSpPr>
            <a:cxnSpLocks/>
          </p:cNvCxnSpPr>
          <p:nvPr/>
        </p:nvCxnSpPr>
        <p:spPr>
          <a:xfrm flipV="1">
            <a:off x="1617358" y="2439455"/>
            <a:ext cx="607682" cy="165531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F41E2C81-CBB0-8493-4BCE-7309AF99462B}"/>
                  </a:ext>
                </a:extLst>
              </p:cNvPr>
              <p:cNvSpPr txBox="1"/>
              <p:nvPr/>
            </p:nvSpPr>
            <p:spPr>
              <a:xfrm flipH="1">
                <a:off x="2138902" y="2166281"/>
                <a:ext cx="373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e-DE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DE" b="0" i="0" dirty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</m:acc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F41E2C81-CBB0-8493-4BCE-7309AF9946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138902" y="2166281"/>
                <a:ext cx="37361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Pfeil: nach rechts gekrümmt 14">
            <a:extLst>
              <a:ext uri="{FF2B5EF4-FFF2-40B4-BE49-F238E27FC236}">
                <a16:creationId xmlns:a16="http://schemas.microsoft.com/office/drawing/2014/main" id="{BDFEECDC-7D0C-03BE-BE0A-DFA3E4338F2D}"/>
              </a:ext>
            </a:extLst>
          </p:cNvPr>
          <p:cNvSpPr/>
          <p:nvPr/>
        </p:nvSpPr>
        <p:spPr>
          <a:xfrm rot="1195101">
            <a:off x="1838953" y="2886792"/>
            <a:ext cx="312420" cy="259076"/>
          </a:xfrm>
          <a:prstGeom prst="curvedRightArrow">
            <a:avLst>
              <a:gd name="adj1" fmla="val 25000"/>
              <a:gd name="adj2" fmla="val 50000"/>
              <a:gd name="adj3" fmla="val 4558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D9EC41E8-FE87-8374-FD71-EC413989ED6D}"/>
              </a:ext>
            </a:extLst>
          </p:cNvPr>
          <p:cNvCxnSpPr>
            <a:cxnSpLocks/>
          </p:cNvCxnSpPr>
          <p:nvPr/>
        </p:nvCxnSpPr>
        <p:spPr>
          <a:xfrm flipH="1">
            <a:off x="2013317" y="2590800"/>
            <a:ext cx="151879" cy="42553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75E77B64-E026-1CB4-10D9-95CD50DA40F0}"/>
                  </a:ext>
                </a:extLst>
              </p:cNvPr>
              <p:cNvSpPr txBox="1"/>
              <p:nvPr/>
            </p:nvSpPr>
            <p:spPr>
              <a:xfrm flipH="1">
                <a:off x="2063331" y="2946923"/>
                <a:ext cx="373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0" dirty="0" smtClean="0"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75E77B64-E026-1CB4-10D9-95CD50DA4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063331" y="2946923"/>
                <a:ext cx="37361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2494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ruppieren 113">
            <a:extLst>
              <a:ext uri="{FF2B5EF4-FFF2-40B4-BE49-F238E27FC236}">
                <a16:creationId xmlns:a16="http://schemas.microsoft.com/office/drawing/2014/main" id="{49966FD9-E543-1989-4F6A-6B53EB9CF043}"/>
              </a:ext>
            </a:extLst>
          </p:cNvPr>
          <p:cNvGrpSpPr/>
          <p:nvPr/>
        </p:nvGrpSpPr>
        <p:grpSpPr>
          <a:xfrm>
            <a:off x="279905" y="2676697"/>
            <a:ext cx="6544848" cy="7052319"/>
            <a:chOff x="1111176" y="2773389"/>
            <a:chExt cx="4559144" cy="4912649"/>
          </a:xfrm>
        </p:grpSpPr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A37199D9-5A90-1F28-53F2-A007C3579E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2114" y="4070954"/>
              <a:ext cx="3245042" cy="314042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Gerader Verbinder 105">
              <a:extLst>
                <a:ext uri="{FF2B5EF4-FFF2-40B4-BE49-F238E27FC236}">
                  <a16:creationId xmlns:a16="http://schemas.microsoft.com/office/drawing/2014/main" id="{DAF7C69D-25F6-8E2F-BB4F-582F18F0DB99}"/>
                </a:ext>
              </a:extLst>
            </p:cNvPr>
            <p:cNvCxnSpPr/>
            <p:nvPr/>
          </p:nvCxnSpPr>
          <p:spPr>
            <a:xfrm flipV="1">
              <a:off x="2418945" y="4082277"/>
              <a:ext cx="2795881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Gruppieren 103">
              <a:extLst>
                <a:ext uri="{FF2B5EF4-FFF2-40B4-BE49-F238E27FC236}">
                  <a16:creationId xmlns:a16="http://schemas.microsoft.com/office/drawing/2014/main" id="{922BA4B8-DBCC-F11B-DB9A-4C24A5FFA1C1}"/>
                </a:ext>
              </a:extLst>
            </p:cNvPr>
            <p:cNvGrpSpPr/>
            <p:nvPr/>
          </p:nvGrpSpPr>
          <p:grpSpPr>
            <a:xfrm>
              <a:off x="2571163" y="3001042"/>
              <a:ext cx="2616313" cy="364475"/>
              <a:chOff x="5104728" y="380899"/>
              <a:chExt cx="1476698" cy="439828"/>
            </a:xfrm>
          </p:grpSpPr>
          <p:cxnSp>
            <p:nvCxnSpPr>
              <p:cNvPr id="98" name="Gerade Verbindung mit Pfeil 97">
                <a:extLst>
                  <a:ext uri="{FF2B5EF4-FFF2-40B4-BE49-F238E27FC236}">
                    <a16:creationId xmlns:a16="http://schemas.microsoft.com/office/drawing/2014/main" id="{22F352D3-F1CF-5580-E386-ED6F173587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4728" y="776586"/>
                <a:ext cx="1476698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737F0B93-CB71-26AA-1180-23279C0519FD}"/>
                  </a:ext>
                </a:extLst>
              </p:cNvPr>
              <p:cNvSpPr txBox="1"/>
              <p:nvPr/>
            </p:nvSpPr>
            <p:spPr>
              <a:xfrm>
                <a:off x="5574178" y="380899"/>
                <a:ext cx="922474" cy="439828"/>
              </a:xfrm>
              <a:prstGeom prst="rect">
                <a:avLst/>
              </a:prstGeom>
              <a:noFill/>
              <a:ln w="571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20 cm</a:t>
                </a:r>
              </a:p>
            </p:txBody>
          </p:sp>
        </p:grpSp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C6F6220C-9454-9683-CFE6-AF6B91AEF6FD}"/>
                </a:ext>
              </a:extLst>
            </p:cNvPr>
            <p:cNvGrpSpPr/>
            <p:nvPr/>
          </p:nvGrpSpPr>
          <p:grpSpPr>
            <a:xfrm>
              <a:off x="1111176" y="5556336"/>
              <a:ext cx="1533659" cy="1948552"/>
              <a:chOff x="1408070" y="441526"/>
              <a:chExt cx="1533659" cy="1948552"/>
            </a:xfrm>
          </p:grpSpPr>
          <p:cxnSp>
            <p:nvCxnSpPr>
              <p:cNvPr id="4" name="Gerade Verbindung mit Pfeil 3">
                <a:extLst>
                  <a:ext uri="{FF2B5EF4-FFF2-40B4-BE49-F238E27FC236}">
                    <a16:creationId xmlns:a16="http://schemas.microsoft.com/office/drawing/2014/main" id="{1D7C5848-0C47-7EBE-8688-B7ED0BB7761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82727" y="757963"/>
                <a:ext cx="1" cy="936000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Gerade Verbindung mit Pfeil 4">
                <a:extLst>
                  <a:ext uri="{FF2B5EF4-FFF2-40B4-BE49-F238E27FC236}">
                    <a16:creationId xmlns:a16="http://schemas.microsoft.com/office/drawing/2014/main" id="{DA742CE4-0403-43AE-39C2-F21DD46BD9D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35444" y="1676211"/>
                <a:ext cx="936000" cy="17752"/>
              </a:xfrm>
              <a:prstGeom prst="straightConnector1">
                <a:avLst/>
              </a:prstGeom>
              <a:ln w="5715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feld 5">
                    <a:extLst>
                      <a:ext uri="{FF2B5EF4-FFF2-40B4-BE49-F238E27FC236}">
                        <a16:creationId xmlns:a16="http://schemas.microsoft.com/office/drawing/2014/main" id="{CE1A7F04-12F2-7B5F-4432-4E1BB0A8A15F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483790" y="441526"/>
                    <a:ext cx="457939" cy="364475"/>
                  </a:xfrm>
                  <a:prstGeom prst="rect">
                    <a:avLst/>
                  </a:prstGeom>
                  <a:noFill/>
                  <a:ln w="571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800" i="0" dirty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de-DE" sz="2800" b="0" i="0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de-DE" sz="2800" dirty="0"/>
                  </a:p>
                </p:txBody>
              </p:sp>
            </mc:Choice>
            <mc:Fallback xmlns="">
              <p:sp>
                <p:nvSpPr>
                  <p:cNvPr id="6" name="Textfeld 5">
                    <a:extLst>
                      <a:ext uri="{FF2B5EF4-FFF2-40B4-BE49-F238E27FC236}">
                        <a16:creationId xmlns:a16="http://schemas.microsoft.com/office/drawing/2014/main" id="{CE1A7F04-12F2-7B5F-4432-4E1BB0A8A1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483790" y="441526"/>
                    <a:ext cx="457939" cy="364475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 w="571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feld 6">
                    <a:extLst>
                      <a:ext uri="{FF2B5EF4-FFF2-40B4-BE49-F238E27FC236}">
                        <a16:creationId xmlns:a16="http://schemas.microsoft.com/office/drawing/2014/main" id="{545521AD-7F63-3A94-207D-72B61876F43F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876843" y="2025603"/>
                    <a:ext cx="576916" cy="364475"/>
                  </a:xfrm>
                  <a:prstGeom prst="rect">
                    <a:avLst/>
                  </a:prstGeom>
                  <a:noFill/>
                  <a:ln w="571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800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de-DE" sz="2800" b="0" i="0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de-DE" sz="2800" dirty="0"/>
                  </a:p>
                </p:txBody>
              </p:sp>
            </mc:Choice>
            <mc:Fallback xmlns="">
              <p:sp>
                <p:nvSpPr>
                  <p:cNvPr id="7" name="Textfeld 6">
                    <a:extLst>
                      <a:ext uri="{FF2B5EF4-FFF2-40B4-BE49-F238E27FC236}">
                        <a16:creationId xmlns:a16="http://schemas.microsoft.com/office/drawing/2014/main" id="{545521AD-7F63-3A94-207D-72B61876F4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876843" y="2025603"/>
                    <a:ext cx="576916" cy="36447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571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feld 7">
                    <a:extLst>
                      <a:ext uri="{FF2B5EF4-FFF2-40B4-BE49-F238E27FC236}">
                        <a16:creationId xmlns:a16="http://schemas.microsoft.com/office/drawing/2014/main" id="{B66E065C-BA59-DD9C-B679-D18217B417D5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408070" y="1468343"/>
                    <a:ext cx="373613" cy="364475"/>
                  </a:xfrm>
                  <a:prstGeom prst="rect">
                    <a:avLst/>
                  </a:prstGeom>
                  <a:noFill/>
                  <a:ln w="571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800" b="0" i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de-DE" sz="28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de-DE" sz="2800" dirty="0"/>
                  </a:p>
                </p:txBody>
              </p:sp>
            </mc:Choice>
            <mc:Fallback xmlns="">
              <p:sp>
                <p:nvSpPr>
                  <p:cNvPr id="8" name="Textfeld 7">
                    <a:extLst>
                      <a:ext uri="{FF2B5EF4-FFF2-40B4-BE49-F238E27FC236}">
                        <a16:creationId xmlns:a16="http://schemas.microsoft.com/office/drawing/2014/main" id="{B66E065C-BA59-DD9C-B679-D18217B417D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408070" y="1468343"/>
                    <a:ext cx="373613" cy="36447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571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" name="Gerade Verbindung mit Pfeil 8">
                <a:extLst>
                  <a:ext uri="{FF2B5EF4-FFF2-40B4-BE49-F238E27FC236}">
                    <a16:creationId xmlns:a16="http://schemas.microsoft.com/office/drawing/2014/main" id="{A8D2ADE4-3158-B3F4-DAA3-22672A8723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30793" y="1683556"/>
                <a:ext cx="468000" cy="468000"/>
              </a:xfrm>
              <a:prstGeom prst="straightConnector1">
                <a:avLst/>
              </a:prstGeom>
              <a:ln w="571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B2A0770D-7B3F-D947-EB0A-233D7FD4661A}"/>
                </a:ext>
              </a:extLst>
            </p:cNvPr>
            <p:cNvGrpSpPr/>
            <p:nvPr/>
          </p:nvGrpSpPr>
          <p:grpSpPr>
            <a:xfrm>
              <a:off x="2617082" y="5147475"/>
              <a:ext cx="1590854" cy="1445738"/>
              <a:chOff x="1408070" y="1468343"/>
              <a:chExt cx="1590854" cy="1445738"/>
            </a:xfrm>
          </p:grpSpPr>
          <p:cxnSp>
            <p:nvCxnSpPr>
              <p:cNvPr id="15" name="Gerade Verbindung mit Pfeil 14">
                <a:extLst>
                  <a:ext uri="{FF2B5EF4-FFF2-40B4-BE49-F238E27FC236}">
                    <a16:creationId xmlns:a16="http://schemas.microsoft.com/office/drawing/2014/main" id="{A5C8F50F-8191-F695-E0A1-31AEF90DE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82727" y="1693963"/>
                <a:ext cx="0" cy="936913"/>
              </a:xfrm>
              <a:prstGeom prst="straightConnector1">
                <a:avLst/>
              </a:prstGeom>
              <a:ln w="5715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Gerade Verbindung mit Pfeil 16">
                <a:extLst>
                  <a:ext uri="{FF2B5EF4-FFF2-40B4-BE49-F238E27FC236}">
                    <a16:creationId xmlns:a16="http://schemas.microsoft.com/office/drawing/2014/main" id="{0CC2F124-9EC5-EAE0-1117-74CE4C294DB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35444" y="1676211"/>
                <a:ext cx="936000" cy="17752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feld 18">
                    <a:extLst>
                      <a:ext uri="{FF2B5EF4-FFF2-40B4-BE49-F238E27FC236}">
                        <a16:creationId xmlns:a16="http://schemas.microsoft.com/office/drawing/2014/main" id="{DD6E0426-C81D-D564-A71F-891A39B1DA03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853023" y="1795043"/>
                    <a:ext cx="457939" cy="364475"/>
                  </a:xfrm>
                  <a:prstGeom prst="rect">
                    <a:avLst/>
                  </a:prstGeom>
                  <a:noFill/>
                  <a:ln w="571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800" b="0" i="0" dirty="0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de-DE" sz="2800" b="0" i="0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de-DE" sz="2800" dirty="0"/>
                  </a:p>
                </p:txBody>
              </p:sp>
            </mc:Choice>
            <mc:Fallback xmlns="">
              <p:sp>
                <p:nvSpPr>
                  <p:cNvPr id="19" name="Textfeld 18">
                    <a:extLst>
                      <a:ext uri="{FF2B5EF4-FFF2-40B4-BE49-F238E27FC236}">
                        <a16:creationId xmlns:a16="http://schemas.microsoft.com/office/drawing/2014/main" id="{DD6E0426-C81D-D564-A71F-891A39B1DA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853023" y="1795043"/>
                    <a:ext cx="457939" cy="36447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571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feld 19">
                    <a:extLst>
                      <a:ext uri="{FF2B5EF4-FFF2-40B4-BE49-F238E27FC236}">
                        <a16:creationId xmlns:a16="http://schemas.microsoft.com/office/drawing/2014/main" id="{E3E6FFBA-70D6-4845-9527-43DA5EE413FA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422008" y="2549606"/>
                    <a:ext cx="576916" cy="364475"/>
                  </a:xfrm>
                  <a:prstGeom prst="rect">
                    <a:avLst/>
                  </a:prstGeom>
                  <a:noFill/>
                  <a:ln w="571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800" b="0" i="0" dirty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de-DE" sz="2800" b="0" i="0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de-DE" sz="2800" dirty="0"/>
                  </a:p>
                </p:txBody>
              </p:sp>
            </mc:Choice>
            <mc:Fallback xmlns="">
              <p:sp>
                <p:nvSpPr>
                  <p:cNvPr id="20" name="Textfeld 19">
                    <a:extLst>
                      <a:ext uri="{FF2B5EF4-FFF2-40B4-BE49-F238E27FC236}">
                        <a16:creationId xmlns:a16="http://schemas.microsoft.com/office/drawing/2014/main" id="{E3E6FFBA-70D6-4845-9527-43DA5EE413F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422008" y="2549606"/>
                    <a:ext cx="576916" cy="36447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571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feld 26">
                    <a:extLst>
                      <a:ext uri="{FF2B5EF4-FFF2-40B4-BE49-F238E27FC236}">
                        <a16:creationId xmlns:a16="http://schemas.microsoft.com/office/drawing/2014/main" id="{0147491A-B951-F161-F653-6D0DC2678285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408070" y="1468343"/>
                    <a:ext cx="373613" cy="364475"/>
                  </a:xfrm>
                  <a:prstGeom prst="rect">
                    <a:avLst/>
                  </a:prstGeom>
                  <a:noFill/>
                  <a:ln w="571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800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de-DE" sz="28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de-DE" sz="2800" dirty="0"/>
                  </a:p>
                </p:txBody>
              </p:sp>
            </mc:Choice>
            <mc:Fallback xmlns="">
              <p:sp>
                <p:nvSpPr>
                  <p:cNvPr id="27" name="Textfeld 26">
                    <a:extLst>
                      <a:ext uri="{FF2B5EF4-FFF2-40B4-BE49-F238E27FC236}">
                        <a16:creationId xmlns:a16="http://schemas.microsoft.com/office/drawing/2014/main" id="{0147491A-B951-F161-F653-6D0DC26782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408070" y="1468343"/>
                    <a:ext cx="373613" cy="36447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571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8" name="Gerade Verbindung mit Pfeil 27">
                <a:extLst>
                  <a:ext uri="{FF2B5EF4-FFF2-40B4-BE49-F238E27FC236}">
                    <a16:creationId xmlns:a16="http://schemas.microsoft.com/office/drawing/2014/main" id="{85308A40-20CA-551F-4CD2-BA2AD897E7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26011" y="1668880"/>
                <a:ext cx="468000" cy="468000"/>
              </a:xfrm>
              <a:prstGeom prst="straightConnector1">
                <a:avLst/>
              </a:prstGeom>
              <a:ln w="571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7" name="Gruppieren 86">
              <a:extLst>
                <a:ext uri="{FF2B5EF4-FFF2-40B4-BE49-F238E27FC236}">
                  <a16:creationId xmlns:a16="http://schemas.microsoft.com/office/drawing/2014/main" id="{EFA44FCA-FAE7-ECCD-86B1-EDD53DC07170}"/>
                </a:ext>
              </a:extLst>
            </p:cNvPr>
            <p:cNvGrpSpPr/>
            <p:nvPr/>
          </p:nvGrpSpPr>
          <p:grpSpPr>
            <a:xfrm flipH="1" flipV="1">
              <a:off x="2389826" y="5350027"/>
              <a:ext cx="2348565" cy="2336011"/>
              <a:chOff x="782999" y="2203339"/>
              <a:chExt cx="2216797" cy="2204948"/>
            </a:xfrm>
          </p:grpSpPr>
          <p:cxnSp>
            <p:nvCxnSpPr>
              <p:cNvPr id="50" name="Gerader Verbinder 49">
                <a:extLst>
                  <a:ext uri="{FF2B5EF4-FFF2-40B4-BE49-F238E27FC236}">
                    <a16:creationId xmlns:a16="http://schemas.microsoft.com/office/drawing/2014/main" id="{0AC9A6ED-FD0D-BC08-DCE8-1C7EB9E047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9157" y="3645531"/>
                <a:ext cx="726295" cy="762756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Gerader Verbinder 50">
                <a:extLst>
                  <a:ext uri="{FF2B5EF4-FFF2-40B4-BE49-F238E27FC236}">
                    <a16:creationId xmlns:a16="http://schemas.microsoft.com/office/drawing/2014/main" id="{C8581A43-5291-F04C-FC3C-B7AA2763F9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33177" y="2203339"/>
                <a:ext cx="766619" cy="805104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Gerade Verbindung mit Pfeil 54">
                <a:extLst>
                  <a:ext uri="{FF2B5EF4-FFF2-40B4-BE49-F238E27FC236}">
                    <a16:creationId xmlns:a16="http://schemas.microsoft.com/office/drawing/2014/main" id="{2BCAC602-4752-5966-691A-C464255FF2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2999" y="2216725"/>
                <a:ext cx="1417686" cy="141768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5B20F41D-E822-33E3-D05C-4D67B4F777EF}"/>
                  </a:ext>
                </a:extLst>
              </p:cNvPr>
              <p:cNvSpPr txBox="1"/>
              <p:nvPr/>
            </p:nvSpPr>
            <p:spPr>
              <a:xfrm rot="8043275">
                <a:off x="1132400" y="2888583"/>
                <a:ext cx="878196" cy="344026"/>
              </a:xfrm>
              <a:prstGeom prst="rect">
                <a:avLst/>
              </a:prstGeom>
              <a:noFill/>
              <a:ln w="571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20 cm</a:t>
                </a:r>
              </a:p>
            </p:txBody>
          </p:sp>
        </p:grpSp>
        <p:grpSp>
          <p:nvGrpSpPr>
            <p:cNvPr id="64" name="Gruppieren 63">
              <a:extLst>
                <a:ext uri="{FF2B5EF4-FFF2-40B4-BE49-F238E27FC236}">
                  <a16:creationId xmlns:a16="http://schemas.microsoft.com/office/drawing/2014/main" id="{55A48344-5AB9-7D0A-DE87-C2ADF003EB09}"/>
                </a:ext>
              </a:extLst>
            </p:cNvPr>
            <p:cNvGrpSpPr/>
            <p:nvPr/>
          </p:nvGrpSpPr>
          <p:grpSpPr>
            <a:xfrm>
              <a:off x="1296509" y="2773389"/>
              <a:ext cx="1492497" cy="2024935"/>
              <a:chOff x="1408070" y="365143"/>
              <a:chExt cx="1492497" cy="2024935"/>
            </a:xfrm>
          </p:grpSpPr>
          <p:cxnSp>
            <p:nvCxnSpPr>
              <p:cNvPr id="65" name="Gerade Verbindung mit Pfeil 64">
                <a:extLst>
                  <a:ext uri="{FF2B5EF4-FFF2-40B4-BE49-F238E27FC236}">
                    <a16:creationId xmlns:a16="http://schemas.microsoft.com/office/drawing/2014/main" id="{0C81D53D-858B-2D0C-348C-4F4FA2258F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82727" y="757963"/>
                <a:ext cx="1" cy="936000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Gerade Verbindung mit Pfeil 69">
                <a:extLst>
                  <a:ext uri="{FF2B5EF4-FFF2-40B4-BE49-F238E27FC236}">
                    <a16:creationId xmlns:a16="http://schemas.microsoft.com/office/drawing/2014/main" id="{95C732BC-FC8D-3DAB-EB62-D032B40468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35444" y="1676211"/>
                <a:ext cx="936000" cy="0"/>
              </a:xfrm>
              <a:prstGeom prst="straightConnector1">
                <a:avLst/>
              </a:prstGeom>
              <a:ln w="5715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feld 73">
                    <a:extLst>
                      <a:ext uri="{FF2B5EF4-FFF2-40B4-BE49-F238E27FC236}">
                        <a16:creationId xmlns:a16="http://schemas.microsoft.com/office/drawing/2014/main" id="{C3576F1B-3815-D3DB-54FD-F8738383A4B4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442628" y="365143"/>
                    <a:ext cx="457939" cy="364475"/>
                  </a:xfrm>
                  <a:prstGeom prst="rect">
                    <a:avLst/>
                  </a:prstGeom>
                  <a:noFill/>
                  <a:ln w="571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800" i="0" dirty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de-DE" sz="28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de-DE" sz="2800" dirty="0"/>
                  </a:p>
                </p:txBody>
              </p:sp>
            </mc:Choice>
            <mc:Fallback xmlns="">
              <p:sp>
                <p:nvSpPr>
                  <p:cNvPr id="74" name="Textfeld 73">
                    <a:extLst>
                      <a:ext uri="{FF2B5EF4-FFF2-40B4-BE49-F238E27FC236}">
                        <a16:creationId xmlns:a16="http://schemas.microsoft.com/office/drawing/2014/main" id="{C3576F1B-3815-D3DB-54FD-F8738383A4B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442628" y="365143"/>
                    <a:ext cx="457939" cy="36447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571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Textfeld 74">
                    <a:extLst>
                      <a:ext uri="{FF2B5EF4-FFF2-40B4-BE49-F238E27FC236}">
                        <a16:creationId xmlns:a16="http://schemas.microsoft.com/office/drawing/2014/main" id="{A6D4A953-A902-FF93-4A1C-76507C6F0056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876843" y="2025603"/>
                    <a:ext cx="576916" cy="364475"/>
                  </a:xfrm>
                  <a:prstGeom prst="rect">
                    <a:avLst/>
                  </a:prstGeom>
                  <a:noFill/>
                  <a:ln w="571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800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de-DE" sz="28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de-DE" sz="2800" dirty="0"/>
                  </a:p>
                </p:txBody>
              </p:sp>
            </mc:Choice>
            <mc:Fallback xmlns="">
              <p:sp>
                <p:nvSpPr>
                  <p:cNvPr id="75" name="Textfeld 74">
                    <a:extLst>
                      <a:ext uri="{FF2B5EF4-FFF2-40B4-BE49-F238E27FC236}">
                        <a16:creationId xmlns:a16="http://schemas.microsoft.com/office/drawing/2014/main" id="{A6D4A953-A902-FF93-4A1C-76507C6F00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876843" y="2025603"/>
                    <a:ext cx="576916" cy="36447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571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Textfeld 75">
                    <a:extLst>
                      <a:ext uri="{FF2B5EF4-FFF2-40B4-BE49-F238E27FC236}">
                        <a16:creationId xmlns:a16="http://schemas.microsoft.com/office/drawing/2014/main" id="{136318B9-16ED-3974-D629-F2EAA0A6626D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408070" y="1468343"/>
                    <a:ext cx="373613" cy="364475"/>
                  </a:xfrm>
                  <a:prstGeom prst="rect">
                    <a:avLst/>
                  </a:prstGeom>
                  <a:noFill/>
                  <a:ln w="571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800" b="0" i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de-DE" sz="2800" dirty="0"/>
                  </a:p>
                </p:txBody>
              </p:sp>
            </mc:Choice>
            <mc:Fallback xmlns="">
              <p:sp>
                <p:nvSpPr>
                  <p:cNvPr id="76" name="Textfeld 75">
                    <a:extLst>
                      <a:ext uri="{FF2B5EF4-FFF2-40B4-BE49-F238E27FC236}">
                        <a16:creationId xmlns:a16="http://schemas.microsoft.com/office/drawing/2014/main" id="{136318B9-16ED-3974-D629-F2EAA0A6626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408070" y="1468343"/>
                    <a:ext cx="373613" cy="36447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571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7" name="Gerade Verbindung mit Pfeil 76">
                <a:extLst>
                  <a:ext uri="{FF2B5EF4-FFF2-40B4-BE49-F238E27FC236}">
                    <a16:creationId xmlns:a16="http://schemas.microsoft.com/office/drawing/2014/main" id="{B582FD8F-0F8C-0FFB-3976-12223D8B0F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30793" y="1683556"/>
                <a:ext cx="468000" cy="468000"/>
              </a:xfrm>
              <a:prstGeom prst="straightConnector1">
                <a:avLst/>
              </a:prstGeom>
              <a:ln w="571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8" name="Gruppieren 77">
              <a:extLst>
                <a:ext uri="{FF2B5EF4-FFF2-40B4-BE49-F238E27FC236}">
                  <a16:creationId xmlns:a16="http://schemas.microsoft.com/office/drawing/2014/main" id="{F742EC4D-F819-E46B-A355-571341A92BAF}"/>
                </a:ext>
              </a:extLst>
            </p:cNvPr>
            <p:cNvGrpSpPr/>
            <p:nvPr/>
          </p:nvGrpSpPr>
          <p:grpSpPr>
            <a:xfrm>
              <a:off x="4030412" y="2819669"/>
              <a:ext cx="1413384" cy="2094092"/>
              <a:chOff x="1514378" y="420948"/>
              <a:chExt cx="1413384" cy="2094092"/>
            </a:xfrm>
          </p:grpSpPr>
          <p:cxnSp>
            <p:nvCxnSpPr>
              <p:cNvPr id="79" name="Gerade Verbindung mit Pfeil 78">
                <a:extLst>
                  <a:ext uri="{FF2B5EF4-FFF2-40B4-BE49-F238E27FC236}">
                    <a16:creationId xmlns:a16="http://schemas.microsoft.com/office/drawing/2014/main" id="{2E4887E1-A932-C9E7-D033-228E65B5C4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82727" y="757963"/>
                <a:ext cx="1" cy="936000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Gerade Verbindung mit Pfeil 79">
                <a:extLst>
                  <a:ext uri="{FF2B5EF4-FFF2-40B4-BE49-F238E27FC236}">
                    <a16:creationId xmlns:a16="http://schemas.microsoft.com/office/drawing/2014/main" id="{DAD75030-DFF9-BC48-3365-E3FBA26819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35444" y="1676211"/>
                <a:ext cx="936000" cy="0"/>
              </a:xfrm>
              <a:prstGeom prst="straightConnector1">
                <a:avLst/>
              </a:prstGeom>
              <a:ln w="5715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Textfeld 80">
                    <a:extLst>
                      <a:ext uri="{FF2B5EF4-FFF2-40B4-BE49-F238E27FC236}">
                        <a16:creationId xmlns:a16="http://schemas.microsoft.com/office/drawing/2014/main" id="{DBD9D708-82E7-855D-1DD3-0BFBA5B72521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469823" y="420948"/>
                    <a:ext cx="457939" cy="364475"/>
                  </a:xfrm>
                  <a:prstGeom prst="rect">
                    <a:avLst/>
                  </a:prstGeom>
                  <a:noFill/>
                  <a:ln w="571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800" i="0" dirty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de-DE" sz="28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de-DE" sz="2800" dirty="0"/>
                  </a:p>
                </p:txBody>
              </p:sp>
            </mc:Choice>
            <mc:Fallback xmlns="">
              <p:sp>
                <p:nvSpPr>
                  <p:cNvPr id="81" name="Textfeld 80">
                    <a:extLst>
                      <a:ext uri="{FF2B5EF4-FFF2-40B4-BE49-F238E27FC236}">
                        <a16:creationId xmlns:a16="http://schemas.microsoft.com/office/drawing/2014/main" id="{DBD9D708-82E7-855D-1DD3-0BFBA5B725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469823" y="420948"/>
                    <a:ext cx="457939" cy="364475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 w="571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Textfeld 81">
                    <a:extLst>
                      <a:ext uri="{FF2B5EF4-FFF2-40B4-BE49-F238E27FC236}">
                        <a16:creationId xmlns:a16="http://schemas.microsoft.com/office/drawing/2014/main" id="{5420ECCF-A951-B7F9-2EEB-166960E89DF0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045129" y="2150565"/>
                    <a:ext cx="576916" cy="364475"/>
                  </a:xfrm>
                  <a:prstGeom prst="rect">
                    <a:avLst/>
                  </a:prstGeom>
                  <a:noFill/>
                  <a:ln w="571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800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de-DE" sz="2800" b="0" i="0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de-DE" sz="2800" dirty="0"/>
                  </a:p>
                </p:txBody>
              </p:sp>
            </mc:Choice>
            <mc:Fallback xmlns="">
              <p:sp>
                <p:nvSpPr>
                  <p:cNvPr id="82" name="Textfeld 81">
                    <a:extLst>
                      <a:ext uri="{FF2B5EF4-FFF2-40B4-BE49-F238E27FC236}">
                        <a16:creationId xmlns:a16="http://schemas.microsoft.com/office/drawing/2014/main" id="{5420ECCF-A951-B7F9-2EEB-166960E89D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045129" y="2150565"/>
                    <a:ext cx="576916" cy="364475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 w="571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Textfeld 82">
                    <a:extLst>
                      <a:ext uri="{FF2B5EF4-FFF2-40B4-BE49-F238E27FC236}">
                        <a16:creationId xmlns:a16="http://schemas.microsoft.com/office/drawing/2014/main" id="{4BEC26C9-1837-F333-D143-FBFBDE5DB8B7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514378" y="1674062"/>
                    <a:ext cx="373613" cy="364475"/>
                  </a:xfrm>
                  <a:prstGeom prst="rect">
                    <a:avLst/>
                  </a:prstGeom>
                  <a:noFill/>
                  <a:ln w="571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800" b="0" i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de-DE" sz="2800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de-DE" sz="2800" dirty="0"/>
                  </a:p>
                </p:txBody>
              </p:sp>
            </mc:Choice>
            <mc:Fallback xmlns="">
              <p:sp>
                <p:nvSpPr>
                  <p:cNvPr id="83" name="Textfeld 82">
                    <a:extLst>
                      <a:ext uri="{FF2B5EF4-FFF2-40B4-BE49-F238E27FC236}">
                        <a16:creationId xmlns:a16="http://schemas.microsoft.com/office/drawing/2014/main" id="{4BEC26C9-1837-F333-D143-FBFBDE5DB8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514378" y="1674062"/>
                    <a:ext cx="373613" cy="36447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 w="571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4" name="Gerade Verbindung mit Pfeil 83">
                <a:extLst>
                  <a:ext uri="{FF2B5EF4-FFF2-40B4-BE49-F238E27FC236}">
                    <a16:creationId xmlns:a16="http://schemas.microsoft.com/office/drawing/2014/main" id="{7188A27F-F438-06BD-0938-AC61D5E782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30793" y="1683556"/>
                <a:ext cx="468000" cy="468000"/>
              </a:xfrm>
              <a:prstGeom prst="straightConnector1">
                <a:avLst/>
              </a:prstGeom>
              <a:ln w="571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8" name="Gruppieren 87">
              <a:extLst>
                <a:ext uri="{FF2B5EF4-FFF2-40B4-BE49-F238E27FC236}">
                  <a16:creationId xmlns:a16="http://schemas.microsoft.com/office/drawing/2014/main" id="{070C48BA-3070-A1DA-6577-B87B19947CDF}"/>
                </a:ext>
              </a:extLst>
            </p:cNvPr>
            <p:cNvGrpSpPr/>
            <p:nvPr/>
          </p:nvGrpSpPr>
          <p:grpSpPr>
            <a:xfrm flipH="1" flipV="1">
              <a:off x="4404026" y="4091575"/>
              <a:ext cx="1266294" cy="1736556"/>
              <a:chOff x="1124621" y="2769161"/>
              <a:chExt cx="1195248" cy="1639126"/>
            </a:xfrm>
          </p:grpSpPr>
          <p:cxnSp>
            <p:nvCxnSpPr>
              <p:cNvPr id="89" name="Gerader Verbinder 88">
                <a:extLst>
                  <a:ext uri="{FF2B5EF4-FFF2-40B4-BE49-F238E27FC236}">
                    <a16:creationId xmlns:a16="http://schemas.microsoft.com/office/drawing/2014/main" id="{70039718-BAF9-2B33-59CC-2073C6812D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24621" y="3966330"/>
                <a:ext cx="420831" cy="441957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Gerade Verbindung mit Pfeil 90">
                <a:extLst>
                  <a:ext uri="{FF2B5EF4-FFF2-40B4-BE49-F238E27FC236}">
                    <a16:creationId xmlns:a16="http://schemas.microsoft.com/office/drawing/2014/main" id="{36A5BF89-7BC5-6981-D8D6-AEAA2A5E2E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35949" y="2769161"/>
                <a:ext cx="1183920" cy="118392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Textfeld 91">
                <a:extLst>
                  <a:ext uri="{FF2B5EF4-FFF2-40B4-BE49-F238E27FC236}">
                    <a16:creationId xmlns:a16="http://schemas.microsoft.com/office/drawing/2014/main" id="{4EDBC093-9C46-F957-DF71-2180DE48D485}"/>
                  </a:ext>
                </a:extLst>
              </p:cNvPr>
              <p:cNvSpPr txBox="1"/>
              <p:nvPr/>
            </p:nvSpPr>
            <p:spPr>
              <a:xfrm rot="8043275">
                <a:off x="1369764" y="3298594"/>
                <a:ext cx="878196" cy="344026"/>
              </a:xfrm>
              <a:prstGeom prst="rect">
                <a:avLst/>
              </a:prstGeom>
              <a:noFill/>
              <a:ln w="571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15 cm</a:t>
                </a:r>
              </a:p>
            </p:txBody>
          </p:sp>
        </p:grpSp>
      </p:grpSp>
      <p:sp>
        <p:nvSpPr>
          <p:cNvPr id="149" name="Freihandform: Form 148">
            <a:extLst>
              <a:ext uri="{FF2B5EF4-FFF2-40B4-BE49-F238E27FC236}">
                <a16:creationId xmlns:a16="http://schemas.microsoft.com/office/drawing/2014/main" id="{6155FB04-07D7-4AE4-BACC-82E35110441B}"/>
              </a:ext>
            </a:extLst>
          </p:cNvPr>
          <p:cNvSpPr/>
          <p:nvPr/>
        </p:nvSpPr>
        <p:spPr>
          <a:xfrm>
            <a:off x="4279900" y="4660900"/>
            <a:ext cx="1663700" cy="1625600"/>
          </a:xfrm>
          <a:custGeom>
            <a:avLst/>
            <a:gdLst>
              <a:gd name="connsiteX0" fmla="*/ 0 w 1663700"/>
              <a:gd name="connsiteY0" fmla="*/ 1625600 h 1625600"/>
              <a:gd name="connsiteX1" fmla="*/ 584200 w 1663700"/>
              <a:gd name="connsiteY1" fmla="*/ 622300 h 1625600"/>
              <a:gd name="connsiteX2" fmla="*/ 1663700 w 1663700"/>
              <a:gd name="connsiteY2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63700" h="1625600">
                <a:moveTo>
                  <a:pt x="0" y="1625600"/>
                </a:moveTo>
                <a:cubicBezTo>
                  <a:pt x="153458" y="1259416"/>
                  <a:pt x="306917" y="893233"/>
                  <a:pt x="584200" y="622300"/>
                </a:cubicBezTo>
                <a:cubicBezTo>
                  <a:pt x="861483" y="351367"/>
                  <a:pt x="1262591" y="175683"/>
                  <a:pt x="1663700" y="0"/>
                </a:cubicBezTo>
              </a:path>
            </a:pathLst>
          </a:custGeom>
          <a:noFill/>
          <a:ln>
            <a:solidFill>
              <a:schemeClr val="bg2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Freihandform: Form 149">
            <a:extLst>
              <a:ext uri="{FF2B5EF4-FFF2-40B4-BE49-F238E27FC236}">
                <a16:creationId xmlns:a16="http://schemas.microsoft.com/office/drawing/2014/main" id="{2F216E64-F0ED-1413-3144-DDFD817E8C82}"/>
              </a:ext>
            </a:extLst>
          </p:cNvPr>
          <p:cNvSpPr/>
          <p:nvPr/>
        </p:nvSpPr>
        <p:spPr>
          <a:xfrm flipH="1" flipV="1">
            <a:off x="2320206" y="6694199"/>
            <a:ext cx="1802223" cy="1792910"/>
          </a:xfrm>
          <a:custGeom>
            <a:avLst/>
            <a:gdLst>
              <a:gd name="connsiteX0" fmla="*/ 0 w 1663700"/>
              <a:gd name="connsiteY0" fmla="*/ 1625600 h 1625600"/>
              <a:gd name="connsiteX1" fmla="*/ 584200 w 1663700"/>
              <a:gd name="connsiteY1" fmla="*/ 622300 h 1625600"/>
              <a:gd name="connsiteX2" fmla="*/ 1663700 w 1663700"/>
              <a:gd name="connsiteY2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63700" h="1625600">
                <a:moveTo>
                  <a:pt x="0" y="1625600"/>
                </a:moveTo>
                <a:cubicBezTo>
                  <a:pt x="153458" y="1259416"/>
                  <a:pt x="306917" y="893233"/>
                  <a:pt x="584200" y="622300"/>
                </a:cubicBezTo>
                <a:cubicBezTo>
                  <a:pt x="861483" y="351367"/>
                  <a:pt x="1262591" y="175683"/>
                  <a:pt x="1663700" y="0"/>
                </a:cubicBezTo>
              </a:path>
            </a:pathLst>
          </a:custGeom>
          <a:noFill/>
          <a:ln>
            <a:solidFill>
              <a:schemeClr val="bg2">
                <a:lumMod val="50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Freihandform: Form 150">
            <a:extLst>
              <a:ext uri="{FF2B5EF4-FFF2-40B4-BE49-F238E27FC236}">
                <a16:creationId xmlns:a16="http://schemas.microsoft.com/office/drawing/2014/main" id="{C19182B5-9574-3F2B-E948-E5615C87C8F1}"/>
              </a:ext>
            </a:extLst>
          </p:cNvPr>
          <p:cNvSpPr/>
          <p:nvPr/>
        </p:nvSpPr>
        <p:spPr>
          <a:xfrm>
            <a:off x="2616200" y="4000438"/>
            <a:ext cx="3454400" cy="444562"/>
          </a:xfrm>
          <a:custGeom>
            <a:avLst/>
            <a:gdLst>
              <a:gd name="connsiteX0" fmla="*/ 3454400 w 3454400"/>
              <a:gd name="connsiteY0" fmla="*/ 419162 h 444562"/>
              <a:gd name="connsiteX1" fmla="*/ 1930400 w 3454400"/>
              <a:gd name="connsiteY1" fmla="*/ 62 h 444562"/>
              <a:gd name="connsiteX2" fmla="*/ 0 w 3454400"/>
              <a:gd name="connsiteY2" fmla="*/ 444562 h 444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54400" h="444562">
                <a:moveTo>
                  <a:pt x="3454400" y="419162"/>
                </a:moveTo>
                <a:cubicBezTo>
                  <a:pt x="2980266" y="207495"/>
                  <a:pt x="2506133" y="-4171"/>
                  <a:pt x="1930400" y="62"/>
                </a:cubicBezTo>
                <a:cubicBezTo>
                  <a:pt x="1354667" y="4295"/>
                  <a:pt x="677333" y="224428"/>
                  <a:pt x="0" y="444562"/>
                </a:cubicBezTo>
              </a:path>
            </a:pathLst>
          </a:custGeom>
          <a:noFill/>
          <a:ln>
            <a:solidFill>
              <a:schemeClr val="bg2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feld 151">
                <a:extLst>
                  <a:ext uri="{FF2B5EF4-FFF2-40B4-BE49-F238E27FC236}">
                    <a16:creationId xmlns:a16="http://schemas.microsoft.com/office/drawing/2014/main" id="{AA36DF56-050C-B64A-5CEE-113091EBC731}"/>
                  </a:ext>
                </a:extLst>
              </p:cNvPr>
              <p:cNvSpPr txBox="1"/>
              <p:nvPr/>
            </p:nvSpPr>
            <p:spPr>
              <a:xfrm>
                <a:off x="4204609" y="3521871"/>
                <a:ext cx="68476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800" b="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de-DE" sz="2800" b="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34</m:t>
                          </m:r>
                        </m:sub>
                      </m:sSub>
                    </m:oMath>
                  </m:oMathPara>
                </a14:m>
                <a:endParaRPr lang="de-DE" sz="2800" b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2" name="Textfeld 151">
                <a:extLst>
                  <a:ext uri="{FF2B5EF4-FFF2-40B4-BE49-F238E27FC236}">
                    <a16:creationId xmlns:a16="http://schemas.microsoft.com/office/drawing/2014/main" id="{AA36DF56-050C-B64A-5CEE-113091EBC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4609" y="3521871"/>
                <a:ext cx="684761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feld 167">
                <a:extLst>
                  <a:ext uri="{FF2B5EF4-FFF2-40B4-BE49-F238E27FC236}">
                    <a16:creationId xmlns:a16="http://schemas.microsoft.com/office/drawing/2014/main" id="{5828AF60-F122-7956-154E-E6503D99DDD9}"/>
                  </a:ext>
                </a:extLst>
              </p:cNvPr>
              <p:cNvSpPr txBox="1"/>
              <p:nvPr/>
            </p:nvSpPr>
            <p:spPr>
              <a:xfrm>
                <a:off x="4046987" y="5017559"/>
                <a:ext cx="9676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800" b="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de-DE" sz="2800" b="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8" name="Textfeld 167">
                <a:extLst>
                  <a:ext uri="{FF2B5EF4-FFF2-40B4-BE49-F238E27FC236}">
                    <a16:creationId xmlns:a16="http://schemas.microsoft.com/office/drawing/2014/main" id="{5828AF60-F122-7956-154E-E6503D99D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6987" y="5017559"/>
                <a:ext cx="967653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Textfeld 175">
                <a:extLst>
                  <a:ext uri="{FF2B5EF4-FFF2-40B4-BE49-F238E27FC236}">
                    <a16:creationId xmlns:a16="http://schemas.microsoft.com/office/drawing/2014/main" id="{08378957-FC11-8B73-48E9-A9AFCE9543B4}"/>
                  </a:ext>
                </a:extLst>
              </p:cNvPr>
              <p:cNvSpPr txBox="1"/>
              <p:nvPr/>
            </p:nvSpPr>
            <p:spPr>
              <a:xfrm>
                <a:off x="3088514" y="7819087"/>
                <a:ext cx="9676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800" b="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de-DE" sz="2800" b="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6" name="Textfeld 175">
                <a:extLst>
                  <a:ext uri="{FF2B5EF4-FFF2-40B4-BE49-F238E27FC236}">
                    <a16:creationId xmlns:a16="http://schemas.microsoft.com/office/drawing/2014/main" id="{08378957-FC11-8B73-48E9-A9AFCE954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8514" y="7819087"/>
                <a:ext cx="967653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" name="Freihandform: Form 183">
            <a:extLst>
              <a:ext uri="{FF2B5EF4-FFF2-40B4-BE49-F238E27FC236}">
                <a16:creationId xmlns:a16="http://schemas.microsoft.com/office/drawing/2014/main" id="{55752E3E-38C5-FC4B-99DE-37D58E6BE78E}"/>
              </a:ext>
            </a:extLst>
          </p:cNvPr>
          <p:cNvSpPr/>
          <p:nvPr/>
        </p:nvSpPr>
        <p:spPr>
          <a:xfrm>
            <a:off x="1571689" y="4746907"/>
            <a:ext cx="786674" cy="3599071"/>
          </a:xfrm>
          <a:custGeom>
            <a:avLst/>
            <a:gdLst>
              <a:gd name="connsiteX0" fmla="*/ 456617 w 789127"/>
              <a:gd name="connsiteY0" fmla="*/ 3474720 h 3474720"/>
              <a:gd name="connsiteX1" fmla="*/ 7730 w 789127"/>
              <a:gd name="connsiteY1" fmla="*/ 1662546 h 3474720"/>
              <a:gd name="connsiteX2" fmla="*/ 789127 w 789127"/>
              <a:gd name="connsiteY2" fmla="*/ 0 h 347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9127" h="3474720">
                <a:moveTo>
                  <a:pt x="456617" y="3474720"/>
                </a:moveTo>
                <a:cubicBezTo>
                  <a:pt x="204464" y="2858193"/>
                  <a:pt x="-47688" y="2241666"/>
                  <a:pt x="7730" y="1662546"/>
                </a:cubicBezTo>
                <a:cubicBezTo>
                  <a:pt x="63148" y="1083426"/>
                  <a:pt x="597934" y="282633"/>
                  <a:pt x="789127" y="0"/>
                </a:cubicBezTo>
              </a:path>
            </a:pathLst>
          </a:custGeom>
          <a:noFill/>
          <a:ln w="19050">
            <a:solidFill>
              <a:schemeClr val="bg2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Textfeld 184">
                <a:extLst>
                  <a:ext uri="{FF2B5EF4-FFF2-40B4-BE49-F238E27FC236}">
                    <a16:creationId xmlns:a16="http://schemas.microsoft.com/office/drawing/2014/main" id="{ED215660-7DFA-F937-91BC-ADEE1739E2E8}"/>
                  </a:ext>
                </a:extLst>
              </p:cNvPr>
              <p:cNvSpPr txBox="1"/>
              <p:nvPr/>
            </p:nvSpPr>
            <p:spPr>
              <a:xfrm>
                <a:off x="855092" y="5900005"/>
                <a:ext cx="9676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800" b="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de-DE" sz="2800" b="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5" name="Textfeld 184">
                <a:extLst>
                  <a:ext uri="{FF2B5EF4-FFF2-40B4-BE49-F238E27FC236}">
                    <a16:creationId xmlns:a16="http://schemas.microsoft.com/office/drawing/2014/main" id="{ED215660-7DFA-F937-91BC-ADEE1739E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92" y="5900005"/>
                <a:ext cx="967653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5015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Würfel 38">
            <a:extLst>
              <a:ext uri="{FF2B5EF4-FFF2-40B4-BE49-F238E27FC236}">
                <a16:creationId xmlns:a16="http://schemas.microsoft.com/office/drawing/2014/main" id="{BD9B52AD-92B8-4D62-76CD-3151067241F7}"/>
              </a:ext>
            </a:extLst>
          </p:cNvPr>
          <p:cNvSpPr/>
          <p:nvPr/>
        </p:nvSpPr>
        <p:spPr>
          <a:xfrm>
            <a:off x="-856852" y="6096000"/>
            <a:ext cx="8050572" cy="2069349"/>
          </a:xfrm>
          <a:prstGeom prst="cube">
            <a:avLst>
              <a:gd name="adj" fmla="val 90293"/>
            </a:avLst>
          </a:prstGeom>
          <a:blipFill>
            <a:blip r:embed="rId2"/>
            <a:tile tx="0" ty="0" sx="100000" sy="100000" flip="none" algn="tl"/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080698B6-1278-E38B-8471-459F56F10EB2}"/>
              </a:ext>
            </a:extLst>
          </p:cNvPr>
          <p:cNvGrpSpPr/>
          <p:nvPr/>
        </p:nvGrpSpPr>
        <p:grpSpPr>
          <a:xfrm>
            <a:off x="5828602" y="4746196"/>
            <a:ext cx="1380782" cy="2090501"/>
            <a:chOff x="1530916" y="260550"/>
            <a:chExt cx="1380782" cy="2090501"/>
          </a:xfrm>
        </p:grpSpPr>
        <p:cxnSp>
          <p:nvCxnSpPr>
            <p:cNvPr id="53" name="Gerade Verbindung mit Pfeil 52">
              <a:extLst>
                <a:ext uri="{FF2B5EF4-FFF2-40B4-BE49-F238E27FC236}">
                  <a16:creationId xmlns:a16="http://schemas.microsoft.com/office/drawing/2014/main" id="{F37AB262-A87F-B5FF-5001-C9C2D66371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2727" y="757963"/>
              <a:ext cx="1" cy="9360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 Verbindung mit Pfeil 53">
              <a:extLst>
                <a:ext uri="{FF2B5EF4-FFF2-40B4-BE49-F238E27FC236}">
                  <a16:creationId xmlns:a16="http://schemas.microsoft.com/office/drawing/2014/main" id="{4BBAECBD-D59B-6A50-5B46-C8476233EA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5444" y="1676211"/>
              <a:ext cx="9360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feld 55">
                  <a:extLst>
                    <a:ext uri="{FF2B5EF4-FFF2-40B4-BE49-F238E27FC236}">
                      <a16:creationId xmlns:a16="http://schemas.microsoft.com/office/drawing/2014/main" id="{1A1A02BB-3DF1-4174-F4B7-1640A01264FB}"/>
                    </a:ext>
                  </a:extLst>
                </p:cNvPr>
                <p:cNvSpPr txBox="1"/>
                <p:nvPr/>
              </p:nvSpPr>
              <p:spPr>
                <a:xfrm flipH="1">
                  <a:off x="2453759" y="260550"/>
                  <a:ext cx="4579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world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56" name="Textfeld 55">
                  <a:extLst>
                    <a:ext uri="{FF2B5EF4-FFF2-40B4-BE49-F238E27FC236}">
                      <a16:creationId xmlns:a16="http://schemas.microsoft.com/office/drawing/2014/main" id="{1A1A02BB-3DF1-4174-F4B7-1640A01264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453759" y="260550"/>
                  <a:ext cx="457939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66667"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feld 56">
                  <a:extLst>
                    <a:ext uri="{FF2B5EF4-FFF2-40B4-BE49-F238E27FC236}">
                      <a16:creationId xmlns:a16="http://schemas.microsoft.com/office/drawing/2014/main" id="{CF092C17-6F67-2632-896E-89772ADAD65B}"/>
                    </a:ext>
                  </a:extLst>
                </p:cNvPr>
                <p:cNvSpPr txBox="1"/>
                <p:nvPr/>
              </p:nvSpPr>
              <p:spPr>
                <a:xfrm flipH="1">
                  <a:off x="1530916" y="1981719"/>
                  <a:ext cx="5769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world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57" name="Textfeld 56">
                  <a:extLst>
                    <a:ext uri="{FF2B5EF4-FFF2-40B4-BE49-F238E27FC236}">
                      <a16:creationId xmlns:a16="http://schemas.microsoft.com/office/drawing/2014/main" id="{CF092C17-6F67-2632-896E-89772ADAD6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530916" y="1981719"/>
                  <a:ext cx="576916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315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feld 57">
                  <a:extLst>
                    <a:ext uri="{FF2B5EF4-FFF2-40B4-BE49-F238E27FC236}">
                      <a16:creationId xmlns:a16="http://schemas.microsoft.com/office/drawing/2014/main" id="{2A5A827A-18A3-820A-9586-868B7698CF9C}"/>
                    </a:ext>
                  </a:extLst>
                </p:cNvPr>
                <p:cNvSpPr txBox="1"/>
                <p:nvPr/>
              </p:nvSpPr>
              <p:spPr>
                <a:xfrm flipH="1">
                  <a:off x="1548637" y="1210599"/>
                  <a:ext cx="3736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world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58" name="Textfeld 57">
                  <a:extLst>
                    <a:ext uri="{FF2B5EF4-FFF2-40B4-BE49-F238E27FC236}">
                      <a16:creationId xmlns:a16="http://schemas.microsoft.com/office/drawing/2014/main" id="{2A5A827A-18A3-820A-9586-868B7698CF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548637" y="1210599"/>
                  <a:ext cx="373613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1098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Gerade Verbindung mit Pfeil 59">
              <a:extLst>
                <a:ext uri="{FF2B5EF4-FFF2-40B4-BE49-F238E27FC236}">
                  <a16:creationId xmlns:a16="http://schemas.microsoft.com/office/drawing/2014/main" id="{798422F0-0586-FF29-D09D-0BE7992451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4727" y="1667831"/>
              <a:ext cx="468000" cy="46800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C8C5E11E-B32D-B531-49A3-A891C5693FB3}"/>
              </a:ext>
            </a:extLst>
          </p:cNvPr>
          <p:cNvGrpSpPr/>
          <p:nvPr/>
        </p:nvGrpSpPr>
        <p:grpSpPr>
          <a:xfrm>
            <a:off x="812144" y="4204776"/>
            <a:ext cx="950230" cy="2250794"/>
            <a:chOff x="4129150" y="4560649"/>
            <a:chExt cx="950230" cy="2250794"/>
          </a:xfrm>
        </p:grpSpPr>
        <p:sp>
          <p:nvSpPr>
            <p:cNvPr id="40" name="Würfel 39">
              <a:extLst>
                <a:ext uri="{FF2B5EF4-FFF2-40B4-BE49-F238E27FC236}">
                  <a16:creationId xmlns:a16="http://schemas.microsoft.com/office/drawing/2014/main" id="{5FCD74A6-437C-9C49-72CD-EA64D192AF14}"/>
                </a:ext>
              </a:extLst>
            </p:cNvPr>
            <p:cNvSpPr/>
            <p:nvPr/>
          </p:nvSpPr>
          <p:spPr>
            <a:xfrm>
              <a:off x="4129150" y="6477098"/>
              <a:ext cx="950230" cy="334345"/>
            </a:xfrm>
            <a:prstGeom prst="cube">
              <a:avLst>
                <a:gd name="adj" fmla="val 55294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Zylinder 40">
              <a:extLst>
                <a:ext uri="{FF2B5EF4-FFF2-40B4-BE49-F238E27FC236}">
                  <a16:creationId xmlns:a16="http://schemas.microsoft.com/office/drawing/2014/main" id="{CF876117-3D02-141D-4EF4-F6F75599C4D6}"/>
                </a:ext>
              </a:extLst>
            </p:cNvPr>
            <p:cNvSpPr/>
            <p:nvPr/>
          </p:nvSpPr>
          <p:spPr>
            <a:xfrm>
              <a:off x="4526162" y="5053013"/>
              <a:ext cx="179605" cy="1507284"/>
            </a:xfrm>
            <a:prstGeom prst="can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Würfel 42">
              <a:extLst>
                <a:ext uri="{FF2B5EF4-FFF2-40B4-BE49-F238E27FC236}">
                  <a16:creationId xmlns:a16="http://schemas.microsoft.com/office/drawing/2014/main" id="{E0103DF0-E8E3-26E9-059D-0B23AD6F5E82}"/>
                </a:ext>
              </a:extLst>
            </p:cNvPr>
            <p:cNvSpPr/>
            <p:nvPr/>
          </p:nvSpPr>
          <p:spPr>
            <a:xfrm rot="1468719">
              <a:off x="4438914" y="4560649"/>
              <a:ext cx="588158" cy="679017"/>
            </a:xfrm>
            <a:prstGeom prst="cube">
              <a:avLst>
                <a:gd name="adj" fmla="val 44813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Zylinder 41">
              <a:extLst>
                <a:ext uri="{FF2B5EF4-FFF2-40B4-BE49-F238E27FC236}">
                  <a16:creationId xmlns:a16="http://schemas.microsoft.com/office/drawing/2014/main" id="{57F11CBA-FE82-7B60-00E7-8AFCA31B3410}"/>
                </a:ext>
              </a:extLst>
            </p:cNvPr>
            <p:cNvSpPr/>
            <p:nvPr/>
          </p:nvSpPr>
          <p:spPr>
            <a:xfrm rot="7085268">
              <a:off x="4803488" y="4887550"/>
              <a:ext cx="240105" cy="217829"/>
            </a:xfrm>
            <a:prstGeom prst="can">
              <a:avLst>
                <a:gd name="adj" fmla="val 5000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3207877C-1968-2A89-7457-91C482762306}"/>
              </a:ext>
            </a:extLst>
          </p:cNvPr>
          <p:cNvGrpSpPr/>
          <p:nvPr/>
        </p:nvGrpSpPr>
        <p:grpSpPr>
          <a:xfrm rot="1409809">
            <a:off x="310544" y="4185433"/>
            <a:ext cx="1953429" cy="1332800"/>
            <a:chOff x="1055857" y="1222185"/>
            <a:chExt cx="2551587" cy="1740916"/>
          </a:xfrm>
        </p:grpSpPr>
        <p:cxnSp>
          <p:nvCxnSpPr>
            <p:cNvPr id="22" name="Gerade Verbindung mit Pfeil 21">
              <a:extLst>
                <a:ext uri="{FF2B5EF4-FFF2-40B4-BE49-F238E27FC236}">
                  <a16:creationId xmlns:a16="http://schemas.microsoft.com/office/drawing/2014/main" id="{67081E3E-DC50-A076-2EA2-716BA0586F42}"/>
                </a:ext>
              </a:extLst>
            </p:cNvPr>
            <p:cNvCxnSpPr>
              <a:cxnSpLocks/>
            </p:cNvCxnSpPr>
            <p:nvPr/>
          </p:nvCxnSpPr>
          <p:spPr>
            <a:xfrm>
              <a:off x="2682727" y="1693963"/>
              <a:ext cx="0" cy="93600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 Verbindung mit Pfeil 22">
              <a:extLst>
                <a:ext uri="{FF2B5EF4-FFF2-40B4-BE49-F238E27FC236}">
                  <a16:creationId xmlns:a16="http://schemas.microsoft.com/office/drawing/2014/main" id="{CFCC9082-0BFD-FF05-E358-89061498A6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1444" y="1658908"/>
              <a:ext cx="936000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feld 23">
                  <a:extLst>
                    <a:ext uri="{FF2B5EF4-FFF2-40B4-BE49-F238E27FC236}">
                      <a16:creationId xmlns:a16="http://schemas.microsoft.com/office/drawing/2014/main" id="{76029E62-CBE8-7230-1F32-2846BBB031A3}"/>
                    </a:ext>
                  </a:extLst>
                </p:cNvPr>
                <p:cNvSpPr txBox="1"/>
                <p:nvPr/>
              </p:nvSpPr>
              <p:spPr>
                <a:xfrm rot="20190191" flipH="1">
                  <a:off x="2695872" y="2232555"/>
                  <a:ext cx="4579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camera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24" name="Textfeld 23">
                  <a:extLst>
                    <a:ext uri="{FF2B5EF4-FFF2-40B4-BE49-F238E27FC236}">
                      <a16:creationId xmlns:a16="http://schemas.microsoft.com/office/drawing/2014/main" id="{76029E62-CBE8-7230-1F32-2846BBB031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190191" flipH="1">
                  <a:off x="2695872" y="2232555"/>
                  <a:ext cx="457939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41379" b="-260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F9901452-4E40-0309-9725-E250487F86E6}"/>
                    </a:ext>
                  </a:extLst>
                </p:cNvPr>
                <p:cNvSpPr txBox="1"/>
                <p:nvPr/>
              </p:nvSpPr>
              <p:spPr>
                <a:xfrm rot="20190191" flipH="1">
                  <a:off x="1055857" y="2593769"/>
                  <a:ext cx="5769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camera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F9901452-4E40-0309-9725-E250487F86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190191" flipH="1">
                  <a:off x="1055857" y="2593769"/>
                  <a:ext cx="576916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98611" b="-234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feld 25">
                  <a:extLst>
                    <a:ext uri="{FF2B5EF4-FFF2-40B4-BE49-F238E27FC236}">
                      <a16:creationId xmlns:a16="http://schemas.microsoft.com/office/drawing/2014/main" id="{CD9A5217-098D-7AC5-6E60-53E3BEEDE80F}"/>
                    </a:ext>
                  </a:extLst>
                </p:cNvPr>
                <p:cNvSpPr txBox="1"/>
                <p:nvPr/>
              </p:nvSpPr>
              <p:spPr>
                <a:xfrm rot="20190191" flipH="1">
                  <a:off x="3180133" y="1222185"/>
                  <a:ext cx="3736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camera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26" name="Textfeld 25">
                  <a:extLst>
                    <a:ext uri="{FF2B5EF4-FFF2-40B4-BE49-F238E27FC236}">
                      <a16:creationId xmlns:a16="http://schemas.microsoft.com/office/drawing/2014/main" id="{CD9A5217-098D-7AC5-6E60-53E3BEEDE8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190191" flipH="1">
                  <a:off x="3180133" y="1222185"/>
                  <a:ext cx="373613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200000" b="-260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Gerade Verbindung mit Pfeil 28">
              <a:extLst>
                <a:ext uri="{FF2B5EF4-FFF2-40B4-BE49-F238E27FC236}">
                  <a16:creationId xmlns:a16="http://schemas.microsoft.com/office/drawing/2014/main" id="{E5BF3B85-09AA-6994-3CB3-94000D310EA2}"/>
                </a:ext>
              </a:extLst>
            </p:cNvPr>
            <p:cNvCxnSpPr>
              <a:cxnSpLocks/>
            </p:cNvCxnSpPr>
            <p:nvPr/>
          </p:nvCxnSpPr>
          <p:spPr>
            <a:xfrm rot="20190191" flipH="1">
              <a:off x="1946969" y="1820848"/>
              <a:ext cx="836086" cy="32939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Ellipse 89">
            <a:extLst>
              <a:ext uri="{FF2B5EF4-FFF2-40B4-BE49-F238E27FC236}">
                <a16:creationId xmlns:a16="http://schemas.microsoft.com/office/drawing/2014/main" id="{293B1FE0-4800-27FB-6690-78660AD7A373}"/>
              </a:ext>
            </a:extLst>
          </p:cNvPr>
          <p:cNvSpPr/>
          <p:nvPr/>
        </p:nvSpPr>
        <p:spPr>
          <a:xfrm>
            <a:off x="4122330" y="6368145"/>
            <a:ext cx="1081257" cy="248312"/>
          </a:xfrm>
          <a:prstGeom prst="ellipse">
            <a:avLst/>
          </a:prstGeom>
          <a:blipFill>
            <a:blip r:embed="rId9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feld 108">
                <a:extLst>
                  <a:ext uri="{FF2B5EF4-FFF2-40B4-BE49-F238E27FC236}">
                    <a16:creationId xmlns:a16="http://schemas.microsoft.com/office/drawing/2014/main" id="{2CF50C63-BF1A-8801-C149-772E574745B4}"/>
                  </a:ext>
                </a:extLst>
              </p:cNvPr>
              <p:cNvSpPr txBox="1"/>
              <p:nvPr/>
            </p:nvSpPr>
            <p:spPr>
              <a:xfrm>
                <a:off x="5600957" y="4413717"/>
                <a:ext cx="9114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b="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b="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WC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9" name="Textfeld 108">
                <a:extLst>
                  <a:ext uri="{FF2B5EF4-FFF2-40B4-BE49-F238E27FC236}">
                    <a16:creationId xmlns:a16="http://schemas.microsoft.com/office/drawing/2014/main" id="{2CF50C63-BF1A-8801-C149-772E57474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957" y="4413717"/>
                <a:ext cx="91145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Freihandform: Form 107">
            <a:extLst>
              <a:ext uri="{FF2B5EF4-FFF2-40B4-BE49-F238E27FC236}">
                <a16:creationId xmlns:a16="http://schemas.microsoft.com/office/drawing/2014/main" id="{48342C6C-17E4-C1EF-98A4-FD5483B4333D}"/>
              </a:ext>
            </a:extLst>
          </p:cNvPr>
          <p:cNvSpPr/>
          <p:nvPr/>
        </p:nvSpPr>
        <p:spPr>
          <a:xfrm>
            <a:off x="4688114" y="4919193"/>
            <a:ext cx="2249715" cy="1525150"/>
          </a:xfrm>
          <a:custGeom>
            <a:avLst/>
            <a:gdLst>
              <a:gd name="connsiteX0" fmla="*/ 0 w 2249715"/>
              <a:gd name="connsiteY0" fmla="*/ 1525150 h 1525150"/>
              <a:gd name="connsiteX1" fmla="*/ 522515 w 2249715"/>
              <a:gd name="connsiteY1" fmla="*/ 204350 h 1525150"/>
              <a:gd name="connsiteX2" fmla="*/ 1625600 w 2249715"/>
              <a:gd name="connsiteY2" fmla="*/ 102750 h 1525150"/>
              <a:gd name="connsiteX3" fmla="*/ 2249715 w 2249715"/>
              <a:gd name="connsiteY3" fmla="*/ 1176807 h 1525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9715" h="1525150">
                <a:moveTo>
                  <a:pt x="0" y="1525150"/>
                </a:moveTo>
                <a:cubicBezTo>
                  <a:pt x="125791" y="983283"/>
                  <a:pt x="251582" y="441417"/>
                  <a:pt x="522515" y="204350"/>
                </a:cubicBezTo>
                <a:cubicBezTo>
                  <a:pt x="793448" y="-32717"/>
                  <a:pt x="1337733" y="-59326"/>
                  <a:pt x="1625600" y="102750"/>
                </a:cubicBezTo>
                <a:cubicBezTo>
                  <a:pt x="1913467" y="264826"/>
                  <a:pt x="2148115" y="1005055"/>
                  <a:pt x="2249715" y="1176807"/>
                </a:cubicBezTo>
              </a:path>
            </a:pathLst>
          </a:custGeom>
          <a:noFill/>
          <a:ln w="38100">
            <a:solidFill>
              <a:schemeClr val="bg1">
                <a:lumMod val="75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3" name="Gruppieren 92">
            <a:extLst>
              <a:ext uri="{FF2B5EF4-FFF2-40B4-BE49-F238E27FC236}">
                <a16:creationId xmlns:a16="http://schemas.microsoft.com/office/drawing/2014/main" id="{8F11A437-A9F8-B2BF-4F80-19FE272D6DD5}"/>
              </a:ext>
            </a:extLst>
          </p:cNvPr>
          <p:cNvGrpSpPr/>
          <p:nvPr/>
        </p:nvGrpSpPr>
        <p:grpSpPr>
          <a:xfrm>
            <a:off x="4296127" y="5566567"/>
            <a:ext cx="984582" cy="1443659"/>
            <a:chOff x="2135348" y="339328"/>
            <a:chExt cx="1472096" cy="2158485"/>
          </a:xfrm>
        </p:grpSpPr>
        <p:cxnSp>
          <p:nvCxnSpPr>
            <p:cNvPr id="94" name="Gerade Verbindung mit Pfeil 93">
              <a:extLst>
                <a:ext uri="{FF2B5EF4-FFF2-40B4-BE49-F238E27FC236}">
                  <a16:creationId xmlns:a16="http://schemas.microsoft.com/office/drawing/2014/main" id="{DB6D3B7C-E580-ACB4-3618-20AC624B73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2727" y="757963"/>
              <a:ext cx="1" cy="9360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Gerade Verbindung mit Pfeil 94">
              <a:extLst>
                <a:ext uri="{FF2B5EF4-FFF2-40B4-BE49-F238E27FC236}">
                  <a16:creationId xmlns:a16="http://schemas.microsoft.com/office/drawing/2014/main" id="{D76A5446-FB75-B19A-EA80-38E37FF376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1444" y="1658908"/>
              <a:ext cx="936000" cy="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feld 95">
                  <a:extLst>
                    <a:ext uri="{FF2B5EF4-FFF2-40B4-BE49-F238E27FC236}">
                      <a16:creationId xmlns:a16="http://schemas.microsoft.com/office/drawing/2014/main" id="{FAEB4799-1F02-7FC6-DFA6-5412CF38AAE8}"/>
                    </a:ext>
                  </a:extLst>
                </p:cNvPr>
                <p:cNvSpPr txBox="1"/>
                <p:nvPr/>
              </p:nvSpPr>
              <p:spPr>
                <a:xfrm flipH="1">
                  <a:off x="3043199" y="1097406"/>
                  <a:ext cx="457938" cy="55220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calibration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96" name="Textfeld 95">
                  <a:extLst>
                    <a:ext uri="{FF2B5EF4-FFF2-40B4-BE49-F238E27FC236}">
                      <a16:creationId xmlns:a16="http://schemas.microsoft.com/office/drawing/2014/main" id="{FAEB4799-1F02-7FC6-DFA6-5412CF38AA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043199" y="1097406"/>
                  <a:ext cx="457938" cy="552206"/>
                </a:xfrm>
                <a:prstGeom prst="rect">
                  <a:avLst/>
                </a:prstGeom>
                <a:blipFill>
                  <a:blip r:embed="rId11"/>
                  <a:stretch>
                    <a:fillRect r="-2725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feld 96">
                  <a:extLst>
                    <a:ext uri="{FF2B5EF4-FFF2-40B4-BE49-F238E27FC236}">
                      <a16:creationId xmlns:a16="http://schemas.microsoft.com/office/drawing/2014/main" id="{B552BE74-8F1A-5D19-C498-20CDFF8E2B63}"/>
                    </a:ext>
                  </a:extLst>
                </p:cNvPr>
                <p:cNvSpPr txBox="1"/>
                <p:nvPr/>
              </p:nvSpPr>
              <p:spPr>
                <a:xfrm flipH="1">
                  <a:off x="2135348" y="1945607"/>
                  <a:ext cx="576916" cy="55220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calibration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97" name="Textfeld 96">
                  <a:extLst>
                    <a:ext uri="{FF2B5EF4-FFF2-40B4-BE49-F238E27FC236}">
                      <a16:creationId xmlns:a16="http://schemas.microsoft.com/office/drawing/2014/main" id="{B552BE74-8F1A-5D19-C498-20CDFF8E2B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135348" y="1945607"/>
                  <a:ext cx="576916" cy="552206"/>
                </a:xfrm>
                <a:prstGeom prst="rect">
                  <a:avLst/>
                </a:prstGeom>
                <a:blipFill>
                  <a:blip r:embed="rId12"/>
                  <a:stretch>
                    <a:fillRect r="-2063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1" name="Gerade Verbindung mit Pfeil 100">
              <a:extLst>
                <a:ext uri="{FF2B5EF4-FFF2-40B4-BE49-F238E27FC236}">
                  <a16:creationId xmlns:a16="http://schemas.microsoft.com/office/drawing/2014/main" id="{C23017F8-22A6-B2E4-D3A8-31FA003214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4727" y="1667831"/>
              <a:ext cx="468000" cy="4680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feld 99">
                  <a:extLst>
                    <a:ext uri="{FF2B5EF4-FFF2-40B4-BE49-F238E27FC236}">
                      <a16:creationId xmlns:a16="http://schemas.microsoft.com/office/drawing/2014/main" id="{21F08388-B57D-FA70-3083-055D813AE67A}"/>
                    </a:ext>
                  </a:extLst>
                </p:cNvPr>
                <p:cNvSpPr txBox="1"/>
                <p:nvPr/>
              </p:nvSpPr>
              <p:spPr>
                <a:xfrm flipH="1">
                  <a:off x="2605774" y="339328"/>
                  <a:ext cx="373614" cy="55220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calibration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00" name="Textfeld 99">
                  <a:extLst>
                    <a:ext uri="{FF2B5EF4-FFF2-40B4-BE49-F238E27FC236}">
                      <a16:creationId xmlns:a16="http://schemas.microsoft.com/office/drawing/2014/main" id="{21F08388-B57D-FA70-3083-055D813AE6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605774" y="339328"/>
                  <a:ext cx="373614" cy="552206"/>
                </a:xfrm>
                <a:prstGeom prst="rect">
                  <a:avLst/>
                </a:prstGeom>
                <a:blipFill>
                  <a:blip r:embed="rId13"/>
                  <a:stretch>
                    <a:fillRect r="-3682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0" name="Freihandform: Form 109">
            <a:extLst>
              <a:ext uri="{FF2B5EF4-FFF2-40B4-BE49-F238E27FC236}">
                <a16:creationId xmlns:a16="http://schemas.microsoft.com/office/drawing/2014/main" id="{42AF1E5C-B9A0-D1D3-B8B2-C710FB121000}"/>
              </a:ext>
            </a:extLst>
          </p:cNvPr>
          <p:cNvSpPr/>
          <p:nvPr/>
        </p:nvSpPr>
        <p:spPr>
          <a:xfrm>
            <a:off x="1669143" y="4334933"/>
            <a:ext cx="2974258" cy="2137651"/>
          </a:xfrm>
          <a:custGeom>
            <a:avLst/>
            <a:gdLst>
              <a:gd name="connsiteX0" fmla="*/ 0 w 2960914"/>
              <a:gd name="connsiteY0" fmla="*/ 309638 h 2051353"/>
              <a:gd name="connsiteX1" fmla="*/ 1901371 w 2960914"/>
              <a:gd name="connsiteY1" fmla="*/ 135467 h 2051353"/>
              <a:gd name="connsiteX2" fmla="*/ 2960914 w 2960914"/>
              <a:gd name="connsiteY2" fmla="*/ 2051353 h 2051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60914" h="2051353">
                <a:moveTo>
                  <a:pt x="0" y="309638"/>
                </a:moveTo>
                <a:cubicBezTo>
                  <a:pt x="703942" y="77409"/>
                  <a:pt x="1407885" y="-154819"/>
                  <a:pt x="1901371" y="135467"/>
                </a:cubicBezTo>
                <a:cubicBezTo>
                  <a:pt x="2394857" y="425753"/>
                  <a:pt x="2779485" y="1756229"/>
                  <a:pt x="2960914" y="2051353"/>
                </a:cubicBezTo>
              </a:path>
            </a:pathLst>
          </a:custGeom>
          <a:noFill/>
          <a:ln w="38100">
            <a:solidFill>
              <a:schemeClr val="bg1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feld 110">
                <a:extLst>
                  <a:ext uri="{FF2B5EF4-FFF2-40B4-BE49-F238E27FC236}">
                    <a16:creationId xmlns:a16="http://schemas.microsoft.com/office/drawing/2014/main" id="{7166A9F8-19D1-E5C5-DA30-34E5F1F07A5E}"/>
                  </a:ext>
                </a:extLst>
              </p:cNvPr>
              <p:cNvSpPr txBox="1"/>
              <p:nvPr/>
            </p:nvSpPr>
            <p:spPr>
              <a:xfrm>
                <a:off x="3437762" y="4006394"/>
                <a:ext cx="9114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b="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b="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CamC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1" name="Textfeld 110">
                <a:extLst>
                  <a:ext uri="{FF2B5EF4-FFF2-40B4-BE49-F238E27FC236}">
                    <a16:creationId xmlns:a16="http://schemas.microsoft.com/office/drawing/2014/main" id="{7166A9F8-19D1-E5C5-DA30-34E5F1F07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7762" y="4006394"/>
                <a:ext cx="911456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Freihandform: Form 111">
            <a:extLst>
              <a:ext uri="{FF2B5EF4-FFF2-40B4-BE49-F238E27FC236}">
                <a16:creationId xmlns:a16="http://schemas.microsoft.com/office/drawing/2014/main" id="{98A99C69-1CE3-C5E5-E485-F59FA5F4D7B6}"/>
              </a:ext>
            </a:extLst>
          </p:cNvPr>
          <p:cNvSpPr/>
          <p:nvPr/>
        </p:nvSpPr>
        <p:spPr>
          <a:xfrm>
            <a:off x="1669143" y="4688114"/>
            <a:ext cx="1132114" cy="2133600"/>
          </a:xfrm>
          <a:custGeom>
            <a:avLst/>
            <a:gdLst>
              <a:gd name="connsiteX0" fmla="*/ 0 w 1132114"/>
              <a:gd name="connsiteY0" fmla="*/ 0 h 2133600"/>
              <a:gd name="connsiteX1" fmla="*/ 827314 w 1132114"/>
              <a:gd name="connsiteY1" fmla="*/ 885372 h 2133600"/>
              <a:gd name="connsiteX2" fmla="*/ 1132114 w 1132114"/>
              <a:gd name="connsiteY2" fmla="*/ 213360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2114" h="2133600">
                <a:moveTo>
                  <a:pt x="0" y="0"/>
                </a:moveTo>
                <a:cubicBezTo>
                  <a:pt x="319314" y="264886"/>
                  <a:pt x="638628" y="529772"/>
                  <a:pt x="827314" y="885372"/>
                </a:cubicBezTo>
                <a:cubicBezTo>
                  <a:pt x="1016000" y="1240972"/>
                  <a:pt x="1132114" y="2133600"/>
                  <a:pt x="1132114" y="2133600"/>
                </a:cubicBezTo>
              </a:path>
            </a:pathLst>
          </a:custGeom>
          <a:noFill/>
          <a:ln w="38100">
            <a:solidFill>
              <a:schemeClr val="bg1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A492CC31-24BC-6DDB-3790-C481E46FDCE4}"/>
              </a:ext>
            </a:extLst>
          </p:cNvPr>
          <p:cNvGrpSpPr/>
          <p:nvPr/>
        </p:nvGrpSpPr>
        <p:grpSpPr>
          <a:xfrm>
            <a:off x="1759146" y="5998871"/>
            <a:ext cx="2308821" cy="1584081"/>
            <a:chOff x="2053924" y="6515809"/>
            <a:chExt cx="2308821" cy="1584081"/>
          </a:xfrm>
        </p:grpSpPr>
        <p:sp>
          <p:nvSpPr>
            <p:cNvPr id="49" name="Zylinder 48">
              <a:extLst>
                <a:ext uri="{FF2B5EF4-FFF2-40B4-BE49-F238E27FC236}">
                  <a16:creationId xmlns:a16="http://schemas.microsoft.com/office/drawing/2014/main" id="{EDA2F0D4-F68B-596E-4CD5-7F91737D436B}"/>
                </a:ext>
              </a:extLst>
            </p:cNvPr>
            <p:cNvSpPr/>
            <p:nvPr/>
          </p:nvSpPr>
          <p:spPr>
            <a:xfrm>
              <a:off x="2852210" y="7362166"/>
              <a:ext cx="456790" cy="737722"/>
            </a:xfrm>
            <a:prstGeom prst="can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6" name="Gruppieren 65">
              <a:extLst>
                <a:ext uri="{FF2B5EF4-FFF2-40B4-BE49-F238E27FC236}">
                  <a16:creationId xmlns:a16="http://schemas.microsoft.com/office/drawing/2014/main" id="{64316640-6A54-84FD-9759-D75138FC2CEE}"/>
                </a:ext>
              </a:extLst>
            </p:cNvPr>
            <p:cNvGrpSpPr/>
            <p:nvPr/>
          </p:nvGrpSpPr>
          <p:grpSpPr>
            <a:xfrm rot="5400000">
              <a:off x="3345604" y="7082750"/>
              <a:ext cx="715505" cy="1318776"/>
              <a:chOff x="5104728" y="-124550"/>
              <a:chExt cx="1488260" cy="1591425"/>
            </a:xfrm>
          </p:grpSpPr>
          <p:cxnSp>
            <p:nvCxnSpPr>
              <p:cNvPr id="69" name="Gerade Verbindung mit Pfeil 68">
                <a:extLst>
                  <a:ext uri="{FF2B5EF4-FFF2-40B4-BE49-F238E27FC236}">
                    <a16:creationId xmlns:a16="http://schemas.microsoft.com/office/drawing/2014/main" id="{3765B2ED-404C-A986-0C48-28B7998678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4728" y="776586"/>
                <a:ext cx="1476698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Gerader Verbinder 66">
                <a:extLst>
                  <a:ext uri="{FF2B5EF4-FFF2-40B4-BE49-F238E27FC236}">
                    <a16:creationId xmlns:a16="http://schemas.microsoft.com/office/drawing/2014/main" id="{A920DE19-10B2-4F03-27AA-CB11FA0DCD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8138" y="692731"/>
                <a:ext cx="0" cy="77414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Gerader Verbinder 67">
                <a:extLst>
                  <a:ext uri="{FF2B5EF4-FFF2-40B4-BE49-F238E27FC236}">
                    <a16:creationId xmlns:a16="http://schemas.microsoft.com/office/drawing/2014/main" id="{1A598678-EABD-DC58-EE35-8C7E741BE57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92775" y="673617"/>
                <a:ext cx="213" cy="793258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Textfeld 70">
                <a:extLst>
                  <a:ext uri="{FF2B5EF4-FFF2-40B4-BE49-F238E27FC236}">
                    <a16:creationId xmlns:a16="http://schemas.microsoft.com/office/drawing/2014/main" id="{6FF9230A-B53D-FF76-F7A4-4E7367F6CBC1}"/>
                  </a:ext>
                </a:extLst>
              </p:cNvPr>
              <p:cNvSpPr txBox="1"/>
              <p:nvPr/>
            </p:nvSpPr>
            <p:spPr>
              <a:xfrm rot="16200000">
                <a:off x="5454821" y="-42344"/>
                <a:ext cx="960911" cy="7965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8 cm</a:t>
                </a:r>
              </a:p>
            </p:txBody>
          </p:sp>
        </p:grpSp>
        <p:sp>
          <p:nvSpPr>
            <p:cNvPr id="85" name="Ellipse 84">
              <a:extLst>
                <a:ext uri="{FF2B5EF4-FFF2-40B4-BE49-F238E27FC236}">
                  <a16:creationId xmlns:a16="http://schemas.microsoft.com/office/drawing/2014/main" id="{8127A3C7-0912-73B0-A1DD-8882CD30E5FB}"/>
                </a:ext>
              </a:extLst>
            </p:cNvPr>
            <p:cNvSpPr/>
            <p:nvPr/>
          </p:nvSpPr>
          <p:spPr>
            <a:xfrm>
              <a:off x="2849619" y="7351410"/>
              <a:ext cx="456790" cy="156873"/>
            </a:xfrm>
            <a:prstGeom prst="ellipse">
              <a:avLst/>
            </a:prstGeom>
            <a:blipFill>
              <a:blip r:embed="rId9"/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7E47A995-9CBE-A943-151A-8FB81A7C7087}"/>
                </a:ext>
              </a:extLst>
            </p:cNvPr>
            <p:cNvGrpSpPr/>
            <p:nvPr/>
          </p:nvGrpSpPr>
          <p:grpSpPr>
            <a:xfrm>
              <a:off x="2053924" y="6515809"/>
              <a:ext cx="1646451" cy="1321195"/>
              <a:chOff x="1145755" y="339328"/>
              <a:chExt cx="2461690" cy="1975383"/>
            </a:xfrm>
          </p:grpSpPr>
          <p:cxnSp>
            <p:nvCxnSpPr>
              <p:cNvPr id="33" name="Gerade Verbindung mit Pfeil 32">
                <a:extLst>
                  <a:ext uri="{FF2B5EF4-FFF2-40B4-BE49-F238E27FC236}">
                    <a16:creationId xmlns:a16="http://schemas.microsoft.com/office/drawing/2014/main" id="{7AB5520C-2DC9-A1BD-2A2C-BB6F1099CE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1444" y="1658908"/>
                <a:ext cx="936000" cy="0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Gerade Verbindung mit Pfeil 31">
                <a:extLst>
                  <a:ext uri="{FF2B5EF4-FFF2-40B4-BE49-F238E27FC236}">
                    <a16:creationId xmlns:a16="http://schemas.microsoft.com/office/drawing/2014/main" id="{76881249-E6FA-ADB1-DCE2-00A2FD425B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82727" y="757963"/>
                <a:ext cx="1" cy="93600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feld 33">
                    <a:extLst>
                      <a:ext uri="{FF2B5EF4-FFF2-40B4-BE49-F238E27FC236}">
                        <a16:creationId xmlns:a16="http://schemas.microsoft.com/office/drawing/2014/main" id="{51118FC3-4BDC-D6B8-411D-F071A2A97C65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043199" y="1097406"/>
                    <a:ext cx="457939" cy="3950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b="0" i="0" dirty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b="0" i="0" dirty="0" smtClean="0">
                                  <a:latin typeface="Cambria Math" panose="02040503050406030204" pitchFamily="18" charset="0"/>
                                </a:rPr>
                                <m:t>object</m:t>
                              </m:r>
                            </m:sub>
                          </m:sSub>
                        </m:oMath>
                      </m:oMathPara>
                    </a14:m>
                    <a:endParaRPr lang="de-DE" dirty="0"/>
                  </a:p>
                </p:txBody>
              </p:sp>
            </mc:Choice>
            <mc:Fallback xmlns="">
              <p:sp>
                <p:nvSpPr>
                  <p:cNvPr id="34" name="Textfeld 33">
                    <a:extLst>
                      <a:ext uri="{FF2B5EF4-FFF2-40B4-BE49-F238E27FC236}">
                        <a16:creationId xmlns:a16="http://schemas.microsoft.com/office/drawing/2014/main" id="{51118FC3-4BDC-D6B8-411D-F071A2A97C6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043199" y="1097406"/>
                    <a:ext cx="457939" cy="395045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r="-158000" b="-6136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feld 34">
                    <a:extLst>
                      <a:ext uri="{FF2B5EF4-FFF2-40B4-BE49-F238E27FC236}">
                        <a16:creationId xmlns:a16="http://schemas.microsoft.com/office/drawing/2014/main" id="{BCDE5354-5E2B-877B-5B58-5414F175ACDC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145755" y="1919666"/>
                    <a:ext cx="576917" cy="3950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b="0" i="0" dirty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b="0" i="0" dirty="0" smtClean="0">
                                  <a:latin typeface="Cambria Math" panose="02040503050406030204" pitchFamily="18" charset="0"/>
                                </a:rPr>
                                <m:t>object</m:t>
                              </m:r>
                            </m:sub>
                          </m:sSub>
                        </m:oMath>
                      </m:oMathPara>
                    </a14:m>
                    <a:endParaRPr lang="de-DE" dirty="0"/>
                  </a:p>
                </p:txBody>
              </p:sp>
            </mc:Choice>
            <mc:Fallback xmlns="">
              <p:sp>
                <p:nvSpPr>
                  <p:cNvPr id="35" name="Textfeld 34">
                    <a:extLst>
                      <a:ext uri="{FF2B5EF4-FFF2-40B4-BE49-F238E27FC236}">
                        <a16:creationId xmlns:a16="http://schemas.microsoft.com/office/drawing/2014/main" id="{BCDE5354-5E2B-877B-5B58-5414F175AC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145755" y="1919666"/>
                    <a:ext cx="576917" cy="395045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r="-111111" b="-6136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feld 35">
                    <a:extLst>
                      <a:ext uri="{FF2B5EF4-FFF2-40B4-BE49-F238E27FC236}">
                        <a16:creationId xmlns:a16="http://schemas.microsoft.com/office/drawing/2014/main" id="{63A64116-A67F-AEA4-953A-E41B1A0EC595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605774" y="339328"/>
                    <a:ext cx="373614" cy="3950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object</m:t>
                              </m:r>
                            </m:sub>
                          </m:sSub>
                        </m:oMath>
                      </m:oMathPara>
                    </a14:m>
                    <a:endParaRPr lang="de-DE" dirty="0"/>
                  </a:p>
                </p:txBody>
              </p:sp>
            </mc:Choice>
            <mc:Fallback xmlns="">
              <p:sp>
                <p:nvSpPr>
                  <p:cNvPr id="36" name="Textfeld 35">
                    <a:extLst>
                      <a:ext uri="{FF2B5EF4-FFF2-40B4-BE49-F238E27FC236}">
                        <a16:creationId xmlns:a16="http://schemas.microsoft.com/office/drawing/2014/main" id="{63A64116-A67F-AEA4-953A-E41B1A0EC59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605774" y="339328"/>
                    <a:ext cx="373614" cy="395045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r="-219512" b="-6511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7" name="Gerade Verbindung mit Pfeil 36">
                <a:extLst>
                  <a:ext uri="{FF2B5EF4-FFF2-40B4-BE49-F238E27FC236}">
                    <a16:creationId xmlns:a16="http://schemas.microsoft.com/office/drawing/2014/main" id="{DB6DAD6C-9934-2218-1BB1-36811296C1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14727" y="1667831"/>
                <a:ext cx="468000" cy="46800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feld 112">
                <a:extLst>
                  <a:ext uri="{FF2B5EF4-FFF2-40B4-BE49-F238E27FC236}">
                    <a16:creationId xmlns:a16="http://schemas.microsoft.com/office/drawing/2014/main" id="{D7F396BF-0A47-4E54-C8C3-A2782BFE7702}"/>
                  </a:ext>
                </a:extLst>
              </p:cNvPr>
              <p:cNvSpPr txBox="1"/>
              <p:nvPr/>
            </p:nvSpPr>
            <p:spPr>
              <a:xfrm>
                <a:off x="2502304" y="5390267"/>
                <a:ext cx="9114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b="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b="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CamO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3" name="Textfeld 112">
                <a:extLst>
                  <a:ext uri="{FF2B5EF4-FFF2-40B4-BE49-F238E27FC236}">
                    <a16:creationId xmlns:a16="http://schemas.microsoft.com/office/drawing/2014/main" id="{D7F396BF-0A47-4E54-C8C3-A2782BFE7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2304" y="5390267"/>
                <a:ext cx="911456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1477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7C31E7F5-EDC4-DA11-7D5C-5C4876987E26}"/>
              </a:ext>
            </a:extLst>
          </p:cNvPr>
          <p:cNvGrpSpPr/>
          <p:nvPr/>
        </p:nvGrpSpPr>
        <p:grpSpPr>
          <a:xfrm>
            <a:off x="0" y="1730812"/>
            <a:ext cx="6858000" cy="9143999"/>
            <a:chOff x="0" y="1730812"/>
            <a:chExt cx="6858000" cy="9143999"/>
          </a:xfrm>
        </p:grpSpPr>
        <p:pic>
          <p:nvPicPr>
            <p:cNvPr id="6" name="Grafik 5" descr="Ein Bild, das Hahn, Silber, Licht enthält.&#10;&#10;KI-generierte Inhalte können fehlerhaft sein.">
              <a:extLst>
                <a:ext uri="{FF2B5EF4-FFF2-40B4-BE49-F238E27FC236}">
                  <a16:creationId xmlns:a16="http://schemas.microsoft.com/office/drawing/2014/main" id="{62AFEA39-690A-5A78-1597-A2C3C5B2B0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730812"/>
              <a:ext cx="6858000" cy="9143999"/>
            </a:xfrm>
            <a:prstGeom prst="rect">
              <a:avLst/>
            </a:prstGeom>
          </p:spPr>
        </p:pic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C8284938-F010-3BCC-95F7-AA4AF3B84FC7}"/>
                </a:ext>
              </a:extLst>
            </p:cNvPr>
            <p:cNvGrpSpPr/>
            <p:nvPr/>
          </p:nvGrpSpPr>
          <p:grpSpPr>
            <a:xfrm>
              <a:off x="3134441" y="7924800"/>
              <a:ext cx="3165856" cy="2781560"/>
              <a:chOff x="1832404" y="449443"/>
              <a:chExt cx="2139870" cy="1880117"/>
            </a:xfrm>
          </p:grpSpPr>
          <p:cxnSp>
            <p:nvCxnSpPr>
              <p:cNvPr id="8" name="Gerade Verbindung mit Pfeil 7">
                <a:extLst>
                  <a:ext uri="{FF2B5EF4-FFF2-40B4-BE49-F238E27FC236}">
                    <a16:creationId xmlns:a16="http://schemas.microsoft.com/office/drawing/2014/main" id="{D5CF40A4-2789-A6F7-6089-219A33E88B1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82727" y="757963"/>
                <a:ext cx="1" cy="936000"/>
              </a:xfrm>
              <a:prstGeom prst="straightConnector1">
                <a:avLst/>
              </a:prstGeom>
              <a:ln w="762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Gerade Verbindung mit Pfeil 8">
                <a:extLst>
                  <a:ext uri="{FF2B5EF4-FFF2-40B4-BE49-F238E27FC236}">
                    <a16:creationId xmlns:a16="http://schemas.microsoft.com/office/drawing/2014/main" id="{DB2446F6-A0BB-1937-59DC-397B410496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1444" y="1658908"/>
                <a:ext cx="936000" cy="0"/>
              </a:xfrm>
              <a:prstGeom prst="straightConnector1">
                <a:avLst/>
              </a:prstGeom>
              <a:ln w="7620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feld 9">
                    <a:extLst>
                      <a:ext uri="{FF2B5EF4-FFF2-40B4-BE49-F238E27FC236}">
                        <a16:creationId xmlns:a16="http://schemas.microsoft.com/office/drawing/2014/main" id="{C6E759E0-3698-0F16-B4B4-E9A47D01AB5D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514335" y="1468343"/>
                    <a:ext cx="457939" cy="39526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b="0" i="0" dirty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3200" b="0" i="0" dirty="0" smtClean="0">
                                  <a:latin typeface="Cambria Math" panose="02040503050406030204" pitchFamily="18" charset="0"/>
                                </a:rPr>
                                <m:t>base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0" name="Textfeld 9">
                    <a:extLst>
                      <a:ext uri="{FF2B5EF4-FFF2-40B4-BE49-F238E27FC236}">
                        <a16:creationId xmlns:a16="http://schemas.microsoft.com/office/drawing/2014/main" id="{C6E759E0-3698-0F16-B4B4-E9A47D01AB5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514335" y="1468343"/>
                    <a:ext cx="457939" cy="39526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375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feld 10">
                    <a:extLst>
                      <a:ext uri="{FF2B5EF4-FFF2-40B4-BE49-F238E27FC236}">
                        <a16:creationId xmlns:a16="http://schemas.microsoft.com/office/drawing/2014/main" id="{43A36DBC-A483-78EC-9EA0-D2486C04CBE5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832404" y="1934298"/>
                    <a:ext cx="576916" cy="39526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b="0" i="0" dirty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3200" b="0" i="0" dirty="0" smtClean="0">
                                  <a:latin typeface="Cambria Math" panose="02040503050406030204" pitchFamily="18" charset="0"/>
                                </a:rPr>
                                <m:t>Base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1" name="Textfeld 10">
                    <a:extLst>
                      <a:ext uri="{FF2B5EF4-FFF2-40B4-BE49-F238E27FC236}">
                        <a16:creationId xmlns:a16="http://schemas.microsoft.com/office/drawing/2014/main" id="{43A36DBC-A483-78EC-9EA0-D2486C04CBE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832404" y="1934298"/>
                    <a:ext cx="576916" cy="39526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71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feld 11">
                    <a:extLst>
                      <a:ext uri="{FF2B5EF4-FFF2-40B4-BE49-F238E27FC236}">
                        <a16:creationId xmlns:a16="http://schemas.microsoft.com/office/drawing/2014/main" id="{C68FFD51-FDD2-B3CB-0662-A374202CFAC7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492497" y="449443"/>
                    <a:ext cx="373613" cy="39526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b="0" i="0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3200" b="0" i="0" smtClean="0">
                                  <a:latin typeface="Cambria Math" panose="02040503050406030204" pitchFamily="18" charset="0"/>
                                </a:rPr>
                                <m:t>Base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2" name="Textfeld 11">
                    <a:extLst>
                      <a:ext uri="{FF2B5EF4-FFF2-40B4-BE49-F238E27FC236}">
                        <a16:creationId xmlns:a16="http://schemas.microsoft.com/office/drawing/2014/main" id="{C68FFD51-FDD2-B3CB-0662-A374202CFAC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492497" y="449443"/>
                    <a:ext cx="373613" cy="39526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7582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" name="Gerade Verbindung mit Pfeil 12">
                <a:extLst>
                  <a:ext uri="{FF2B5EF4-FFF2-40B4-BE49-F238E27FC236}">
                    <a16:creationId xmlns:a16="http://schemas.microsoft.com/office/drawing/2014/main" id="{2EBB7A33-FB93-DF05-CA1E-74F7E2D017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14727" y="1667831"/>
                <a:ext cx="468000" cy="46800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9770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Zylinder 53">
            <a:extLst>
              <a:ext uri="{FF2B5EF4-FFF2-40B4-BE49-F238E27FC236}">
                <a16:creationId xmlns:a16="http://schemas.microsoft.com/office/drawing/2014/main" id="{252C6155-217C-FA01-1A89-AB21D6FC4013}"/>
              </a:ext>
            </a:extLst>
          </p:cNvPr>
          <p:cNvSpPr/>
          <p:nvPr/>
        </p:nvSpPr>
        <p:spPr>
          <a:xfrm>
            <a:off x="1779534" y="10633963"/>
            <a:ext cx="2763499" cy="1834093"/>
          </a:xfrm>
          <a:prstGeom prst="ca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55" name="Würfel 54">
            <a:extLst>
              <a:ext uri="{FF2B5EF4-FFF2-40B4-BE49-F238E27FC236}">
                <a16:creationId xmlns:a16="http://schemas.microsoft.com/office/drawing/2014/main" id="{C5235E40-D36D-82A8-B150-E15B2EA269A3}"/>
              </a:ext>
            </a:extLst>
          </p:cNvPr>
          <p:cNvSpPr/>
          <p:nvPr/>
        </p:nvSpPr>
        <p:spPr>
          <a:xfrm flipH="1">
            <a:off x="2693677" y="9999642"/>
            <a:ext cx="869091" cy="974482"/>
          </a:xfrm>
          <a:prstGeom prst="cube">
            <a:avLst>
              <a:gd name="adj" fmla="val 17858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105" name="Würfel 104">
            <a:extLst>
              <a:ext uri="{FF2B5EF4-FFF2-40B4-BE49-F238E27FC236}">
                <a16:creationId xmlns:a16="http://schemas.microsoft.com/office/drawing/2014/main" id="{5C950592-3825-A06D-5EAC-673720F32382}"/>
              </a:ext>
            </a:extLst>
          </p:cNvPr>
          <p:cNvSpPr/>
          <p:nvPr/>
        </p:nvSpPr>
        <p:spPr>
          <a:xfrm flipH="1">
            <a:off x="2893231" y="8565177"/>
            <a:ext cx="477488" cy="1532271"/>
          </a:xfrm>
          <a:prstGeom prst="cube">
            <a:avLst>
              <a:gd name="adj" fmla="val 17858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56" name="Zylinder 55">
            <a:extLst>
              <a:ext uri="{FF2B5EF4-FFF2-40B4-BE49-F238E27FC236}">
                <a16:creationId xmlns:a16="http://schemas.microsoft.com/office/drawing/2014/main" id="{BD1B7172-8A70-A884-55A1-51771ADD9E93}"/>
              </a:ext>
            </a:extLst>
          </p:cNvPr>
          <p:cNvSpPr/>
          <p:nvPr/>
        </p:nvSpPr>
        <p:spPr>
          <a:xfrm rot="16200000">
            <a:off x="2725864" y="7389672"/>
            <a:ext cx="705939" cy="1841296"/>
          </a:xfrm>
          <a:prstGeom prst="ca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57" name="Würfel 56">
            <a:extLst>
              <a:ext uri="{FF2B5EF4-FFF2-40B4-BE49-F238E27FC236}">
                <a16:creationId xmlns:a16="http://schemas.microsoft.com/office/drawing/2014/main" id="{B5084F5F-EE85-EE21-7DCE-D69CC6A480EB}"/>
              </a:ext>
            </a:extLst>
          </p:cNvPr>
          <p:cNvSpPr/>
          <p:nvPr/>
        </p:nvSpPr>
        <p:spPr>
          <a:xfrm flipH="1">
            <a:off x="2710569" y="5106161"/>
            <a:ext cx="869091" cy="3020614"/>
          </a:xfrm>
          <a:prstGeom prst="cube">
            <a:avLst>
              <a:gd name="adj" fmla="val 17858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58" name="Zylinder 57">
            <a:extLst>
              <a:ext uri="{FF2B5EF4-FFF2-40B4-BE49-F238E27FC236}">
                <a16:creationId xmlns:a16="http://schemas.microsoft.com/office/drawing/2014/main" id="{32D66AF3-2819-2420-D47B-23DC98D752E2}"/>
              </a:ext>
            </a:extLst>
          </p:cNvPr>
          <p:cNvSpPr/>
          <p:nvPr/>
        </p:nvSpPr>
        <p:spPr>
          <a:xfrm rot="16200000">
            <a:off x="2725864" y="3976885"/>
            <a:ext cx="705939" cy="1841296"/>
          </a:xfrm>
          <a:prstGeom prst="ca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59" name="Würfel 58">
            <a:extLst>
              <a:ext uri="{FF2B5EF4-FFF2-40B4-BE49-F238E27FC236}">
                <a16:creationId xmlns:a16="http://schemas.microsoft.com/office/drawing/2014/main" id="{B3444A3D-BA72-862C-0160-F93CAD2AB675}"/>
              </a:ext>
            </a:extLst>
          </p:cNvPr>
          <p:cNvSpPr/>
          <p:nvPr/>
        </p:nvSpPr>
        <p:spPr>
          <a:xfrm flipH="1">
            <a:off x="2710570" y="1687274"/>
            <a:ext cx="869091" cy="3026714"/>
          </a:xfrm>
          <a:prstGeom prst="cube">
            <a:avLst>
              <a:gd name="adj" fmla="val 17858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29300060-75AF-BC10-CBC3-46D17034C2FA}"/>
              </a:ext>
            </a:extLst>
          </p:cNvPr>
          <p:cNvCxnSpPr>
            <a:cxnSpLocks/>
          </p:cNvCxnSpPr>
          <p:nvPr/>
        </p:nvCxnSpPr>
        <p:spPr>
          <a:xfrm flipV="1">
            <a:off x="5088156" y="4925289"/>
            <a:ext cx="0" cy="3385032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E0A4974F-80C7-0A9B-E12F-42C8E8CB97FC}"/>
              </a:ext>
            </a:extLst>
          </p:cNvPr>
          <p:cNvCxnSpPr>
            <a:cxnSpLocks/>
          </p:cNvCxnSpPr>
          <p:nvPr/>
        </p:nvCxnSpPr>
        <p:spPr>
          <a:xfrm flipV="1">
            <a:off x="5085297" y="8323128"/>
            <a:ext cx="2859" cy="2509972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42F90FCE-6AC9-7665-BF92-692002BEDFE3}"/>
              </a:ext>
            </a:extLst>
          </p:cNvPr>
          <p:cNvCxnSpPr>
            <a:cxnSpLocks/>
          </p:cNvCxnSpPr>
          <p:nvPr/>
        </p:nvCxnSpPr>
        <p:spPr>
          <a:xfrm flipV="1">
            <a:off x="5088156" y="1755722"/>
            <a:ext cx="0" cy="3125657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Textfeld 64">
            <a:extLst>
              <a:ext uri="{FF2B5EF4-FFF2-40B4-BE49-F238E27FC236}">
                <a16:creationId xmlns:a16="http://schemas.microsoft.com/office/drawing/2014/main" id="{F343DA57-6727-CF38-B26B-8E8A79733DB9}"/>
              </a:ext>
            </a:extLst>
          </p:cNvPr>
          <p:cNvSpPr txBox="1"/>
          <p:nvPr/>
        </p:nvSpPr>
        <p:spPr>
          <a:xfrm>
            <a:off x="5085297" y="8879519"/>
            <a:ext cx="17727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5 -20 cm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D8927324-1DA6-2C7E-504F-577F52133285}"/>
              </a:ext>
            </a:extLst>
          </p:cNvPr>
          <p:cNvSpPr txBox="1"/>
          <p:nvPr/>
        </p:nvSpPr>
        <p:spPr>
          <a:xfrm>
            <a:off x="5341329" y="5734440"/>
            <a:ext cx="1772703" cy="725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30 cm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A7B04C79-464E-F824-09C8-FC1ACBA5F742}"/>
              </a:ext>
            </a:extLst>
          </p:cNvPr>
          <p:cNvSpPr txBox="1"/>
          <p:nvPr/>
        </p:nvSpPr>
        <p:spPr>
          <a:xfrm>
            <a:off x="5341329" y="2526840"/>
            <a:ext cx="1772703" cy="725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25 cm</a:t>
            </a:r>
          </a:p>
        </p:txBody>
      </p: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E46021D8-E4BD-3F7A-7462-E9299BDBB4B0}"/>
              </a:ext>
            </a:extLst>
          </p:cNvPr>
          <p:cNvGrpSpPr/>
          <p:nvPr/>
        </p:nvGrpSpPr>
        <p:grpSpPr>
          <a:xfrm>
            <a:off x="873348" y="6567649"/>
            <a:ext cx="4667957" cy="2242100"/>
            <a:chOff x="1221746" y="7232711"/>
            <a:chExt cx="3608059" cy="1808084"/>
          </a:xfrm>
        </p:grpSpPr>
        <p:grpSp>
          <p:nvGrpSpPr>
            <p:cNvPr id="80" name="Gruppieren 79">
              <a:extLst>
                <a:ext uri="{FF2B5EF4-FFF2-40B4-BE49-F238E27FC236}">
                  <a16:creationId xmlns:a16="http://schemas.microsoft.com/office/drawing/2014/main" id="{BFBB0A79-CD0C-5631-EACB-1A51B930689B}"/>
                </a:ext>
              </a:extLst>
            </p:cNvPr>
            <p:cNvGrpSpPr/>
            <p:nvPr/>
          </p:nvGrpSpPr>
          <p:grpSpPr>
            <a:xfrm>
              <a:off x="1221746" y="7232711"/>
              <a:ext cx="3608059" cy="1693398"/>
              <a:chOff x="2981773" y="6037979"/>
              <a:chExt cx="2170040" cy="1018482"/>
            </a:xfrm>
          </p:grpSpPr>
          <p:cxnSp>
            <p:nvCxnSpPr>
              <p:cNvPr id="83" name="Gerade Verbindung mit Pfeil 82">
                <a:extLst>
                  <a:ext uri="{FF2B5EF4-FFF2-40B4-BE49-F238E27FC236}">
                    <a16:creationId xmlns:a16="http://schemas.microsoft.com/office/drawing/2014/main" id="{DB072ACF-197B-C193-7B8D-3A6D4092F5AA}"/>
                  </a:ext>
                </a:extLst>
              </p:cNvPr>
              <p:cNvCxnSpPr>
                <a:cxnSpLocks/>
                <a:endCxn id="85" idx="2"/>
              </p:cNvCxnSpPr>
              <p:nvPr/>
            </p:nvCxnSpPr>
            <p:spPr>
              <a:xfrm flipV="1">
                <a:off x="4045389" y="6389688"/>
                <a:ext cx="1" cy="499731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Gerade Verbindung mit Pfeil 83">
                <a:extLst>
                  <a:ext uri="{FF2B5EF4-FFF2-40B4-BE49-F238E27FC236}">
                    <a16:creationId xmlns:a16="http://schemas.microsoft.com/office/drawing/2014/main" id="{E88ACAC0-2856-FA1E-D12A-2D8650F92C8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98407" y="6560150"/>
                <a:ext cx="346982" cy="329268"/>
              </a:xfrm>
              <a:prstGeom prst="straightConnector1">
                <a:avLst/>
              </a:prstGeom>
              <a:ln w="7620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5" name="Textfeld 84">
                    <a:extLst>
                      <a:ext uri="{FF2B5EF4-FFF2-40B4-BE49-F238E27FC236}">
                        <a16:creationId xmlns:a16="http://schemas.microsoft.com/office/drawing/2014/main" id="{69BFC962-1237-CEDD-B67F-F7A7EE62AC2A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907678" y="6037979"/>
                    <a:ext cx="275424" cy="3517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i="0" dirty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de-DE" sz="3200" b="0" i="0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24" name="Textfeld 23">
                    <a:extLst>
                      <a:ext uri="{FF2B5EF4-FFF2-40B4-BE49-F238E27FC236}">
                        <a16:creationId xmlns:a16="http://schemas.microsoft.com/office/drawing/2014/main" id="{26400A67-7684-8DF8-8D30-D4315543A21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907678" y="6037979"/>
                    <a:ext cx="275424" cy="35170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Textfeld 85">
                    <a:extLst>
                      <a:ext uri="{FF2B5EF4-FFF2-40B4-BE49-F238E27FC236}">
                        <a16:creationId xmlns:a16="http://schemas.microsoft.com/office/drawing/2014/main" id="{98EE1EF2-8B3A-5B7D-C3FD-8FF706737372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981773" y="6704752"/>
                    <a:ext cx="346982" cy="3517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de-DE" sz="3200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25" name="Textfeld 24">
                    <a:extLst>
                      <a:ext uri="{FF2B5EF4-FFF2-40B4-BE49-F238E27FC236}">
                        <a16:creationId xmlns:a16="http://schemas.microsoft.com/office/drawing/2014/main" id="{50BD2AE8-C582-8F02-0B6F-C0414EB095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981773" y="6704752"/>
                    <a:ext cx="346982" cy="35170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7" name="Textfeld 86">
                    <a:extLst>
                      <a:ext uri="{FF2B5EF4-FFF2-40B4-BE49-F238E27FC236}">
                        <a16:creationId xmlns:a16="http://schemas.microsoft.com/office/drawing/2014/main" id="{2D65CEAB-DB05-7BBC-351A-D3632812E0BF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448341" y="6242902"/>
                    <a:ext cx="224707" cy="3517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i="0" dirty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de-DE" sz="3200" b="0" i="0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26" name="Textfeld 25">
                    <a:extLst>
                      <a:ext uri="{FF2B5EF4-FFF2-40B4-BE49-F238E27FC236}">
                        <a16:creationId xmlns:a16="http://schemas.microsoft.com/office/drawing/2014/main" id="{36EF7F29-6C1F-293B-1E36-1CED744363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448341" y="6242902"/>
                    <a:ext cx="224707" cy="35170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8" name="Gerader Verbinder 87">
                <a:extLst>
                  <a:ext uri="{FF2B5EF4-FFF2-40B4-BE49-F238E27FC236}">
                    <a16:creationId xmlns:a16="http://schemas.microsoft.com/office/drawing/2014/main" id="{AFA83466-B428-4EE6-50C5-FD7707A747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45389" y="6889418"/>
                <a:ext cx="1106424" cy="0"/>
              </a:xfrm>
              <a:prstGeom prst="line">
                <a:avLst/>
              </a:prstGeom>
              <a:ln w="7620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Gerade Verbindung mit Pfeil 88">
                <a:extLst>
                  <a:ext uri="{FF2B5EF4-FFF2-40B4-BE49-F238E27FC236}">
                    <a16:creationId xmlns:a16="http://schemas.microsoft.com/office/drawing/2014/main" id="{1EC61FD7-0CEA-B27A-6D21-5D780791B65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28755" y="6889418"/>
                <a:ext cx="786045" cy="0"/>
              </a:xfrm>
              <a:prstGeom prst="straightConnector1">
                <a:avLst/>
              </a:prstGeom>
              <a:ln w="762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feld 80">
                  <a:extLst>
                    <a:ext uri="{FF2B5EF4-FFF2-40B4-BE49-F238E27FC236}">
                      <a16:creationId xmlns:a16="http://schemas.microsoft.com/office/drawing/2014/main" id="{25E3AFF6-B3A0-D700-5A39-70A075B1686A}"/>
                    </a:ext>
                  </a:extLst>
                </p:cNvPr>
                <p:cNvSpPr txBox="1"/>
                <p:nvPr/>
              </p:nvSpPr>
              <p:spPr>
                <a:xfrm>
                  <a:off x="1688977" y="7984821"/>
                  <a:ext cx="33528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3200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de-DE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sz="3200" dirty="0"/>
                </a:p>
              </p:txBody>
            </p:sp>
          </mc:Choice>
          <mc:Fallback xmlns=""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07492513-B2A4-31A6-6D96-E603228B2F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8977" y="7984821"/>
                  <a:ext cx="335280" cy="584775"/>
                </a:xfrm>
                <a:prstGeom prst="rect">
                  <a:avLst/>
                </a:prstGeom>
                <a:blipFill>
                  <a:blip r:embed="rId11"/>
                  <a:stretch>
                    <a:fillRect r="-152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Pfeil: gebogen 81">
              <a:extLst>
                <a:ext uri="{FF2B5EF4-FFF2-40B4-BE49-F238E27FC236}">
                  <a16:creationId xmlns:a16="http://schemas.microsoft.com/office/drawing/2014/main" id="{DAF4256A-A22B-1BA8-76E9-BBD00EE2B8E4}"/>
                </a:ext>
              </a:extLst>
            </p:cNvPr>
            <p:cNvSpPr/>
            <p:nvPr/>
          </p:nvSpPr>
          <p:spPr>
            <a:xfrm rot="3284240" flipH="1">
              <a:off x="1652561" y="8437356"/>
              <a:ext cx="605640" cy="601238"/>
            </a:xfrm>
            <a:prstGeom prst="circularArrow">
              <a:avLst>
                <a:gd name="adj1" fmla="val 7185"/>
                <a:gd name="adj2" fmla="val 923709"/>
                <a:gd name="adj3" fmla="val 20442418"/>
                <a:gd name="adj4" fmla="val 10984637"/>
                <a:gd name="adj5" fmla="val 13351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3200">
                <a:solidFill>
                  <a:schemeClr val="tx1"/>
                </a:solidFill>
              </a:endParaRP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66C76D21-5450-10ED-2667-9500ED809407}"/>
              </a:ext>
            </a:extLst>
          </p:cNvPr>
          <p:cNvGrpSpPr/>
          <p:nvPr/>
        </p:nvGrpSpPr>
        <p:grpSpPr>
          <a:xfrm>
            <a:off x="873348" y="3144067"/>
            <a:ext cx="4667957" cy="2201046"/>
            <a:chOff x="1221746" y="3648891"/>
            <a:chExt cx="3608059" cy="1774977"/>
          </a:xfrm>
        </p:grpSpPr>
        <p:grpSp>
          <p:nvGrpSpPr>
            <p:cNvPr id="70" name="Gruppieren 69">
              <a:extLst>
                <a:ext uri="{FF2B5EF4-FFF2-40B4-BE49-F238E27FC236}">
                  <a16:creationId xmlns:a16="http://schemas.microsoft.com/office/drawing/2014/main" id="{CC6735A2-C1C8-599F-D47D-48DECD775523}"/>
                </a:ext>
              </a:extLst>
            </p:cNvPr>
            <p:cNvGrpSpPr/>
            <p:nvPr/>
          </p:nvGrpSpPr>
          <p:grpSpPr>
            <a:xfrm>
              <a:off x="1221746" y="3648891"/>
              <a:ext cx="3608059" cy="1693398"/>
              <a:chOff x="2981773" y="6037979"/>
              <a:chExt cx="2170040" cy="1018482"/>
            </a:xfrm>
          </p:grpSpPr>
          <p:cxnSp>
            <p:nvCxnSpPr>
              <p:cNvPr id="73" name="Gerade Verbindung mit Pfeil 72">
                <a:extLst>
                  <a:ext uri="{FF2B5EF4-FFF2-40B4-BE49-F238E27FC236}">
                    <a16:creationId xmlns:a16="http://schemas.microsoft.com/office/drawing/2014/main" id="{3D2F1FCA-F650-6A6A-7742-5DAFF9578FC4}"/>
                  </a:ext>
                </a:extLst>
              </p:cNvPr>
              <p:cNvCxnSpPr>
                <a:cxnSpLocks/>
                <a:endCxn id="75" idx="2"/>
              </p:cNvCxnSpPr>
              <p:nvPr/>
            </p:nvCxnSpPr>
            <p:spPr>
              <a:xfrm flipV="1">
                <a:off x="4045389" y="6389688"/>
                <a:ext cx="1" cy="499731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Gerade Verbindung mit Pfeil 73">
                <a:extLst>
                  <a:ext uri="{FF2B5EF4-FFF2-40B4-BE49-F238E27FC236}">
                    <a16:creationId xmlns:a16="http://schemas.microsoft.com/office/drawing/2014/main" id="{80E38262-CEA3-0B68-31D5-0106B5B554D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98407" y="6560150"/>
                <a:ext cx="346982" cy="329268"/>
              </a:xfrm>
              <a:prstGeom prst="straightConnector1">
                <a:avLst/>
              </a:prstGeom>
              <a:ln w="7620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Textfeld 74">
                    <a:extLst>
                      <a:ext uri="{FF2B5EF4-FFF2-40B4-BE49-F238E27FC236}">
                        <a16:creationId xmlns:a16="http://schemas.microsoft.com/office/drawing/2014/main" id="{2A488BFF-2DA6-8560-3D5C-433D31F16C9B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907678" y="6037979"/>
                    <a:ext cx="275424" cy="3517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i="0" dirty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de-DE" sz="3200" b="0" i="0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00" name="Textfeld 99">
                    <a:extLst>
                      <a:ext uri="{FF2B5EF4-FFF2-40B4-BE49-F238E27FC236}">
                        <a16:creationId xmlns:a16="http://schemas.microsoft.com/office/drawing/2014/main" id="{0899677E-1740-3E53-B574-015C6BC0E64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907678" y="6037979"/>
                    <a:ext cx="275424" cy="35170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Textfeld 75">
                    <a:extLst>
                      <a:ext uri="{FF2B5EF4-FFF2-40B4-BE49-F238E27FC236}">
                        <a16:creationId xmlns:a16="http://schemas.microsoft.com/office/drawing/2014/main" id="{554C69DD-AD9D-DE5E-7FE9-E5D8B3B7881E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981773" y="6704752"/>
                    <a:ext cx="346982" cy="3517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de-DE" sz="3200" b="0" i="0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01" name="Textfeld 100">
                    <a:extLst>
                      <a:ext uri="{FF2B5EF4-FFF2-40B4-BE49-F238E27FC236}">
                        <a16:creationId xmlns:a16="http://schemas.microsoft.com/office/drawing/2014/main" id="{F9DC249A-9650-F302-353E-132DDB4A37D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981773" y="6704752"/>
                    <a:ext cx="346982" cy="35170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Textfeld 76">
                    <a:extLst>
                      <a:ext uri="{FF2B5EF4-FFF2-40B4-BE49-F238E27FC236}">
                        <a16:creationId xmlns:a16="http://schemas.microsoft.com/office/drawing/2014/main" id="{167E811E-6A8C-8483-52AD-FEE9D2BDCFA5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448341" y="6242902"/>
                    <a:ext cx="224707" cy="3517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i="0" dirty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de-DE" sz="3200" b="0" i="0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02" name="Textfeld 101">
                    <a:extLst>
                      <a:ext uri="{FF2B5EF4-FFF2-40B4-BE49-F238E27FC236}">
                        <a16:creationId xmlns:a16="http://schemas.microsoft.com/office/drawing/2014/main" id="{69D27BA2-A137-A851-BCDA-FCAAC0264B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448341" y="6242902"/>
                    <a:ext cx="224707" cy="35170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8" name="Gerader Verbinder 77">
                <a:extLst>
                  <a:ext uri="{FF2B5EF4-FFF2-40B4-BE49-F238E27FC236}">
                    <a16:creationId xmlns:a16="http://schemas.microsoft.com/office/drawing/2014/main" id="{5BB3DE23-201E-0176-5026-14C4EDEEEC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45389" y="6889418"/>
                <a:ext cx="1106424" cy="0"/>
              </a:xfrm>
              <a:prstGeom prst="line">
                <a:avLst/>
              </a:prstGeom>
              <a:ln w="7620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Gerade Verbindung mit Pfeil 78">
                <a:extLst>
                  <a:ext uri="{FF2B5EF4-FFF2-40B4-BE49-F238E27FC236}">
                    <a16:creationId xmlns:a16="http://schemas.microsoft.com/office/drawing/2014/main" id="{8610609E-A535-4F5F-FB30-6B71AC14DC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28755" y="6889418"/>
                <a:ext cx="786045" cy="0"/>
              </a:xfrm>
              <a:prstGeom prst="straightConnector1">
                <a:avLst/>
              </a:prstGeom>
              <a:ln w="762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feld 70">
                  <a:extLst>
                    <a:ext uri="{FF2B5EF4-FFF2-40B4-BE49-F238E27FC236}">
                      <a16:creationId xmlns:a16="http://schemas.microsoft.com/office/drawing/2014/main" id="{827603D3-5CBF-D71C-1E4B-B9BB41C28811}"/>
                    </a:ext>
                  </a:extLst>
                </p:cNvPr>
                <p:cNvSpPr txBox="1"/>
                <p:nvPr/>
              </p:nvSpPr>
              <p:spPr>
                <a:xfrm>
                  <a:off x="1634167" y="4369772"/>
                  <a:ext cx="33528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3200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de-DE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de-DE" sz="3200" dirty="0"/>
                </a:p>
              </p:txBody>
            </p:sp>
          </mc:Choice>
          <mc:Fallback xmlns="">
            <p:sp>
              <p:nvSpPr>
                <p:cNvPr id="18" name="Textfeld 17">
                  <a:extLst>
                    <a:ext uri="{FF2B5EF4-FFF2-40B4-BE49-F238E27FC236}">
                      <a16:creationId xmlns:a16="http://schemas.microsoft.com/office/drawing/2014/main" id="{252174CC-C827-5AE0-F0F9-E51060EF04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4167" y="4369772"/>
                  <a:ext cx="335280" cy="584775"/>
                </a:xfrm>
                <a:prstGeom prst="rect">
                  <a:avLst/>
                </a:prstGeom>
                <a:blipFill>
                  <a:blip r:embed="rId15"/>
                  <a:stretch>
                    <a:fillRect r="-1690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2" name="Pfeil: gebogen 71">
              <a:extLst>
                <a:ext uri="{FF2B5EF4-FFF2-40B4-BE49-F238E27FC236}">
                  <a16:creationId xmlns:a16="http://schemas.microsoft.com/office/drawing/2014/main" id="{893434F0-407D-7FCA-93F6-E8791EC28E6E}"/>
                </a:ext>
              </a:extLst>
            </p:cNvPr>
            <p:cNvSpPr/>
            <p:nvPr/>
          </p:nvSpPr>
          <p:spPr>
            <a:xfrm rot="3284240" flipH="1">
              <a:off x="1667285" y="4844383"/>
              <a:ext cx="581598" cy="577371"/>
            </a:xfrm>
            <a:prstGeom prst="circularArrow">
              <a:avLst>
                <a:gd name="adj1" fmla="val 7185"/>
                <a:gd name="adj2" fmla="val 923709"/>
                <a:gd name="adj3" fmla="val 20442418"/>
                <a:gd name="adj4" fmla="val 10984637"/>
                <a:gd name="adj5" fmla="val 13351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3200">
                <a:solidFill>
                  <a:schemeClr val="tx1"/>
                </a:solidFill>
              </a:endParaRPr>
            </a:p>
          </p:txBody>
        </p:sp>
      </p:grp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DAE06B73-BACC-DC1C-9549-389DD5B443F8}"/>
              </a:ext>
            </a:extLst>
          </p:cNvPr>
          <p:cNvGrpSpPr/>
          <p:nvPr/>
        </p:nvGrpSpPr>
        <p:grpSpPr>
          <a:xfrm>
            <a:off x="2206831" y="-429093"/>
            <a:ext cx="2207525" cy="2336637"/>
            <a:chOff x="2627453" y="501155"/>
            <a:chExt cx="1271542" cy="1345911"/>
          </a:xfrm>
        </p:grpSpPr>
        <p:sp>
          <p:nvSpPr>
            <p:cNvPr id="108" name="Würfel 107">
              <a:extLst>
                <a:ext uri="{FF2B5EF4-FFF2-40B4-BE49-F238E27FC236}">
                  <a16:creationId xmlns:a16="http://schemas.microsoft.com/office/drawing/2014/main" id="{E55EA772-8126-C01E-86CD-1C3D5195B830}"/>
                </a:ext>
              </a:extLst>
            </p:cNvPr>
            <p:cNvSpPr/>
            <p:nvPr/>
          </p:nvSpPr>
          <p:spPr>
            <a:xfrm flipH="1">
              <a:off x="2627453" y="1498025"/>
              <a:ext cx="1028700" cy="349041"/>
            </a:xfrm>
            <a:prstGeom prst="cube">
              <a:avLst>
                <a:gd name="adj" fmla="val 46034"/>
              </a:avLst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Würfel 108">
              <a:extLst>
                <a:ext uri="{FF2B5EF4-FFF2-40B4-BE49-F238E27FC236}">
                  <a16:creationId xmlns:a16="http://schemas.microsoft.com/office/drawing/2014/main" id="{340042C0-08D3-7C2C-EA3F-72E4203AF3D1}"/>
                </a:ext>
              </a:extLst>
            </p:cNvPr>
            <p:cNvSpPr/>
            <p:nvPr/>
          </p:nvSpPr>
          <p:spPr>
            <a:xfrm flipH="1">
              <a:off x="3370403" y="667445"/>
              <a:ext cx="285750" cy="986790"/>
            </a:xfrm>
            <a:prstGeom prst="cube">
              <a:avLst>
                <a:gd name="adj" fmla="val 58333"/>
              </a:avLst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Würfel 109">
              <a:extLst>
                <a:ext uri="{FF2B5EF4-FFF2-40B4-BE49-F238E27FC236}">
                  <a16:creationId xmlns:a16="http://schemas.microsoft.com/office/drawing/2014/main" id="{AB53E5DB-8CBD-29C3-5A97-85F80795A689}"/>
                </a:ext>
              </a:extLst>
            </p:cNvPr>
            <p:cNvSpPr/>
            <p:nvPr/>
          </p:nvSpPr>
          <p:spPr>
            <a:xfrm flipH="1">
              <a:off x="2627453" y="667444"/>
              <a:ext cx="285750" cy="986790"/>
            </a:xfrm>
            <a:prstGeom prst="cube">
              <a:avLst>
                <a:gd name="adj" fmla="val 58333"/>
              </a:avLst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1" name="Gruppieren 110">
              <a:extLst>
                <a:ext uri="{FF2B5EF4-FFF2-40B4-BE49-F238E27FC236}">
                  <a16:creationId xmlns:a16="http://schemas.microsoft.com/office/drawing/2014/main" id="{E8C131AE-24B8-7B6B-787D-81963D5BF1D7}"/>
                </a:ext>
              </a:extLst>
            </p:cNvPr>
            <p:cNvGrpSpPr/>
            <p:nvPr/>
          </p:nvGrpSpPr>
          <p:grpSpPr>
            <a:xfrm rot="5400000" flipH="1">
              <a:off x="2799271" y="660888"/>
              <a:ext cx="1259457" cy="939991"/>
              <a:chOff x="1406653" y="1006295"/>
              <a:chExt cx="2220841" cy="1531975"/>
            </a:xfrm>
          </p:grpSpPr>
          <p:cxnSp>
            <p:nvCxnSpPr>
              <p:cNvPr id="112" name="Gerade Verbindung mit Pfeil 111">
                <a:extLst>
                  <a:ext uri="{FF2B5EF4-FFF2-40B4-BE49-F238E27FC236}">
                    <a16:creationId xmlns:a16="http://schemas.microsoft.com/office/drawing/2014/main" id="{22C8379E-C00F-E382-417D-FF1297594BE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2299187" y="1688612"/>
                <a:ext cx="0" cy="1133814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Gerade Verbindung mit Pfeil 112">
                <a:extLst>
                  <a:ext uri="{FF2B5EF4-FFF2-40B4-BE49-F238E27FC236}">
                    <a16:creationId xmlns:a16="http://schemas.microsoft.com/office/drawing/2014/main" id="{811793EF-B66D-61F3-1A35-A0CBE4DBC52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1318783" y="1842021"/>
                <a:ext cx="826999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Gerade Verbindung mit Pfeil 113">
                <a:extLst>
                  <a:ext uri="{FF2B5EF4-FFF2-40B4-BE49-F238E27FC236}">
                    <a16:creationId xmlns:a16="http://schemas.microsoft.com/office/drawing/2014/main" id="{F8FE2708-5442-73BC-692E-05DA2B5A45F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32280" y="1718886"/>
                <a:ext cx="611844" cy="536633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Textfeld 114">
                <a:extLst>
                  <a:ext uri="{FF2B5EF4-FFF2-40B4-BE49-F238E27FC236}">
                    <a16:creationId xmlns:a16="http://schemas.microsoft.com/office/drawing/2014/main" id="{32570DEE-E5C1-52AB-8653-D9B0DC6D8FD5}"/>
                  </a:ext>
                </a:extLst>
              </p:cNvPr>
              <p:cNvSpPr txBox="1"/>
              <p:nvPr/>
            </p:nvSpPr>
            <p:spPr>
              <a:xfrm rot="5400000">
                <a:off x="1507841" y="905107"/>
                <a:ext cx="448879" cy="6512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/>
                  <a:t>X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6" name="Textfeld 115">
                    <a:extLst>
                      <a:ext uri="{FF2B5EF4-FFF2-40B4-BE49-F238E27FC236}">
                        <a16:creationId xmlns:a16="http://schemas.microsoft.com/office/drawing/2014/main" id="{4F89F960-1144-A826-DD6A-156243A736D1}"/>
                      </a:ext>
                    </a:extLst>
                  </p:cNvPr>
                  <p:cNvSpPr txBox="1"/>
                  <p:nvPr/>
                </p:nvSpPr>
                <p:spPr>
                  <a:xfrm rot="5400000">
                    <a:off x="3019115" y="1929891"/>
                    <a:ext cx="565503" cy="6512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dirty="0">
                                  <a:latin typeface="Cambria Math" panose="02040503050406030204" pitchFamily="18" charset="0"/>
                                </a:rPr>
                                <m:t>Tool</m:t>
                              </m:r>
                            </m:sub>
                          </m:sSub>
                        </m:oMath>
                      </m:oMathPara>
                    </a14:m>
                    <a:endParaRPr lang="de-DE" dirty="0"/>
                  </a:p>
                </p:txBody>
              </p:sp>
            </mc:Choice>
            <mc:Fallback xmlns="">
              <p:sp>
                <p:nvSpPr>
                  <p:cNvPr id="43" name="Textfeld 42">
                    <a:extLst>
                      <a:ext uri="{FF2B5EF4-FFF2-40B4-BE49-F238E27FC236}">
                        <a16:creationId xmlns:a16="http://schemas.microsoft.com/office/drawing/2014/main" id="{9DFDABF4-1EE1-C667-C930-2F039F736E3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5400000">
                    <a:off x="3019115" y="1929891"/>
                    <a:ext cx="565503" cy="651255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r="-842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7" name="Textfeld 116">
                <a:extLst>
                  <a:ext uri="{FF2B5EF4-FFF2-40B4-BE49-F238E27FC236}">
                    <a16:creationId xmlns:a16="http://schemas.microsoft.com/office/drawing/2014/main" id="{05651CD5-86ED-8352-4F68-FC0B2B5F4430}"/>
                  </a:ext>
                </a:extLst>
              </p:cNvPr>
              <p:cNvSpPr txBox="1"/>
              <p:nvPr/>
            </p:nvSpPr>
            <p:spPr>
              <a:xfrm rot="5400000">
                <a:off x="2297830" y="1237354"/>
                <a:ext cx="488817" cy="6512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/>
                  <a:t>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22538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A17C1BC9-33EC-8125-5C3C-30B1A4CCA2BA}"/>
              </a:ext>
            </a:extLst>
          </p:cNvPr>
          <p:cNvGrpSpPr/>
          <p:nvPr/>
        </p:nvGrpSpPr>
        <p:grpSpPr>
          <a:xfrm>
            <a:off x="0" y="2949511"/>
            <a:ext cx="7149235" cy="6317140"/>
            <a:chOff x="0" y="2949511"/>
            <a:chExt cx="7149235" cy="6317140"/>
          </a:xfrm>
        </p:grpSpPr>
        <p:grpSp>
          <p:nvGrpSpPr>
            <p:cNvPr id="59" name="Gruppieren 58">
              <a:extLst>
                <a:ext uri="{FF2B5EF4-FFF2-40B4-BE49-F238E27FC236}">
                  <a16:creationId xmlns:a16="http://schemas.microsoft.com/office/drawing/2014/main" id="{6C869028-726E-A36C-4F4B-EE20BF3038EA}"/>
                </a:ext>
              </a:extLst>
            </p:cNvPr>
            <p:cNvGrpSpPr/>
            <p:nvPr/>
          </p:nvGrpSpPr>
          <p:grpSpPr>
            <a:xfrm>
              <a:off x="0" y="2949511"/>
              <a:ext cx="7149235" cy="6317140"/>
              <a:chOff x="0" y="2949511"/>
              <a:chExt cx="7149235" cy="6317140"/>
            </a:xfrm>
          </p:grpSpPr>
          <p:sp>
            <p:nvSpPr>
              <p:cNvPr id="148" name="Textfeld 147">
                <a:extLst>
                  <a:ext uri="{FF2B5EF4-FFF2-40B4-BE49-F238E27FC236}">
                    <a16:creationId xmlns:a16="http://schemas.microsoft.com/office/drawing/2014/main" id="{9A468A75-FB04-756B-423C-1BD2919C41AD}"/>
                  </a:ext>
                </a:extLst>
              </p:cNvPr>
              <p:cNvSpPr txBox="1"/>
              <p:nvPr/>
            </p:nvSpPr>
            <p:spPr>
              <a:xfrm>
                <a:off x="6099595" y="8160355"/>
                <a:ext cx="10496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0.3 m</a:t>
                </a:r>
              </a:p>
            </p:txBody>
          </p:sp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EAAA3F05-3F71-6821-0DD0-D557175DD776}"/>
                  </a:ext>
                </a:extLst>
              </p:cNvPr>
              <p:cNvSpPr/>
              <p:nvPr/>
            </p:nvSpPr>
            <p:spPr>
              <a:xfrm>
                <a:off x="4431748" y="7748112"/>
                <a:ext cx="457200" cy="74295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EECEE7D6-96B7-E55B-668C-131B66C71E97}"/>
                  </a:ext>
                </a:extLst>
              </p:cNvPr>
              <p:cNvSpPr/>
              <p:nvPr/>
            </p:nvSpPr>
            <p:spPr>
              <a:xfrm>
                <a:off x="4547416" y="7187120"/>
                <a:ext cx="226094" cy="66376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4" name="L-Form 3">
                <a:extLst>
                  <a:ext uri="{FF2B5EF4-FFF2-40B4-BE49-F238E27FC236}">
                    <a16:creationId xmlns:a16="http://schemas.microsoft.com/office/drawing/2014/main" id="{8A5768BE-9E1D-364A-0AE9-C3E113E10565}"/>
                  </a:ext>
                </a:extLst>
              </p:cNvPr>
              <p:cNvSpPr/>
              <p:nvPr/>
            </p:nvSpPr>
            <p:spPr>
              <a:xfrm>
                <a:off x="3446643" y="6426338"/>
                <a:ext cx="1326868" cy="793682"/>
              </a:xfrm>
              <a:prstGeom prst="corner">
                <a:avLst>
                  <a:gd name="adj1" fmla="val 39610"/>
                  <a:gd name="adj2" fmla="val 33510"/>
                </a:avLst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2" name="Rechteck 1">
                <a:extLst>
                  <a:ext uri="{FF2B5EF4-FFF2-40B4-BE49-F238E27FC236}">
                    <a16:creationId xmlns:a16="http://schemas.microsoft.com/office/drawing/2014/main" id="{370FE688-E130-9AC8-21DD-7EC3ED776242}"/>
                  </a:ext>
                </a:extLst>
              </p:cNvPr>
              <p:cNvSpPr/>
              <p:nvPr/>
            </p:nvSpPr>
            <p:spPr>
              <a:xfrm>
                <a:off x="3888823" y="8491062"/>
                <a:ext cx="1543050" cy="74295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9F37A93A-FE0D-1D1E-E8C8-5E4D9E435522}"/>
                  </a:ext>
                </a:extLst>
              </p:cNvPr>
              <p:cNvSpPr/>
              <p:nvPr/>
            </p:nvSpPr>
            <p:spPr>
              <a:xfrm>
                <a:off x="3363716" y="4591411"/>
                <a:ext cx="343301" cy="135890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B308DA63-B925-C236-2DA7-E52B9D137E85}"/>
                  </a:ext>
                </a:extLst>
              </p:cNvPr>
              <p:cNvSpPr/>
              <p:nvPr/>
            </p:nvSpPr>
            <p:spPr>
              <a:xfrm rot="16200000">
                <a:off x="2455667" y="3485717"/>
                <a:ext cx="343301" cy="135890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grpSp>
            <p:nvGrpSpPr>
              <p:cNvPr id="15" name="Gruppieren 14">
                <a:extLst>
                  <a:ext uri="{FF2B5EF4-FFF2-40B4-BE49-F238E27FC236}">
                    <a16:creationId xmlns:a16="http://schemas.microsoft.com/office/drawing/2014/main" id="{30D2020B-FD45-3360-F5ED-0F9E2591F780}"/>
                  </a:ext>
                </a:extLst>
              </p:cNvPr>
              <p:cNvGrpSpPr/>
              <p:nvPr/>
            </p:nvGrpSpPr>
            <p:grpSpPr>
              <a:xfrm>
                <a:off x="928850" y="3635042"/>
                <a:ext cx="1019017" cy="1060250"/>
                <a:chOff x="1371600" y="2486025"/>
                <a:chExt cx="1485900" cy="1546025"/>
              </a:xfrm>
              <a:solidFill>
                <a:schemeClr val="accent5">
                  <a:lumMod val="60000"/>
                  <a:lumOff val="40000"/>
                </a:schemeClr>
              </a:solidFill>
            </p:grpSpPr>
            <p:sp>
              <p:nvSpPr>
                <p:cNvPr id="12" name="Rechteck 11">
                  <a:extLst>
                    <a:ext uri="{FF2B5EF4-FFF2-40B4-BE49-F238E27FC236}">
                      <a16:creationId xmlns:a16="http://schemas.microsoft.com/office/drawing/2014/main" id="{9E66EA96-1B9F-04EB-6151-254035908DD7}"/>
                    </a:ext>
                  </a:extLst>
                </p:cNvPr>
                <p:cNvSpPr/>
                <p:nvPr/>
              </p:nvSpPr>
              <p:spPr>
                <a:xfrm>
                  <a:off x="1371600" y="2486025"/>
                  <a:ext cx="1485900" cy="409575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13" name="Rechteck 12">
                  <a:extLst>
                    <a:ext uri="{FF2B5EF4-FFF2-40B4-BE49-F238E27FC236}">
                      <a16:creationId xmlns:a16="http://schemas.microsoft.com/office/drawing/2014/main" id="{9818DA7A-4A81-8F23-5A8D-70C0DEC390BB}"/>
                    </a:ext>
                  </a:extLst>
                </p:cNvPr>
                <p:cNvSpPr/>
                <p:nvPr/>
              </p:nvSpPr>
              <p:spPr>
                <a:xfrm>
                  <a:off x="1371600" y="3622473"/>
                  <a:ext cx="1485900" cy="409575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14" name="Rechteck 13">
                  <a:extLst>
                    <a:ext uri="{FF2B5EF4-FFF2-40B4-BE49-F238E27FC236}">
                      <a16:creationId xmlns:a16="http://schemas.microsoft.com/office/drawing/2014/main" id="{4320EA13-8F84-6DFE-B726-389035AE298C}"/>
                    </a:ext>
                  </a:extLst>
                </p:cNvPr>
                <p:cNvSpPr/>
                <p:nvPr/>
              </p:nvSpPr>
              <p:spPr>
                <a:xfrm rot="5400000">
                  <a:off x="1879700" y="3054250"/>
                  <a:ext cx="1546024" cy="409575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</p:grpSp>
          <p:sp>
            <p:nvSpPr>
              <p:cNvPr id="6" name="Ellipse 5">
                <a:extLst>
                  <a:ext uri="{FF2B5EF4-FFF2-40B4-BE49-F238E27FC236}">
                    <a16:creationId xmlns:a16="http://schemas.microsoft.com/office/drawing/2014/main" id="{3AE918F4-F5C8-D40A-CEB9-A05886ECABEB}"/>
                  </a:ext>
                </a:extLst>
              </p:cNvPr>
              <p:cNvSpPr/>
              <p:nvPr/>
            </p:nvSpPr>
            <p:spPr>
              <a:xfrm>
                <a:off x="3096818" y="5919355"/>
                <a:ext cx="914400" cy="9144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7" name="Ellipse 6">
                <a:extLst>
                  <a:ext uri="{FF2B5EF4-FFF2-40B4-BE49-F238E27FC236}">
                    <a16:creationId xmlns:a16="http://schemas.microsoft.com/office/drawing/2014/main" id="{CA54B8E0-1F50-31C1-3F1B-CC1BD5A94D9A}"/>
                  </a:ext>
                </a:extLst>
              </p:cNvPr>
              <p:cNvSpPr/>
              <p:nvPr/>
            </p:nvSpPr>
            <p:spPr>
              <a:xfrm>
                <a:off x="3096818" y="3707968"/>
                <a:ext cx="914400" cy="9144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grpSp>
            <p:nvGrpSpPr>
              <p:cNvPr id="35" name="Gruppieren 34">
                <a:extLst>
                  <a:ext uri="{FF2B5EF4-FFF2-40B4-BE49-F238E27FC236}">
                    <a16:creationId xmlns:a16="http://schemas.microsoft.com/office/drawing/2014/main" id="{583C26ED-90F6-DA31-BDD6-93BEFEF0F17E}"/>
                  </a:ext>
                </a:extLst>
              </p:cNvPr>
              <p:cNvGrpSpPr/>
              <p:nvPr/>
            </p:nvGrpSpPr>
            <p:grpSpPr>
              <a:xfrm>
                <a:off x="2592794" y="5396404"/>
                <a:ext cx="1351350" cy="1212967"/>
                <a:chOff x="3656958" y="1363376"/>
                <a:chExt cx="1351350" cy="1212967"/>
              </a:xfrm>
            </p:grpSpPr>
            <p:grpSp>
              <p:nvGrpSpPr>
                <p:cNvPr id="25" name="Gruppieren 24">
                  <a:extLst>
                    <a:ext uri="{FF2B5EF4-FFF2-40B4-BE49-F238E27FC236}">
                      <a16:creationId xmlns:a16="http://schemas.microsoft.com/office/drawing/2014/main" id="{9D0B1239-687C-FE7F-8A54-8EF7908065D9}"/>
                    </a:ext>
                  </a:extLst>
                </p:cNvPr>
                <p:cNvGrpSpPr/>
                <p:nvPr/>
              </p:nvGrpSpPr>
              <p:grpSpPr>
                <a:xfrm>
                  <a:off x="3656958" y="1363376"/>
                  <a:ext cx="1351350" cy="1212967"/>
                  <a:chOff x="1299085" y="248816"/>
                  <a:chExt cx="1928007" cy="1730571"/>
                </a:xfrm>
              </p:grpSpPr>
              <p:cxnSp>
                <p:nvCxnSpPr>
                  <p:cNvPr id="26" name="Gerade Verbindung mit Pfeil 25">
                    <a:extLst>
                      <a:ext uri="{FF2B5EF4-FFF2-40B4-BE49-F238E27FC236}">
                        <a16:creationId xmlns:a16="http://schemas.microsoft.com/office/drawing/2014/main" id="{F4F5B685-B9E5-82EE-5C46-FA64B7D05A2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82727" y="757963"/>
                    <a:ext cx="1" cy="936000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Gerade Verbindung mit Pfeil 26">
                    <a:extLst>
                      <a:ext uri="{FF2B5EF4-FFF2-40B4-BE49-F238E27FC236}">
                        <a16:creationId xmlns:a16="http://schemas.microsoft.com/office/drawing/2014/main" id="{BAD9C5AD-69A8-1B52-6F56-DD7507642AE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735444" y="1676211"/>
                    <a:ext cx="936000" cy="0"/>
                  </a:xfrm>
                  <a:prstGeom prst="straightConnector1">
                    <a:avLst/>
                  </a:prstGeom>
                  <a:ln w="38100">
                    <a:solidFill>
                      <a:schemeClr val="accent6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8" name="Textfeld 27">
                        <a:extLst>
                          <a:ext uri="{FF2B5EF4-FFF2-40B4-BE49-F238E27FC236}">
                            <a16:creationId xmlns:a16="http://schemas.microsoft.com/office/drawing/2014/main" id="{07C31A1F-A35D-14EF-9CDE-0647750DF482}"/>
                          </a:ext>
                        </a:extLst>
                      </p:cNvPr>
                      <p:cNvSpPr txBox="1"/>
                      <p:nvPr/>
                    </p:nvSpPr>
                    <p:spPr>
                      <a:xfrm flipH="1">
                        <a:off x="2354602" y="248816"/>
                        <a:ext cx="457939" cy="57084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2000" i="0" dirty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de-DE" sz="2000" b="0" i="0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de-DE" sz="2000" dirty="0"/>
                      </a:p>
                    </p:txBody>
                  </p:sp>
                </mc:Choice>
                <mc:Fallback xmlns="">
                  <p:sp>
                    <p:nvSpPr>
                      <p:cNvPr id="28" name="Textfeld 27">
                        <a:extLst>
                          <a:ext uri="{FF2B5EF4-FFF2-40B4-BE49-F238E27FC236}">
                            <a16:creationId xmlns:a16="http://schemas.microsoft.com/office/drawing/2014/main" id="{07C31A1F-A35D-14EF-9CDE-0647750DF48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flipH="1">
                        <a:off x="2354602" y="248816"/>
                        <a:ext cx="457939" cy="570847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r="-2884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9" name="Textfeld 28">
                        <a:extLst>
                          <a:ext uri="{FF2B5EF4-FFF2-40B4-BE49-F238E27FC236}">
                            <a16:creationId xmlns:a16="http://schemas.microsoft.com/office/drawing/2014/main" id="{C4E99FCC-902D-C23A-77CD-C2CBCDDCC83E}"/>
                          </a:ext>
                        </a:extLst>
                      </p:cNvPr>
                      <p:cNvSpPr txBox="1"/>
                      <p:nvPr/>
                    </p:nvSpPr>
                    <p:spPr>
                      <a:xfrm flipH="1">
                        <a:off x="2650175" y="1123116"/>
                        <a:ext cx="576917" cy="57084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2000" dirty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de-DE" sz="2000" b="0" i="0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de-DE" sz="2000" dirty="0"/>
                      </a:p>
                    </p:txBody>
                  </p:sp>
                </mc:Choice>
                <mc:Fallback xmlns="">
                  <p:sp>
                    <p:nvSpPr>
                      <p:cNvPr id="29" name="Textfeld 28">
                        <a:extLst>
                          <a:ext uri="{FF2B5EF4-FFF2-40B4-BE49-F238E27FC236}">
                            <a16:creationId xmlns:a16="http://schemas.microsoft.com/office/drawing/2014/main" id="{C4E99FCC-902D-C23A-77CD-C2CBCDDCC83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flipH="1">
                        <a:off x="2650175" y="1123116"/>
                        <a:ext cx="576917" cy="570847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0" name="Textfeld 29">
                        <a:extLst>
                          <a:ext uri="{FF2B5EF4-FFF2-40B4-BE49-F238E27FC236}">
                            <a16:creationId xmlns:a16="http://schemas.microsoft.com/office/drawing/2014/main" id="{5DFE0437-7A2F-BF97-30B4-76916C441C9D}"/>
                          </a:ext>
                        </a:extLst>
                      </p:cNvPr>
                      <p:cNvSpPr txBox="1"/>
                      <p:nvPr/>
                    </p:nvSpPr>
                    <p:spPr>
                      <a:xfrm flipH="1">
                        <a:off x="1299085" y="1408540"/>
                        <a:ext cx="373613" cy="57084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2000" b="0" i="0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de-DE" sz="2000" b="0" i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de-DE" sz="2000" dirty="0"/>
                      </a:p>
                    </p:txBody>
                  </p:sp>
                </mc:Choice>
                <mc:Fallback xmlns="">
                  <p:sp>
                    <p:nvSpPr>
                      <p:cNvPr id="30" name="Textfeld 29">
                        <a:extLst>
                          <a:ext uri="{FF2B5EF4-FFF2-40B4-BE49-F238E27FC236}">
                            <a16:creationId xmlns:a16="http://schemas.microsoft.com/office/drawing/2014/main" id="{5DFE0437-7A2F-BF97-30B4-76916C441C9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flipH="1">
                        <a:off x="1299085" y="1408540"/>
                        <a:ext cx="373613" cy="570847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r="-46512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21" name="Gruppieren 20">
                  <a:extLst>
                    <a:ext uri="{FF2B5EF4-FFF2-40B4-BE49-F238E27FC236}">
                      <a16:creationId xmlns:a16="http://schemas.microsoft.com/office/drawing/2014/main" id="{F9AB7CFD-9BF0-262D-D643-5CDD911CAD15}"/>
                    </a:ext>
                  </a:extLst>
                </p:cNvPr>
                <p:cNvGrpSpPr/>
                <p:nvPr/>
              </p:nvGrpSpPr>
              <p:grpSpPr>
                <a:xfrm>
                  <a:off x="4539999" y="2270649"/>
                  <a:ext cx="173762" cy="173182"/>
                  <a:chOff x="1967139" y="1198419"/>
                  <a:chExt cx="173762" cy="173182"/>
                </a:xfrm>
              </p:grpSpPr>
              <p:sp>
                <p:nvSpPr>
                  <p:cNvPr id="18" name="Ellipse 17">
                    <a:extLst>
                      <a:ext uri="{FF2B5EF4-FFF2-40B4-BE49-F238E27FC236}">
                        <a16:creationId xmlns:a16="http://schemas.microsoft.com/office/drawing/2014/main" id="{816AA749-D1B4-4BAB-664D-0E782B7F2514}"/>
                      </a:ext>
                    </a:extLst>
                  </p:cNvPr>
                  <p:cNvSpPr/>
                  <p:nvPr/>
                </p:nvSpPr>
                <p:spPr>
                  <a:xfrm>
                    <a:off x="1967139" y="1198419"/>
                    <a:ext cx="173762" cy="173182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/>
                  </a:p>
                </p:txBody>
              </p:sp>
              <p:sp>
                <p:nvSpPr>
                  <p:cNvPr id="20" name="Ellipse 19">
                    <a:extLst>
                      <a:ext uri="{FF2B5EF4-FFF2-40B4-BE49-F238E27FC236}">
                        <a16:creationId xmlns:a16="http://schemas.microsoft.com/office/drawing/2014/main" id="{D6E5F696-D815-56C0-A485-FB54CA8505F7}"/>
                      </a:ext>
                    </a:extLst>
                  </p:cNvPr>
                  <p:cNvSpPr/>
                  <p:nvPr/>
                </p:nvSpPr>
                <p:spPr>
                  <a:xfrm>
                    <a:off x="2031084" y="1262151"/>
                    <a:ext cx="45872" cy="45719"/>
                  </a:xfrm>
                  <a:prstGeom prst="ellipse">
                    <a:avLst/>
                  </a:prstGeom>
                  <a:solidFill>
                    <a:srgbClr val="0070C0"/>
                  </a:solidFill>
                  <a:ln w="3175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/>
                  </a:p>
                </p:txBody>
              </p:sp>
            </p:grpSp>
          </p:grpSp>
          <p:grpSp>
            <p:nvGrpSpPr>
              <p:cNvPr id="36" name="Gruppieren 35">
                <a:extLst>
                  <a:ext uri="{FF2B5EF4-FFF2-40B4-BE49-F238E27FC236}">
                    <a16:creationId xmlns:a16="http://schemas.microsoft.com/office/drawing/2014/main" id="{771AEA7F-AF7C-B983-FBFD-32D34E643EB0}"/>
                  </a:ext>
                </a:extLst>
              </p:cNvPr>
              <p:cNvGrpSpPr/>
              <p:nvPr/>
            </p:nvGrpSpPr>
            <p:grpSpPr>
              <a:xfrm rot="16200000">
                <a:off x="2511760" y="3831509"/>
                <a:ext cx="1418082" cy="1346106"/>
                <a:chOff x="3593010" y="1358564"/>
                <a:chExt cx="1418082" cy="1346106"/>
              </a:xfrm>
            </p:grpSpPr>
            <p:grpSp>
              <p:nvGrpSpPr>
                <p:cNvPr id="37" name="Gruppieren 36">
                  <a:extLst>
                    <a:ext uri="{FF2B5EF4-FFF2-40B4-BE49-F238E27FC236}">
                      <a16:creationId xmlns:a16="http://schemas.microsoft.com/office/drawing/2014/main" id="{C64B879D-4940-D8A3-BF54-A9A8E5A17BFD}"/>
                    </a:ext>
                  </a:extLst>
                </p:cNvPr>
                <p:cNvGrpSpPr/>
                <p:nvPr/>
              </p:nvGrpSpPr>
              <p:grpSpPr>
                <a:xfrm>
                  <a:off x="3593010" y="1358564"/>
                  <a:ext cx="1418082" cy="1346106"/>
                  <a:chOff x="1207847" y="241951"/>
                  <a:chExt cx="2023214" cy="1920524"/>
                </a:xfrm>
              </p:grpSpPr>
              <p:cxnSp>
                <p:nvCxnSpPr>
                  <p:cNvPr id="41" name="Gerade Verbindung mit Pfeil 40">
                    <a:extLst>
                      <a:ext uri="{FF2B5EF4-FFF2-40B4-BE49-F238E27FC236}">
                        <a16:creationId xmlns:a16="http://schemas.microsoft.com/office/drawing/2014/main" id="{E78F1514-CB69-27C6-4A04-4F1CD865236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82727" y="757963"/>
                    <a:ext cx="1" cy="936000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Gerade Verbindung mit Pfeil 41">
                    <a:extLst>
                      <a:ext uri="{FF2B5EF4-FFF2-40B4-BE49-F238E27FC236}">
                        <a16:creationId xmlns:a16="http://schemas.microsoft.com/office/drawing/2014/main" id="{3F298B9A-D931-5BF4-5D2D-3078C29251C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735444" y="1676211"/>
                    <a:ext cx="936001" cy="0"/>
                  </a:xfrm>
                  <a:prstGeom prst="straightConnector1">
                    <a:avLst/>
                  </a:prstGeom>
                  <a:ln w="38100">
                    <a:solidFill>
                      <a:schemeClr val="accent6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3" name="Textfeld 42">
                        <a:extLst>
                          <a:ext uri="{FF2B5EF4-FFF2-40B4-BE49-F238E27FC236}">
                            <a16:creationId xmlns:a16="http://schemas.microsoft.com/office/drawing/2014/main" id="{D031A473-41F6-6037-8558-AA2A5264C244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5400000" flipH="1">
                        <a:off x="2431968" y="185497"/>
                        <a:ext cx="457939" cy="57084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2000" i="0" dirty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de-DE" sz="20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de-DE" sz="2000" dirty="0"/>
                      </a:p>
                    </p:txBody>
                  </p:sp>
                </mc:Choice>
                <mc:Fallback xmlns="">
                  <p:sp>
                    <p:nvSpPr>
                      <p:cNvPr id="43" name="Textfeld 42">
                        <a:extLst>
                          <a:ext uri="{FF2B5EF4-FFF2-40B4-BE49-F238E27FC236}">
                            <a16:creationId xmlns:a16="http://schemas.microsoft.com/office/drawing/2014/main" id="{D031A473-41F6-6037-8558-AA2A5264C24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5400000" flipH="1">
                        <a:off x="2431968" y="185497"/>
                        <a:ext cx="457939" cy="570847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r="-28302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4" name="Textfeld 43">
                        <a:extLst>
                          <a:ext uri="{FF2B5EF4-FFF2-40B4-BE49-F238E27FC236}">
                            <a16:creationId xmlns:a16="http://schemas.microsoft.com/office/drawing/2014/main" id="{33B4C3DE-EE07-64FA-2F86-C2ED27E99611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5400000" flipH="1">
                        <a:off x="2657179" y="1588593"/>
                        <a:ext cx="576917" cy="57084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2000" dirty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de-DE" sz="2000" b="0" i="0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de-DE" sz="2000" dirty="0"/>
                      </a:p>
                    </p:txBody>
                  </p:sp>
                </mc:Choice>
                <mc:Fallback xmlns="">
                  <p:sp>
                    <p:nvSpPr>
                      <p:cNvPr id="44" name="Textfeld 43">
                        <a:extLst>
                          <a:ext uri="{FF2B5EF4-FFF2-40B4-BE49-F238E27FC236}">
                            <a16:creationId xmlns:a16="http://schemas.microsoft.com/office/drawing/2014/main" id="{33B4C3DE-EE07-64FA-2F86-C2ED27E9961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5400000" flipH="1">
                        <a:off x="2657179" y="1588593"/>
                        <a:ext cx="576917" cy="570847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b="-1538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5" name="Textfeld 44">
                        <a:extLst>
                          <a:ext uri="{FF2B5EF4-FFF2-40B4-BE49-F238E27FC236}">
                            <a16:creationId xmlns:a16="http://schemas.microsoft.com/office/drawing/2014/main" id="{D559ECCF-A9E0-8CAA-6BCB-522700AE0BBF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5400000" flipH="1">
                        <a:off x="1306465" y="1323945"/>
                        <a:ext cx="373612" cy="57084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2000" b="0" i="0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de-DE" sz="2000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de-DE" sz="2000" dirty="0"/>
                      </a:p>
                    </p:txBody>
                  </p:sp>
                </mc:Choice>
                <mc:Fallback xmlns="">
                  <p:sp>
                    <p:nvSpPr>
                      <p:cNvPr id="45" name="Textfeld 44">
                        <a:extLst>
                          <a:ext uri="{FF2B5EF4-FFF2-40B4-BE49-F238E27FC236}">
                            <a16:creationId xmlns:a16="http://schemas.microsoft.com/office/drawing/2014/main" id="{D559ECCF-A9E0-8CAA-6BCB-522700AE0BB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5400000" flipH="1">
                        <a:off x="1306465" y="1323945"/>
                        <a:ext cx="373612" cy="570847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 r="-48837" b="-1538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38" name="Gruppieren 37">
                  <a:extLst>
                    <a:ext uri="{FF2B5EF4-FFF2-40B4-BE49-F238E27FC236}">
                      <a16:creationId xmlns:a16="http://schemas.microsoft.com/office/drawing/2014/main" id="{34265878-E234-CF8F-CB5F-8E4A672D5FD8}"/>
                    </a:ext>
                  </a:extLst>
                </p:cNvPr>
                <p:cNvGrpSpPr/>
                <p:nvPr/>
              </p:nvGrpSpPr>
              <p:grpSpPr>
                <a:xfrm>
                  <a:off x="4539999" y="2270649"/>
                  <a:ext cx="173762" cy="173182"/>
                  <a:chOff x="1967139" y="1198419"/>
                  <a:chExt cx="173762" cy="173182"/>
                </a:xfrm>
              </p:grpSpPr>
              <p:sp>
                <p:nvSpPr>
                  <p:cNvPr id="39" name="Ellipse 38">
                    <a:extLst>
                      <a:ext uri="{FF2B5EF4-FFF2-40B4-BE49-F238E27FC236}">
                        <a16:creationId xmlns:a16="http://schemas.microsoft.com/office/drawing/2014/main" id="{935152A9-7483-E6B7-61F7-ED409F06E55C}"/>
                      </a:ext>
                    </a:extLst>
                  </p:cNvPr>
                  <p:cNvSpPr/>
                  <p:nvPr/>
                </p:nvSpPr>
                <p:spPr>
                  <a:xfrm>
                    <a:off x="1967139" y="1198419"/>
                    <a:ext cx="173762" cy="173182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/>
                  </a:p>
                </p:txBody>
              </p:sp>
              <p:sp>
                <p:nvSpPr>
                  <p:cNvPr id="40" name="Ellipse 39">
                    <a:extLst>
                      <a:ext uri="{FF2B5EF4-FFF2-40B4-BE49-F238E27FC236}">
                        <a16:creationId xmlns:a16="http://schemas.microsoft.com/office/drawing/2014/main" id="{D8E10175-C3D4-1752-97A5-0A6935CDA764}"/>
                      </a:ext>
                    </a:extLst>
                  </p:cNvPr>
                  <p:cNvSpPr/>
                  <p:nvPr/>
                </p:nvSpPr>
                <p:spPr>
                  <a:xfrm>
                    <a:off x="2031084" y="1262150"/>
                    <a:ext cx="45872" cy="45719"/>
                  </a:xfrm>
                  <a:prstGeom prst="ellipse">
                    <a:avLst/>
                  </a:prstGeom>
                  <a:solidFill>
                    <a:srgbClr val="0070C0"/>
                  </a:solidFill>
                  <a:ln w="3175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/>
                  </a:p>
                </p:txBody>
              </p:sp>
            </p:grpSp>
          </p:grpSp>
          <p:grpSp>
            <p:nvGrpSpPr>
              <p:cNvPr id="71" name="Gruppieren 70">
                <a:extLst>
                  <a:ext uri="{FF2B5EF4-FFF2-40B4-BE49-F238E27FC236}">
                    <a16:creationId xmlns:a16="http://schemas.microsoft.com/office/drawing/2014/main" id="{29FFDD4F-B4F6-E08E-7ED5-33F2144B15D0}"/>
                  </a:ext>
                </a:extLst>
              </p:cNvPr>
              <p:cNvGrpSpPr/>
              <p:nvPr/>
            </p:nvGrpSpPr>
            <p:grpSpPr>
              <a:xfrm>
                <a:off x="3832896" y="6868730"/>
                <a:ext cx="1358003" cy="1139506"/>
                <a:chOff x="3440391" y="7178337"/>
                <a:chExt cx="1358003" cy="1139506"/>
              </a:xfrm>
            </p:grpSpPr>
            <p:grpSp>
              <p:nvGrpSpPr>
                <p:cNvPr id="60" name="Gruppieren 59">
                  <a:extLst>
                    <a:ext uri="{FF2B5EF4-FFF2-40B4-BE49-F238E27FC236}">
                      <a16:creationId xmlns:a16="http://schemas.microsoft.com/office/drawing/2014/main" id="{0FBF2570-63A4-3055-D760-837C515B44E7}"/>
                    </a:ext>
                  </a:extLst>
                </p:cNvPr>
                <p:cNvGrpSpPr/>
                <p:nvPr/>
              </p:nvGrpSpPr>
              <p:grpSpPr>
                <a:xfrm>
                  <a:off x="3440391" y="7178337"/>
                  <a:ext cx="1358003" cy="1139506"/>
                  <a:chOff x="1861018" y="766486"/>
                  <a:chExt cx="1358003" cy="1139506"/>
                </a:xfrm>
              </p:grpSpPr>
              <p:cxnSp>
                <p:nvCxnSpPr>
                  <p:cNvPr id="61" name="Gerade Verbindung mit Pfeil 60">
                    <a:extLst>
                      <a:ext uri="{FF2B5EF4-FFF2-40B4-BE49-F238E27FC236}">
                        <a16:creationId xmlns:a16="http://schemas.microsoft.com/office/drawing/2014/main" id="{72D360DD-A453-3813-90E3-1912816633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82727" y="1159938"/>
                    <a:ext cx="0" cy="534025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Gerade Verbindung mit Pfeil 61">
                    <a:extLst>
                      <a:ext uri="{FF2B5EF4-FFF2-40B4-BE49-F238E27FC236}">
                        <a16:creationId xmlns:a16="http://schemas.microsoft.com/office/drawing/2014/main" id="{2B1A534A-53BE-A330-8016-11E6DA54E8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150470" y="1676211"/>
                    <a:ext cx="520974" cy="0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3" name="Textfeld 62">
                        <a:extLst>
                          <a:ext uri="{FF2B5EF4-FFF2-40B4-BE49-F238E27FC236}">
                            <a16:creationId xmlns:a16="http://schemas.microsoft.com/office/drawing/2014/main" id="{4E7DB39A-B3D0-6A6C-24FD-DDD18C17A24E}"/>
                          </a:ext>
                        </a:extLst>
                      </p:cNvPr>
                      <p:cNvSpPr txBox="1"/>
                      <p:nvPr/>
                    </p:nvSpPr>
                    <p:spPr>
                      <a:xfrm flipH="1">
                        <a:off x="2430455" y="766486"/>
                        <a:ext cx="457939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2000" b="0" i="0" dirty="0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de-DE" sz="2000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de-DE" sz="2000" dirty="0"/>
                      </a:p>
                    </p:txBody>
                  </p:sp>
                </mc:Choice>
                <mc:Fallback xmlns="">
                  <p:sp>
                    <p:nvSpPr>
                      <p:cNvPr id="63" name="Textfeld 62">
                        <a:extLst>
                          <a:ext uri="{FF2B5EF4-FFF2-40B4-BE49-F238E27FC236}">
                            <a16:creationId xmlns:a16="http://schemas.microsoft.com/office/drawing/2014/main" id="{4E7DB39A-B3D0-6A6C-24FD-DDD18C17A24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flipH="1">
                        <a:off x="2430455" y="766486"/>
                        <a:ext cx="457939" cy="400110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 b="-1538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4" name="Textfeld 63">
                        <a:extLst>
                          <a:ext uri="{FF2B5EF4-FFF2-40B4-BE49-F238E27FC236}">
                            <a16:creationId xmlns:a16="http://schemas.microsoft.com/office/drawing/2014/main" id="{9DE7C3BE-4280-A345-6527-5B5646EBFD98}"/>
                          </a:ext>
                        </a:extLst>
                      </p:cNvPr>
                      <p:cNvSpPr txBox="1"/>
                      <p:nvPr/>
                    </p:nvSpPr>
                    <p:spPr>
                      <a:xfrm flipH="1">
                        <a:off x="2642105" y="1305827"/>
                        <a:ext cx="57691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2000" b="0" i="0" dirty="0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de-DE" sz="2000" b="0" i="0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de-DE" sz="2000" dirty="0"/>
                      </a:p>
                    </p:txBody>
                  </p:sp>
                </mc:Choice>
                <mc:Fallback xmlns="">
                  <p:sp>
                    <p:nvSpPr>
                      <p:cNvPr id="64" name="Textfeld 63">
                        <a:extLst>
                          <a:ext uri="{FF2B5EF4-FFF2-40B4-BE49-F238E27FC236}">
                            <a16:creationId xmlns:a16="http://schemas.microsoft.com/office/drawing/2014/main" id="{9DE7C3BE-4280-A345-6527-5B5646EBFD98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flipH="1">
                        <a:off x="2642105" y="1305827"/>
                        <a:ext cx="576916" cy="400110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5" name="Textfeld 64">
                        <a:extLst>
                          <a:ext uri="{FF2B5EF4-FFF2-40B4-BE49-F238E27FC236}">
                            <a16:creationId xmlns:a16="http://schemas.microsoft.com/office/drawing/2014/main" id="{C0C4FBE6-3B38-BBC1-B92F-F979C667285F}"/>
                          </a:ext>
                        </a:extLst>
                      </p:cNvPr>
                      <p:cNvSpPr txBox="1"/>
                      <p:nvPr/>
                    </p:nvSpPr>
                    <p:spPr>
                      <a:xfrm flipH="1">
                        <a:off x="1861018" y="1505882"/>
                        <a:ext cx="373613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2000" b="0" i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de-DE" sz="2000" b="0" i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de-DE" sz="2000" dirty="0"/>
                      </a:p>
                    </p:txBody>
                  </p:sp>
                </mc:Choice>
                <mc:Fallback xmlns="">
                  <p:sp>
                    <p:nvSpPr>
                      <p:cNvPr id="65" name="Textfeld 64">
                        <a:extLst>
                          <a:ext uri="{FF2B5EF4-FFF2-40B4-BE49-F238E27FC236}">
                            <a16:creationId xmlns:a16="http://schemas.microsoft.com/office/drawing/2014/main" id="{C0C4FBE6-3B38-BBC1-B92F-F979C667285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flipH="1">
                        <a:off x="1861018" y="1505882"/>
                        <a:ext cx="373613" cy="400110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 r="-11475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32" name="Gruppieren 31">
                  <a:extLst>
                    <a:ext uri="{FF2B5EF4-FFF2-40B4-BE49-F238E27FC236}">
                      <a16:creationId xmlns:a16="http://schemas.microsoft.com/office/drawing/2014/main" id="{766223E9-71CC-F016-70A1-8B436D6F4F33}"/>
                    </a:ext>
                  </a:extLst>
                </p:cNvPr>
                <p:cNvGrpSpPr/>
                <p:nvPr/>
              </p:nvGrpSpPr>
              <p:grpSpPr>
                <a:xfrm>
                  <a:off x="4175219" y="8001471"/>
                  <a:ext cx="173762" cy="173182"/>
                  <a:chOff x="1967139" y="1198419"/>
                  <a:chExt cx="173762" cy="173182"/>
                </a:xfrm>
              </p:grpSpPr>
              <p:sp>
                <p:nvSpPr>
                  <p:cNvPr id="33" name="Ellipse 32">
                    <a:extLst>
                      <a:ext uri="{FF2B5EF4-FFF2-40B4-BE49-F238E27FC236}">
                        <a16:creationId xmlns:a16="http://schemas.microsoft.com/office/drawing/2014/main" id="{2D4738F3-2A47-2D31-CE01-1BF8CA617401}"/>
                      </a:ext>
                    </a:extLst>
                  </p:cNvPr>
                  <p:cNvSpPr/>
                  <p:nvPr/>
                </p:nvSpPr>
                <p:spPr>
                  <a:xfrm>
                    <a:off x="1967139" y="1198419"/>
                    <a:ext cx="173762" cy="173182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 dirty="0"/>
                  </a:p>
                </p:txBody>
              </p:sp>
              <p:sp>
                <p:nvSpPr>
                  <p:cNvPr id="34" name="Ellipse 33">
                    <a:extLst>
                      <a:ext uri="{FF2B5EF4-FFF2-40B4-BE49-F238E27FC236}">
                        <a16:creationId xmlns:a16="http://schemas.microsoft.com/office/drawing/2014/main" id="{7ACDC369-32EB-A6F4-11D9-4479803C11A3}"/>
                      </a:ext>
                    </a:extLst>
                  </p:cNvPr>
                  <p:cNvSpPr/>
                  <p:nvPr/>
                </p:nvSpPr>
                <p:spPr>
                  <a:xfrm>
                    <a:off x="2031084" y="1262151"/>
                    <a:ext cx="45872" cy="45719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3175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/>
                  </a:p>
                </p:txBody>
              </p:sp>
            </p:grpSp>
          </p:grpSp>
          <p:grpSp>
            <p:nvGrpSpPr>
              <p:cNvPr id="87" name="Gruppieren 86">
                <a:extLst>
                  <a:ext uri="{FF2B5EF4-FFF2-40B4-BE49-F238E27FC236}">
                    <a16:creationId xmlns:a16="http://schemas.microsoft.com/office/drawing/2014/main" id="{75BD34F5-870C-3E1F-6A7A-A5E6D1347924}"/>
                  </a:ext>
                </a:extLst>
              </p:cNvPr>
              <p:cNvGrpSpPr/>
              <p:nvPr/>
            </p:nvGrpSpPr>
            <p:grpSpPr>
              <a:xfrm>
                <a:off x="4136269" y="8275217"/>
                <a:ext cx="1113622" cy="991434"/>
                <a:chOff x="3732481" y="8208715"/>
                <a:chExt cx="1113622" cy="991434"/>
              </a:xfrm>
            </p:grpSpPr>
            <p:grpSp>
              <p:nvGrpSpPr>
                <p:cNvPr id="73" name="Gruppieren 72">
                  <a:extLst>
                    <a:ext uri="{FF2B5EF4-FFF2-40B4-BE49-F238E27FC236}">
                      <a16:creationId xmlns:a16="http://schemas.microsoft.com/office/drawing/2014/main" id="{7F9EA6EB-E815-01EB-F7EB-8DEC4554A238}"/>
                    </a:ext>
                  </a:extLst>
                </p:cNvPr>
                <p:cNvGrpSpPr/>
                <p:nvPr/>
              </p:nvGrpSpPr>
              <p:grpSpPr>
                <a:xfrm>
                  <a:off x="3732481" y="8208715"/>
                  <a:ext cx="1113622" cy="991434"/>
                  <a:chOff x="3735905" y="7456136"/>
                  <a:chExt cx="1113622" cy="991434"/>
                </a:xfrm>
              </p:grpSpPr>
              <p:grpSp>
                <p:nvGrpSpPr>
                  <p:cNvPr id="74" name="Gruppieren 73">
                    <a:extLst>
                      <a:ext uri="{FF2B5EF4-FFF2-40B4-BE49-F238E27FC236}">
                        <a16:creationId xmlns:a16="http://schemas.microsoft.com/office/drawing/2014/main" id="{CF37B7CA-04DC-2263-BDE9-35805C983E34}"/>
                      </a:ext>
                    </a:extLst>
                  </p:cNvPr>
                  <p:cNvGrpSpPr/>
                  <p:nvPr/>
                </p:nvGrpSpPr>
                <p:grpSpPr>
                  <a:xfrm>
                    <a:off x="3735905" y="7456136"/>
                    <a:ext cx="1113622" cy="991434"/>
                    <a:chOff x="2156532" y="1044285"/>
                    <a:chExt cx="1113622" cy="991434"/>
                  </a:xfrm>
                </p:grpSpPr>
                <p:cxnSp>
                  <p:nvCxnSpPr>
                    <p:cNvPr id="78" name="Gerade Verbindung mit Pfeil 77">
                      <a:extLst>
                        <a:ext uri="{FF2B5EF4-FFF2-40B4-BE49-F238E27FC236}">
                          <a16:creationId xmlns:a16="http://schemas.microsoft.com/office/drawing/2014/main" id="{1ED4A60B-10B4-7556-5A47-E42AA46C5AD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682727" y="1044285"/>
                      <a:ext cx="0" cy="649678"/>
                    </a:xfrm>
                    <a:prstGeom prst="straightConnector1">
                      <a:avLst/>
                    </a:prstGeom>
                    <a:ln w="38100">
                      <a:solidFill>
                        <a:srgbClr val="0070C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" name="Gerade Verbindung mit Pfeil 78">
                      <a:extLst>
                        <a:ext uri="{FF2B5EF4-FFF2-40B4-BE49-F238E27FC236}">
                          <a16:creationId xmlns:a16="http://schemas.microsoft.com/office/drawing/2014/main" id="{8471518D-D54A-0270-9F93-916F7694660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671444" y="1676211"/>
                      <a:ext cx="528712" cy="0"/>
                    </a:xfrm>
                    <a:prstGeom prst="straightConnector1">
                      <a:avLst/>
                    </a:prstGeom>
                    <a:ln w="38100">
                      <a:solidFill>
                        <a:srgbClr val="FF000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80" name="Textfeld 79">
                          <a:extLst>
                            <a:ext uri="{FF2B5EF4-FFF2-40B4-BE49-F238E27FC236}">
                              <a16:creationId xmlns:a16="http://schemas.microsoft.com/office/drawing/2014/main" id="{891AC78A-91D4-9463-FAB2-F6B9B05566A1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 flipH="1">
                          <a:off x="2624066" y="1181058"/>
                          <a:ext cx="457939" cy="40011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DE" sz="2000" b="0" i="0" dirty="0" smtClean="0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DE" sz="2000" b="0" i="0" dirty="0" smtClean="0">
                                        <a:latin typeface="Cambria Math" panose="02040503050406030204" pitchFamily="18" charset="0"/>
                                      </a:rPr>
                                      <m:t>Base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2000" dirty="0"/>
                        </a:p>
                      </p:txBody>
                    </p:sp>
                  </mc:Choice>
                  <mc:Fallback xmlns="">
                    <p:sp>
                      <p:nvSpPr>
                        <p:cNvPr id="80" name="Textfeld 79">
                          <a:extLst>
                            <a:ext uri="{FF2B5EF4-FFF2-40B4-BE49-F238E27FC236}">
                              <a16:creationId xmlns:a16="http://schemas.microsoft.com/office/drawing/2014/main" id="{891AC78A-91D4-9463-FAB2-F6B9B05566A1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 flipH="1">
                          <a:off x="2624066" y="1181058"/>
                          <a:ext cx="457939" cy="400110"/>
                        </a:xfrm>
                        <a:prstGeom prst="rect">
                          <a:avLst/>
                        </a:prstGeom>
                        <a:blipFill>
                          <a:blip r:embed="rId11"/>
                          <a:stretch>
                            <a:fillRect r="-58667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81" name="Textfeld 80">
                          <a:extLst>
                            <a:ext uri="{FF2B5EF4-FFF2-40B4-BE49-F238E27FC236}">
                              <a16:creationId xmlns:a16="http://schemas.microsoft.com/office/drawing/2014/main" id="{4F7E3D2E-F356-8855-0A68-755EF908A4B1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 flipH="1">
                          <a:off x="2156532" y="1633748"/>
                          <a:ext cx="576916" cy="40011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DE" sz="2000" b="0" i="0" dirty="0" smtClean="0">
                                        <a:latin typeface="Cambria Math" panose="02040503050406030204" pitchFamily="18" charset="0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DE" sz="2000" b="0" i="0" dirty="0" smtClean="0">
                                        <a:latin typeface="Cambria Math" panose="02040503050406030204" pitchFamily="18" charset="0"/>
                                      </a:rPr>
                                      <m:t>Base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2000" dirty="0"/>
                        </a:p>
                      </p:txBody>
                    </p:sp>
                  </mc:Choice>
                  <mc:Fallback xmlns="">
                    <p:sp>
                      <p:nvSpPr>
                        <p:cNvPr id="81" name="Textfeld 80">
                          <a:extLst>
                            <a:ext uri="{FF2B5EF4-FFF2-40B4-BE49-F238E27FC236}">
                              <a16:creationId xmlns:a16="http://schemas.microsoft.com/office/drawing/2014/main" id="{4F7E3D2E-F356-8855-0A68-755EF908A4B1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 flipH="1">
                          <a:off x="2156532" y="1633748"/>
                          <a:ext cx="576916" cy="400110"/>
                        </a:xfrm>
                        <a:prstGeom prst="rect">
                          <a:avLst/>
                        </a:prstGeom>
                        <a:blipFill>
                          <a:blip r:embed="rId12"/>
                          <a:stretch>
                            <a:fillRect r="-24468" b="-1515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82" name="Textfeld 81">
                          <a:extLst>
                            <a:ext uri="{FF2B5EF4-FFF2-40B4-BE49-F238E27FC236}">
                              <a16:creationId xmlns:a16="http://schemas.microsoft.com/office/drawing/2014/main" id="{F3F573DB-0C64-DCAE-E7BD-6550D14F2B08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 flipH="1">
                          <a:off x="2896541" y="1635609"/>
                          <a:ext cx="373613" cy="40011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DE" sz="200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DE" sz="2000" b="0" i="0" smtClean="0">
                                        <a:latin typeface="Cambria Math" panose="02040503050406030204" pitchFamily="18" charset="0"/>
                                      </a:rPr>
                                      <m:t>Base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2000" dirty="0"/>
                        </a:p>
                      </p:txBody>
                    </p:sp>
                  </mc:Choice>
                  <mc:Fallback xmlns="">
                    <p:sp>
                      <p:nvSpPr>
                        <p:cNvPr id="82" name="Textfeld 81">
                          <a:extLst>
                            <a:ext uri="{FF2B5EF4-FFF2-40B4-BE49-F238E27FC236}">
                              <a16:creationId xmlns:a16="http://schemas.microsoft.com/office/drawing/2014/main" id="{F3F573DB-0C64-DCAE-E7BD-6550D14F2B08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 flipH="1">
                          <a:off x="2896541" y="1635609"/>
                          <a:ext cx="373613" cy="400110"/>
                        </a:xfrm>
                        <a:prstGeom prst="rect">
                          <a:avLst/>
                        </a:prstGeom>
                        <a:blipFill>
                          <a:blip r:embed="rId13"/>
                          <a:stretch>
                            <a:fillRect r="-98361" b="-1515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76" name="Ellipse 75">
                    <a:extLst>
                      <a:ext uri="{FF2B5EF4-FFF2-40B4-BE49-F238E27FC236}">
                        <a16:creationId xmlns:a16="http://schemas.microsoft.com/office/drawing/2014/main" id="{F7DECB86-0A80-6956-77E1-106725586F65}"/>
                      </a:ext>
                    </a:extLst>
                  </p:cNvPr>
                  <p:cNvSpPr/>
                  <p:nvPr/>
                </p:nvSpPr>
                <p:spPr>
                  <a:xfrm>
                    <a:off x="4175219" y="8001471"/>
                    <a:ext cx="173762" cy="173182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 dirty="0"/>
                  </a:p>
                </p:txBody>
              </p:sp>
            </p:grpSp>
            <p:sp>
              <p:nvSpPr>
                <p:cNvPr id="86" name="Kreuz 85">
                  <a:extLst>
                    <a:ext uri="{FF2B5EF4-FFF2-40B4-BE49-F238E27FC236}">
                      <a16:creationId xmlns:a16="http://schemas.microsoft.com/office/drawing/2014/main" id="{EC439F02-13FC-4595-E9A9-5011979A807E}"/>
                    </a:ext>
                  </a:extLst>
                </p:cNvPr>
                <p:cNvSpPr/>
                <p:nvPr/>
              </p:nvSpPr>
              <p:spPr>
                <a:xfrm rot="2700000">
                  <a:off x="4168685" y="8747944"/>
                  <a:ext cx="173762" cy="173762"/>
                </a:xfrm>
                <a:prstGeom prst="plus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</p:grpSp>
          <p:grpSp>
            <p:nvGrpSpPr>
              <p:cNvPr id="98" name="Gruppieren 97">
                <a:extLst>
                  <a:ext uri="{FF2B5EF4-FFF2-40B4-BE49-F238E27FC236}">
                    <a16:creationId xmlns:a16="http://schemas.microsoft.com/office/drawing/2014/main" id="{8899E3D7-F4AC-47BD-F87B-06733661078A}"/>
                  </a:ext>
                </a:extLst>
              </p:cNvPr>
              <p:cNvGrpSpPr/>
              <p:nvPr/>
            </p:nvGrpSpPr>
            <p:grpSpPr>
              <a:xfrm rot="16200000">
                <a:off x="-91793" y="3825850"/>
                <a:ext cx="1289900" cy="1106314"/>
                <a:chOff x="3408032" y="7068339"/>
                <a:chExt cx="1289900" cy="1106314"/>
              </a:xfrm>
            </p:grpSpPr>
            <p:grpSp>
              <p:nvGrpSpPr>
                <p:cNvPr id="99" name="Gruppieren 98">
                  <a:extLst>
                    <a:ext uri="{FF2B5EF4-FFF2-40B4-BE49-F238E27FC236}">
                      <a16:creationId xmlns:a16="http://schemas.microsoft.com/office/drawing/2014/main" id="{24720CF1-782C-74A6-8A8B-17F1552BA14D}"/>
                    </a:ext>
                  </a:extLst>
                </p:cNvPr>
                <p:cNvGrpSpPr/>
                <p:nvPr/>
              </p:nvGrpSpPr>
              <p:grpSpPr>
                <a:xfrm>
                  <a:off x="3408032" y="7068339"/>
                  <a:ext cx="1289900" cy="1090300"/>
                  <a:chOff x="1828659" y="656488"/>
                  <a:chExt cx="1289900" cy="1090300"/>
                </a:xfrm>
              </p:grpSpPr>
              <p:cxnSp>
                <p:nvCxnSpPr>
                  <p:cNvPr id="103" name="Gerade Verbindung mit Pfeil 102">
                    <a:extLst>
                      <a:ext uri="{FF2B5EF4-FFF2-40B4-BE49-F238E27FC236}">
                        <a16:creationId xmlns:a16="http://schemas.microsoft.com/office/drawing/2014/main" id="{733092C3-C771-89C5-A478-E7051E16FF7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82727" y="1159938"/>
                    <a:ext cx="0" cy="534025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Gerade Verbindung mit Pfeil 103">
                    <a:extLst>
                      <a:ext uri="{FF2B5EF4-FFF2-40B4-BE49-F238E27FC236}">
                        <a16:creationId xmlns:a16="http://schemas.microsoft.com/office/drawing/2014/main" id="{03BAB34B-59F0-DA9C-7840-177B3CB8206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150470" y="1676211"/>
                    <a:ext cx="520974" cy="0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05" name="Textfeld 104">
                        <a:extLst>
                          <a:ext uri="{FF2B5EF4-FFF2-40B4-BE49-F238E27FC236}">
                            <a16:creationId xmlns:a16="http://schemas.microsoft.com/office/drawing/2014/main" id="{2B6FC2E2-A82E-B964-83DE-4B6A1B2D5A59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5400000" flipH="1">
                        <a:off x="2377410" y="685403"/>
                        <a:ext cx="457939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2000" b="0" i="0" dirty="0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de-DE" sz="2000" b="0" i="0" dirty="0" smtClean="0">
                                      <a:latin typeface="Cambria Math" panose="02040503050406030204" pitchFamily="18" charset="0"/>
                                    </a:rPr>
                                    <m:t>Tool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de-DE" sz="2000" dirty="0"/>
                      </a:p>
                    </p:txBody>
                  </p:sp>
                </mc:Choice>
                <mc:Fallback xmlns="">
                  <p:sp>
                    <p:nvSpPr>
                      <p:cNvPr id="105" name="Textfeld 104">
                        <a:extLst>
                          <a:ext uri="{FF2B5EF4-FFF2-40B4-BE49-F238E27FC236}">
                            <a16:creationId xmlns:a16="http://schemas.microsoft.com/office/drawing/2014/main" id="{2B6FC2E2-A82E-B964-83DE-4B6A1B2D5A5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5400000" flipH="1">
                        <a:off x="2377410" y="685403"/>
                        <a:ext cx="457939" cy="400110"/>
                      </a:xfrm>
                      <a:prstGeom prst="rect">
                        <a:avLst/>
                      </a:prstGeom>
                      <a:blipFill>
                        <a:blip r:embed="rId14"/>
                        <a:stretch>
                          <a:fillRect r="-53333" b="-307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06" name="Textfeld 105">
                        <a:extLst>
                          <a:ext uri="{FF2B5EF4-FFF2-40B4-BE49-F238E27FC236}">
                            <a16:creationId xmlns:a16="http://schemas.microsoft.com/office/drawing/2014/main" id="{EEDB899D-019D-2402-333B-C77857124BBD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5400000" flipH="1">
                        <a:off x="2630046" y="1096942"/>
                        <a:ext cx="57691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2000" b="0" i="0" dirty="0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de-DE" sz="2000" b="0" i="0" dirty="0" smtClean="0">
                                      <a:latin typeface="Cambria Math" panose="02040503050406030204" pitchFamily="18" charset="0"/>
                                    </a:rPr>
                                    <m:t>Tool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de-DE" sz="2000" dirty="0"/>
                      </a:p>
                    </p:txBody>
                  </p:sp>
                </mc:Choice>
                <mc:Fallback xmlns="">
                  <p:sp>
                    <p:nvSpPr>
                      <p:cNvPr id="106" name="Textfeld 105">
                        <a:extLst>
                          <a:ext uri="{FF2B5EF4-FFF2-40B4-BE49-F238E27FC236}">
                            <a16:creationId xmlns:a16="http://schemas.microsoft.com/office/drawing/2014/main" id="{EEDB899D-019D-2402-333B-C77857124BB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5400000" flipH="1">
                        <a:off x="2630046" y="1096942"/>
                        <a:ext cx="576916" cy="400110"/>
                      </a:xfrm>
                      <a:prstGeom prst="rect">
                        <a:avLst/>
                      </a:prstGeom>
                      <a:blipFill>
                        <a:blip r:embed="rId15"/>
                        <a:stretch>
                          <a:fillRect r="-21277" b="-307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07" name="Textfeld 106">
                        <a:extLst>
                          <a:ext uri="{FF2B5EF4-FFF2-40B4-BE49-F238E27FC236}">
                            <a16:creationId xmlns:a16="http://schemas.microsoft.com/office/drawing/2014/main" id="{E1275B7D-599E-B26D-4D5C-4A8FE7B6EE7D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5400000" flipH="1">
                        <a:off x="1841907" y="1359927"/>
                        <a:ext cx="373613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2000" b="0" i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de-DE" sz="2000" b="0" i="0" smtClean="0">
                                      <a:latin typeface="Cambria Math" panose="02040503050406030204" pitchFamily="18" charset="0"/>
                                    </a:rPr>
                                    <m:t>Tool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de-DE" sz="2000" dirty="0"/>
                      </a:p>
                    </p:txBody>
                  </p:sp>
                </mc:Choice>
                <mc:Fallback xmlns="">
                  <p:sp>
                    <p:nvSpPr>
                      <p:cNvPr id="107" name="Textfeld 106">
                        <a:extLst>
                          <a:ext uri="{FF2B5EF4-FFF2-40B4-BE49-F238E27FC236}">
                            <a16:creationId xmlns:a16="http://schemas.microsoft.com/office/drawing/2014/main" id="{E1275B7D-599E-B26D-4D5C-4A8FE7B6EE7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5400000" flipH="1">
                        <a:off x="1841907" y="1359927"/>
                        <a:ext cx="373613" cy="400110"/>
                      </a:xfrm>
                      <a:prstGeom prst="rect">
                        <a:avLst/>
                      </a:prstGeom>
                      <a:blipFill>
                        <a:blip r:embed="rId16"/>
                        <a:stretch>
                          <a:fillRect r="-93443" b="-307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100" name="Gruppieren 99">
                  <a:extLst>
                    <a:ext uri="{FF2B5EF4-FFF2-40B4-BE49-F238E27FC236}">
                      <a16:creationId xmlns:a16="http://schemas.microsoft.com/office/drawing/2014/main" id="{DF11837F-2978-B085-6B30-419D8413491A}"/>
                    </a:ext>
                  </a:extLst>
                </p:cNvPr>
                <p:cNvGrpSpPr/>
                <p:nvPr/>
              </p:nvGrpSpPr>
              <p:grpSpPr>
                <a:xfrm>
                  <a:off x="4175219" y="8001471"/>
                  <a:ext cx="173762" cy="173182"/>
                  <a:chOff x="1967139" y="1198419"/>
                  <a:chExt cx="173762" cy="173182"/>
                </a:xfrm>
              </p:grpSpPr>
              <p:sp>
                <p:nvSpPr>
                  <p:cNvPr id="101" name="Ellipse 100">
                    <a:extLst>
                      <a:ext uri="{FF2B5EF4-FFF2-40B4-BE49-F238E27FC236}">
                        <a16:creationId xmlns:a16="http://schemas.microsoft.com/office/drawing/2014/main" id="{DC3810B0-30D4-843C-B3A5-967AAA7AB627}"/>
                      </a:ext>
                    </a:extLst>
                  </p:cNvPr>
                  <p:cNvSpPr/>
                  <p:nvPr/>
                </p:nvSpPr>
                <p:spPr>
                  <a:xfrm>
                    <a:off x="1967139" y="1198419"/>
                    <a:ext cx="173762" cy="173182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 dirty="0"/>
                  </a:p>
                </p:txBody>
              </p:sp>
              <p:sp>
                <p:nvSpPr>
                  <p:cNvPr id="102" name="Ellipse 101">
                    <a:extLst>
                      <a:ext uri="{FF2B5EF4-FFF2-40B4-BE49-F238E27FC236}">
                        <a16:creationId xmlns:a16="http://schemas.microsoft.com/office/drawing/2014/main" id="{A59588A1-F95F-F4CC-61D7-8DFDAC75A584}"/>
                      </a:ext>
                    </a:extLst>
                  </p:cNvPr>
                  <p:cNvSpPr/>
                  <p:nvPr/>
                </p:nvSpPr>
                <p:spPr>
                  <a:xfrm>
                    <a:off x="2031084" y="1262151"/>
                    <a:ext cx="45872" cy="45719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3175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/>
                  </a:p>
                </p:txBody>
              </p:sp>
            </p:grpSp>
          </p:grpSp>
          <p:cxnSp>
            <p:nvCxnSpPr>
              <p:cNvPr id="108" name="Gerade Verbindung mit Pfeil 107">
                <a:extLst>
                  <a:ext uri="{FF2B5EF4-FFF2-40B4-BE49-F238E27FC236}">
                    <a16:creationId xmlns:a16="http://schemas.microsoft.com/office/drawing/2014/main" id="{7CC890CA-0026-24A3-C81F-5CA333860C3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67941" y="7801315"/>
                <a:ext cx="0" cy="1098925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" name="Gerade Verbindung mit Pfeil 109">
                <a:extLst>
                  <a:ext uri="{FF2B5EF4-FFF2-40B4-BE49-F238E27FC236}">
                    <a16:creationId xmlns:a16="http://schemas.microsoft.com/office/drawing/2014/main" id="{029F7F11-25FB-B910-0DD2-3792755672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31873" y="6395211"/>
                <a:ext cx="0" cy="1357844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" name="Gerade Verbindung mit Pfeil 110">
                <a:extLst>
                  <a:ext uri="{FF2B5EF4-FFF2-40B4-BE49-F238E27FC236}">
                    <a16:creationId xmlns:a16="http://schemas.microsoft.com/office/drawing/2014/main" id="{A6FB1D31-C716-857F-0C59-2DAB8BD1BC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61610" y="4173307"/>
                <a:ext cx="0" cy="2216961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Gerade Verbindung mit Pfeil 115">
                <a:extLst>
                  <a:ext uri="{FF2B5EF4-FFF2-40B4-BE49-F238E27FC236}">
                    <a16:creationId xmlns:a16="http://schemas.microsoft.com/office/drawing/2014/main" id="{F2614414-FBE9-31D5-10D2-ED3026AB92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38370" y="3367105"/>
                <a:ext cx="1606480" cy="0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8" name="Gerade Verbindung mit Pfeil 117">
                <a:extLst>
                  <a:ext uri="{FF2B5EF4-FFF2-40B4-BE49-F238E27FC236}">
                    <a16:creationId xmlns:a16="http://schemas.microsoft.com/office/drawing/2014/main" id="{B658931C-7F12-D58D-5537-0768A8C395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7480" y="3367105"/>
                <a:ext cx="900966" cy="0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" name="Gerader Verbinder 119">
                <a:extLst>
                  <a:ext uri="{FF2B5EF4-FFF2-40B4-BE49-F238E27FC236}">
                    <a16:creationId xmlns:a16="http://schemas.microsoft.com/office/drawing/2014/main" id="{D3AA2B21-2CCD-37E4-E4E1-3178F1A30EB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79893" y="8900240"/>
                <a:ext cx="1049639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Gerader Verbinder 123">
                <a:extLst>
                  <a:ext uri="{FF2B5EF4-FFF2-40B4-BE49-F238E27FC236}">
                    <a16:creationId xmlns:a16="http://schemas.microsoft.com/office/drawing/2014/main" id="{997B7FFC-52E2-8768-68F9-473CE024F338}"/>
                  </a:ext>
                </a:extLst>
              </p:cNvPr>
              <p:cNvCxnSpPr>
                <a:cxnSpLocks/>
                <a:endCxn id="33" idx="6"/>
              </p:cNvCxnSpPr>
              <p:nvPr/>
            </p:nvCxnSpPr>
            <p:spPr>
              <a:xfrm flipH="1">
                <a:off x="4741486" y="7778455"/>
                <a:ext cx="1488046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Gerader Verbinder 126">
                <a:extLst>
                  <a:ext uri="{FF2B5EF4-FFF2-40B4-BE49-F238E27FC236}">
                    <a16:creationId xmlns:a16="http://schemas.microsoft.com/office/drawing/2014/main" id="{5A8A19FF-1155-AB15-1FD8-14618933F0C2}"/>
                  </a:ext>
                </a:extLst>
              </p:cNvPr>
              <p:cNvCxnSpPr>
                <a:cxnSpLocks/>
                <a:endCxn id="18" idx="6"/>
              </p:cNvCxnSpPr>
              <p:nvPr/>
            </p:nvCxnSpPr>
            <p:spPr>
              <a:xfrm flipH="1">
                <a:off x="3649597" y="6390268"/>
                <a:ext cx="1973798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Gerader Verbinder 130">
                <a:extLst>
                  <a:ext uri="{FF2B5EF4-FFF2-40B4-BE49-F238E27FC236}">
                    <a16:creationId xmlns:a16="http://schemas.microsoft.com/office/drawing/2014/main" id="{AFB5A0AC-1452-CECF-0C28-F82C7BAEBC1B}"/>
                  </a:ext>
                </a:extLst>
              </p:cNvPr>
              <p:cNvCxnSpPr>
                <a:cxnSpLocks/>
                <a:endCxn id="39" idx="4"/>
              </p:cNvCxnSpPr>
              <p:nvPr/>
            </p:nvCxnSpPr>
            <p:spPr>
              <a:xfrm flipH="1">
                <a:off x="3633011" y="4179729"/>
                <a:ext cx="1328599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Gerader Verbinder 134">
                <a:extLst>
                  <a:ext uri="{FF2B5EF4-FFF2-40B4-BE49-F238E27FC236}">
                    <a16:creationId xmlns:a16="http://schemas.microsoft.com/office/drawing/2014/main" id="{5EAC1BFA-0021-C758-B63B-6F494FF4C15D}"/>
                  </a:ext>
                </a:extLst>
              </p:cNvPr>
              <p:cNvCxnSpPr>
                <a:cxnSpLocks/>
                <a:stCxn id="39" idx="6"/>
              </p:cNvCxnSpPr>
              <p:nvPr/>
            </p:nvCxnSpPr>
            <p:spPr>
              <a:xfrm flipV="1">
                <a:off x="3546420" y="3232794"/>
                <a:ext cx="0" cy="86005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8" name="Gruppieren 87">
                <a:extLst>
                  <a:ext uri="{FF2B5EF4-FFF2-40B4-BE49-F238E27FC236}">
                    <a16:creationId xmlns:a16="http://schemas.microsoft.com/office/drawing/2014/main" id="{6297ECC6-5E45-5D58-0F0E-741D1F09414B}"/>
                  </a:ext>
                </a:extLst>
              </p:cNvPr>
              <p:cNvGrpSpPr/>
              <p:nvPr/>
            </p:nvGrpSpPr>
            <p:grpSpPr>
              <a:xfrm>
                <a:off x="1116737" y="3471880"/>
                <a:ext cx="1327468" cy="918868"/>
                <a:chOff x="3440391" y="7398975"/>
                <a:chExt cx="1327468" cy="918868"/>
              </a:xfrm>
            </p:grpSpPr>
            <p:grpSp>
              <p:nvGrpSpPr>
                <p:cNvPr id="89" name="Gruppieren 88">
                  <a:extLst>
                    <a:ext uri="{FF2B5EF4-FFF2-40B4-BE49-F238E27FC236}">
                      <a16:creationId xmlns:a16="http://schemas.microsoft.com/office/drawing/2014/main" id="{E6AC44EA-E526-EBD8-D537-0EF1CC33DC65}"/>
                    </a:ext>
                  </a:extLst>
                </p:cNvPr>
                <p:cNvGrpSpPr/>
                <p:nvPr/>
              </p:nvGrpSpPr>
              <p:grpSpPr>
                <a:xfrm>
                  <a:off x="3440391" y="7398975"/>
                  <a:ext cx="1327468" cy="918868"/>
                  <a:chOff x="1861018" y="987124"/>
                  <a:chExt cx="1327468" cy="918868"/>
                </a:xfrm>
              </p:grpSpPr>
              <p:cxnSp>
                <p:nvCxnSpPr>
                  <p:cNvPr id="93" name="Gerade Verbindung mit Pfeil 92">
                    <a:extLst>
                      <a:ext uri="{FF2B5EF4-FFF2-40B4-BE49-F238E27FC236}">
                        <a16:creationId xmlns:a16="http://schemas.microsoft.com/office/drawing/2014/main" id="{0916D211-AAB7-48EF-17A3-F849789BA0D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82727" y="1159938"/>
                    <a:ext cx="0" cy="534025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Gerade Verbindung mit Pfeil 93">
                    <a:extLst>
                      <a:ext uri="{FF2B5EF4-FFF2-40B4-BE49-F238E27FC236}">
                        <a16:creationId xmlns:a16="http://schemas.microsoft.com/office/drawing/2014/main" id="{AB4095F2-9E00-1E6A-4913-D16C0595F90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150470" y="1676211"/>
                    <a:ext cx="520974" cy="0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5" name="Textfeld 94">
                        <a:extLst>
                          <a:ext uri="{FF2B5EF4-FFF2-40B4-BE49-F238E27FC236}">
                            <a16:creationId xmlns:a16="http://schemas.microsoft.com/office/drawing/2014/main" id="{0C9DFCE1-3421-F40D-D2EC-DA909907A7C3}"/>
                          </a:ext>
                        </a:extLst>
                      </p:cNvPr>
                      <p:cNvSpPr txBox="1"/>
                      <p:nvPr/>
                    </p:nvSpPr>
                    <p:spPr>
                      <a:xfrm flipH="1">
                        <a:off x="2717685" y="987124"/>
                        <a:ext cx="457939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2000" b="0" i="0" dirty="0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de-DE" sz="2000" b="0" i="0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de-DE" sz="2000" dirty="0"/>
                      </a:p>
                    </p:txBody>
                  </p:sp>
                </mc:Choice>
                <mc:Fallback xmlns="">
                  <p:sp>
                    <p:nvSpPr>
                      <p:cNvPr id="95" name="Textfeld 94">
                        <a:extLst>
                          <a:ext uri="{FF2B5EF4-FFF2-40B4-BE49-F238E27FC236}">
                            <a16:creationId xmlns:a16="http://schemas.microsoft.com/office/drawing/2014/main" id="{0C9DFCE1-3421-F40D-D2EC-DA909907A7C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flipH="1">
                        <a:off x="2717685" y="987124"/>
                        <a:ext cx="457939" cy="400110"/>
                      </a:xfrm>
                      <a:prstGeom prst="rect">
                        <a:avLst/>
                      </a:prstGeom>
                      <a:blipFill>
                        <a:blip r:embed="rId17"/>
                        <a:stretch>
                          <a:fillRect b="-1538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6" name="Textfeld 95">
                        <a:extLst>
                          <a:ext uri="{FF2B5EF4-FFF2-40B4-BE49-F238E27FC236}">
                            <a16:creationId xmlns:a16="http://schemas.microsoft.com/office/drawing/2014/main" id="{3252FFA9-09EF-4830-D6B1-DB2D858C12B5}"/>
                          </a:ext>
                        </a:extLst>
                      </p:cNvPr>
                      <p:cNvSpPr txBox="1"/>
                      <p:nvPr/>
                    </p:nvSpPr>
                    <p:spPr>
                      <a:xfrm flipH="1">
                        <a:off x="2611570" y="1434077"/>
                        <a:ext cx="57691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2000" b="0" i="0" dirty="0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de-DE" sz="2000" b="0" i="0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de-DE" sz="2000" dirty="0"/>
                      </a:p>
                    </p:txBody>
                  </p:sp>
                </mc:Choice>
                <mc:Fallback xmlns="">
                  <p:sp>
                    <p:nvSpPr>
                      <p:cNvPr id="96" name="Textfeld 95">
                        <a:extLst>
                          <a:ext uri="{FF2B5EF4-FFF2-40B4-BE49-F238E27FC236}">
                            <a16:creationId xmlns:a16="http://schemas.microsoft.com/office/drawing/2014/main" id="{3252FFA9-09EF-4830-D6B1-DB2D858C12B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flipH="1">
                        <a:off x="2611570" y="1434077"/>
                        <a:ext cx="576916" cy="400110"/>
                      </a:xfrm>
                      <a:prstGeom prst="rect">
                        <a:avLst/>
                      </a:prstGeom>
                      <a:blipFill>
                        <a:blip r:embed="rId18"/>
                        <a:stretch>
                          <a:fillRect b="-1538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7" name="Textfeld 96">
                        <a:extLst>
                          <a:ext uri="{FF2B5EF4-FFF2-40B4-BE49-F238E27FC236}">
                            <a16:creationId xmlns:a16="http://schemas.microsoft.com/office/drawing/2014/main" id="{6621C4FA-544D-53C2-C7DA-6353EFDD9613}"/>
                          </a:ext>
                        </a:extLst>
                      </p:cNvPr>
                      <p:cNvSpPr txBox="1"/>
                      <p:nvPr/>
                    </p:nvSpPr>
                    <p:spPr>
                      <a:xfrm flipH="1">
                        <a:off x="1861018" y="1505882"/>
                        <a:ext cx="373613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2000" b="0" i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de-DE" sz="2000" b="0" i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de-DE" sz="2000" dirty="0"/>
                      </a:p>
                    </p:txBody>
                  </p:sp>
                </mc:Choice>
                <mc:Fallback xmlns="">
                  <p:sp>
                    <p:nvSpPr>
                      <p:cNvPr id="97" name="Textfeld 96">
                        <a:extLst>
                          <a:ext uri="{FF2B5EF4-FFF2-40B4-BE49-F238E27FC236}">
                            <a16:creationId xmlns:a16="http://schemas.microsoft.com/office/drawing/2014/main" id="{6621C4FA-544D-53C2-C7DA-6353EFDD961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flipH="1">
                        <a:off x="1861018" y="1505882"/>
                        <a:ext cx="373613" cy="400110"/>
                      </a:xfrm>
                      <a:prstGeom prst="rect">
                        <a:avLst/>
                      </a:prstGeom>
                      <a:blipFill>
                        <a:blip r:embed="rId19"/>
                        <a:stretch>
                          <a:fillRect r="-13115" b="-1538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90" name="Gruppieren 89">
                  <a:extLst>
                    <a:ext uri="{FF2B5EF4-FFF2-40B4-BE49-F238E27FC236}">
                      <a16:creationId xmlns:a16="http://schemas.microsoft.com/office/drawing/2014/main" id="{231D1945-A0AB-52A0-7FF7-17CB1722544F}"/>
                    </a:ext>
                  </a:extLst>
                </p:cNvPr>
                <p:cNvGrpSpPr/>
                <p:nvPr/>
              </p:nvGrpSpPr>
              <p:grpSpPr>
                <a:xfrm>
                  <a:off x="4175219" y="8001471"/>
                  <a:ext cx="173762" cy="173182"/>
                  <a:chOff x="1967139" y="1198419"/>
                  <a:chExt cx="173762" cy="173182"/>
                </a:xfrm>
              </p:grpSpPr>
              <p:sp>
                <p:nvSpPr>
                  <p:cNvPr id="91" name="Ellipse 90">
                    <a:extLst>
                      <a:ext uri="{FF2B5EF4-FFF2-40B4-BE49-F238E27FC236}">
                        <a16:creationId xmlns:a16="http://schemas.microsoft.com/office/drawing/2014/main" id="{B3597A0E-7898-C650-B135-55EC703CD02F}"/>
                      </a:ext>
                    </a:extLst>
                  </p:cNvPr>
                  <p:cNvSpPr/>
                  <p:nvPr/>
                </p:nvSpPr>
                <p:spPr>
                  <a:xfrm>
                    <a:off x="1967139" y="1198419"/>
                    <a:ext cx="173762" cy="173182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 dirty="0"/>
                  </a:p>
                </p:txBody>
              </p:sp>
              <p:sp>
                <p:nvSpPr>
                  <p:cNvPr id="92" name="Ellipse 91">
                    <a:extLst>
                      <a:ext uri="{FF2B5EF4-FFF2-40B4-BE49-F238E27FC236}">
                        <a16:creationId xmlns:a16="http://schemas.microsoft.com/office/drawing/2014/main" id="{14595D13-9635-801F-FE2D-DC1AAF63C8D5}"/>
                      </a:ext>
                    </a:extLst>
                  </p:cNvPr>
                  <p:cNvSpPr/>
                  <p:nvPr/>
                </p:nvSpPr>
                <p:spPr>
                  <a:xfrm>
                    <a:off x="2031084" y="1262151"/>
                    <a:ext cx="45872" cy="45719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3175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/>
                  </a:p>
                </p:txBody>
              </p:sp>
            </p:grpSp>
          </p:grpSp>
          <p:cxnSp>
            <p:nvCxnSpPr>
              <p:cNvPr id="142" name="Gerader Verbinder 141">
                <a:extLst>
                  <a:ext uri="{FF2B5EF4-FFF2-40B4-BE49-F238E27FC236}">
                    <a16:creationId xmlns:a16="http://schemas.microsoft.com/office/drawing/2014/main" id="{CA17B321-8250-BB03-851E-45AA345D6C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47867" y="3167842"/>
                <a:ext cx="0" cy="48870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Gerader Verbinder 143">
                <a:extLst>
                  <a:ext uri="{FF2B5EF4-FFF2-40B4-BE49-F238E27FC236}">
                    <a16:creationId xmlns:a16="http://schemas.microsoft.com/office/drawing/2014/main" id="{FB686A55-A689-CD07-E511-28326E3DBF4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5996" y="3232794"/>
                <a:ext cx="0" cy="923999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" name="Textfeld 146">
                <a:extLst>
                  <a:ext uri="{FF2B5EF4-FFF2-40B4-BE49-F238E27FC236}">
                    <a16:creationId xmlns:a16="http://schemas.microsoft.com/office/drawing/2014/main" id="{509D5870-6250-0316-BC8F-EEDC6A196E9C}"/>
                  </a:ext>
                </a:extLst>
              </p:cNvPr>
              <p:cNvSpPr txBox="1"/>
              <p:nvPr/>
            </p:nvSpPr>
            <p:spPr>
              <a:xfrm>
                <a:off x="5444042" y="6901945"/>
                <a:ext cx="15398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0.1 - 0.4  m</a:t>
                </a:r>
              </a:p>
            </p:txBody>
          </p:sp>
          <p:sp>
            <p:nvSpPr>
              <p:cNvPr id="149" name="Textfeld 148">
                <a:extLst>
                  <a:ext uri="{FF2B5EF4-FFF2-40B4-BE49-F238E27FC236}">
                    <a16:creationId xmlns:a16="http://schemas.microsoft.com/office/drawing/2014/main" id="{52CB7B67-830B-4026-A85E-9A88DB984A9C}"/>
                  </a:ext>
                </a:extLst>
              </p:cNvPr>
              <p:cNvSpPr txBox="1"/>
              <p:nvPr/>
            </p:nvSpPr>
            <p:spPr>
              <a:xfrm>
                <a:off x="4961610" y="5083497"/>
                <a:ext cx="177270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0.6 m</a:t>
                </a:r>
              </a:p>
            </p:txBody>
          </p:sp>
          <p:sp>
            <p:nvSpPr>
              <p:cNvPr id="150" name="Textfeld 149">
                <a:extLst>
                  <a:ext uri="{FF2B5EF4-FFF2-40B4-BE49-F238E27FC236}">
                    <a16:creationId xmlns:a16="http://schemas.microsoft.com/office/drawing/2014/main" id="{1D4D1435-E03D-F1CA-4EDA-A434DE101B10}"/>
                  </a:ext>
                </a:extLst>
              </p:cNvPr>
              <p:cNvSpPr txBox="1"/>
              <p:nvPr/>
            </p:nvSpPr>
            <p:spPr>
              <a:xfrm>
                <a:off x="2340311" y="2968961"/>
                <a:ext cx="177270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0.4 m</a:t>
                </a:r>
              </a:p>
            </p:txBody>
          </p:sp>
          <p:sp>
            <p:nvSpPr>
              <p:cNvPr id="151" name="Textfeld 150">
                <a:extLst>
                  <a:ext uri="{FF2B5EF4-FFF2-40B4-BE49-F238E27FC236}">
                    <a16:creationId xmlns:a16="http://schemas.microsoft.com/office/drawing/2014/main" id="{DB97A482-A783-0ECF-E06C-875AB5208E7B}"/>
                  </a:ext>
                </a:extLst>
              </p:cNvPr>
              <p:cNvSpPr txBox="1"/>
              <p:nvPr/>
            </p:nvSpPr>
            <p:spPr>
              <a:xfrm>
                <a:off x="1032562" y="2949511"/>
                <a:ext cx="9910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0.25 m</a:t>
                </a:r>
              </a:p>
            </p:txBody>
          </p:sp>
          <p:cxnSp>
            <p:nvCxnSpPr>
              <p:cNvPr id="17" name="Gerade Verbindung mit Pfeil 16">
                <a:extLst>
                  <a:ext uri="{FF2B5EF4-FFF2-40B4-BE49-F238E27FC236}">
                    <a16:creationId xmlns:a16="http://schemas.microsoft.com/office/drawing/2014/main" id="{A89C2A48-EDC7-35C8-1907-A51C50AE0A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85652" y="8100498"/>
                <a:ext cx="1073702" cy="0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Gerader Verbinder 18">
                <a:extLst>
                  <a:ext uri="{FF2B5EF4-FFF2-40B4-BE49-F238E27FC236}">
                    <a16:creationId xmlns:a16="http://schemas.microsoft.com/office/drawing/2014/main" id="{7C19E394-7D19-C7A8-9E67-66D967FB22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62596" y="6420611"/>
                <a:ext cx="0" cy="192441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94E275E7-90EC-FE1A-4ADB-6CA82D9C7D9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659354" y="7792792"/>
                <a:ext cx="0" cy="48870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16527246-C461-80D1-CFDC-112A3657A17B}"/>
                  </a:ext>
                </a:extLst>
              </p:cNvPr>
              <p:cNvSpPr txBox="1"/>
              <p:nvPr/>
            </p:nvSpPr>
            <p:spPr>
              <a:xfrm>
                <a:off x="3684935" y="8044172"/>
                <a:ext cx="8906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0.3 m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feld 65">
                  <a:extLst>
                    <a:ext uri="{FF2B5EF4-FFF2-40B4-BE49-F238E27FC236}">
                      <a16:creationId xmlns:a16="http://schemas.microsoft.com/office/drawing/2014/main" id="{DD62BBF3-54B4-4ADE-FD01-7E63607F2062}"/>
                    </a:ext>
                  </a:extLst>
                </p:cNvPr>
                <p:cNvSpPr txBox="1"/>
                <p:nvPr/>
              </p:nvSpPr>
              <p:spPr>
                <a:xfrm>
                  <a:off x="3666363" y="6283955"/>
                  <a:ext cx="41028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000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de-DE" sz="3200" dirty="0"/>
                    <a:t> </a:t>
                  </a:r>
                </a:p>
              </p:txBody>
            </p:sp>
          </mc:Choice>
          <mc:Fallback xmlns="">
            <p:sp>
              <p:nvSpPr>
                <p:cNvPr id="66" name="Textfeld 65">
                  <a:extLst>
                    <a:ext uri="{FF2B5EF4-FFF2-40B4-BE49-F238E27FC236}">
                      <a16:creationId xmlns:a16="http://schemas.microsoft.com/office/drawing/2014/main" id="{DD62BBF3-54B4-4ADE-FD01-7E63607F20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6363" y="6283955"/>
                  <a:ext cx="410280" cy="58477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7" name="Pfeil: gebogen 66">
              <a:extLst>
                <a:ext uri="{FF2B5EF4-FFF2-40B4-BE49-F238E27FC236}">
                  <a16:creationId xmlns:a16="http://schemas.microsoft.com/office/drawing/2014/main" id="{78C5BEFB-E02F-5D15-0F6A-62D58506EAE9}"/>
                </a:ext>
              </a:extLst>
            </p:cNvPr>
            <p:cNvSpPr/>
            <p:nvPr/>
          </p:nvSpPr>
          <p:spPr>
            <a:xfrm rot="10800000" flipH="1">
              <a:off x="3320662" y="6143479"/>
              <a:ext cx="506933" cy="525048"/>
            </a:xfrm>
            <a:prstGeom prst="circularArrow">
              <a:avLst>
                <a:gd name="adj1" fmla="val 7185"/>
                <a:gd name="adj2" fmla="val 923709"/>
                <a:gd name="adj3" fmla="val 20442418"/>
                <a:gd name="adj4" fmla="val 9670801"/>
                <a:gd name="adj5" fmla="val 13351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3200">
                <a:solidFill>
                  <a:schemeClr val="tx1"/>
                </a:solidFill>
              </a:endParaRPr>
            </a:p>
          </p:txBody>
        </p:sp>
        <p:sp>
          <p:nvSpPr>
            <p:cNvPr id="68" name="Pfeil: nach oben 67">
              <a:extLst>
                <a:ext uri="{FF2B5EF4-FFF2-40B4-BE49-F238E27FC236}">
                  <a16:creationId xmlns:a16="http://schemas.microsoft.com/office/drawing/2014/main" id="{3C70C5E8-7A50-9FE4-1D48-E82B0003A6D8}"/>
                </a:ext>
              </a:extLst>
            </p:cNvPr>
            <p:cNvSpPr/>
            <p:nvPr/>
          </p:nvSpPr>
          <p:spPr>
            <a:xfrm>
              <a:off x="4342485" y="7211757"/>
              <a:ext cx="159614" cy="513496"/>
            </a:xfrm>
            <a:prstGeom prst="upArrow">
              <a:avLst>
                <a:gd name="adj1" fmla="val 26129"/>
                <a:gd name="adj2" fmla="val 500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feld 68">
                  <a:extLst>
                    <a:ext uri="{FF2B5EF4-FFF2-40B4-BE49-F238E27FC236}">
                      <a16:creationId xmlns:a16="http://schemas.microsoft.com/office/drawing/2014/main" id="{005E9A14-8454-35FF-DE56-26F4E891D5E3}"/>
                    </a:ext>
                  </a:extLst>
                </p:cNvPr>
                <p:cNvSpPr txBox="1"/>
                <p:nvPr/>
              </p:nvSpPr>
              <p:spPr>
                <a:xfrm>
                  <a:off x="4002265" y="7162713"/>
                  <a:ext cx="43680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20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sz="3200" dirty="0"/>
                </a:p>
              </p:txBody>
            </p:sp>
          </mc:Choice>
          <mc:Fallback xmlns="">
            <p:sp>
              <p:nvSpPr>
                <p:cNvPr id="69" name="Textfeld 68">
                  <a:extLst>
                    <a:ext uri="{FF2B5EF4-FFF2-40B4-BE49-F238E27FC236}">
                      <a16:creationId xmlns:a16="http://schemas.microsoft.com/office/drawing/2014/main" id="{005E9A14-8454-35FF-DE56-26F4E891D5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2265" y="7162713"/>
                  <a:ext cx="436805" cy="40011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feld 69">
                  <a:extLst>
                    <a:ext uri="{FF2B5EF4-FFF2-40B4-BE49-F238E27FC236}">
                      <a16:creationId xmlns:a16="http://schemas.microsoft.com/office/drawing/2014/main" id="{3C0CBB26-2F95-D206-454D-9E95E4ED8277}"/>
                    </a:ext>
                  </a:extLst>
                </p:cNvPr>
                <p:cNvSpPr txBox="1"/>
                <p:nvPr/>
              </p:nvSpPr>
              <p:spPr>
                <a:xfrm>
                  <a:off x="3700342" y="4163069"/>
                  <a:ext cx="41028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2000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de-DE" sz="3200" dirty="0"/>
                </a:p>
              </p:txBody>
            </p:sp>
          </mc:Choice>
          <mc:Fallback xmlns="">
            <p:sp>
              <p:nvSpPr>
                <p:cNvPr id="70" name="Textfeld 69">
                  <a:extLst>
                    <a:ext uri="{FF2B5EF4-FFF2-40B4-BE49-F238E27FC236}">
                      <a16:creationId xmlns:a16="http://schemas.microsoft.com/office/drawing/2014/main" id="{3C0CBB26-2F95-D206-454D-9E95E4ED82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0342" y="4163069"/>
                  <a:ext cx="410280" cy="400110"/>
                </a:xfrm>
                <a:prstGeom prst="rect">
                  <a:avLst/>
                </a:prstGeom>
                <a:blipFill>
                  <a:blip r:embed="rId22"/>
                  <a:stretch>
                    <a:fillRect r="-597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2" name="Pfeil: gebogen 71">
              <a:extLst>
                <a:ext uri="{FF2B5EF4-FFF2-40B4-BE49-F238E27FC236}">
                  <a16:creationId xmlns:a16="http://schemas.microsoft.com/office/drawing/2014/main" id="{63535F82-BCE5-05E6-D77B-2185891E209C}"/>
                </a:ext>
              </a:extLst>
            </p:cNvPr>
            <p:cNvSpPr/>
            <p:nvPr/>
          </p:nvSpPr>
          <p:spPr>
            <a:xfrm rot="10800000" flipH="1">
              <a:off x="3309129" y="3901279"/>
              <a:ext cx="506933" cy="525048"/>
            </a:xfrm>
            <a:prstGeom prst="circularArrow">
              <a:avLst>
                <a:gd name="adj1" fmla="val 7185"/>
                <a:gd name="adj2" fmla="val 923709"/>
                <a:gd name="adj3" fmla="val 20442418"/>
                <a:gd name="adj4" fmla="val 9670801"/>
                <a:gd name="adj5" fmla="val 13351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32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6592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A17C1BC9-33EC-8125-5C3C-30B1A4CCA2BA}"/>
              </a:ext>
            </a:extLst>
          </p:cNvPr>
          <p:cNvGrpSpPr/>
          <p:nvPr/>
        </p:nvGrpSpPr>
        <p:grpSpPr>
          <a:xfrm>
            <a:off x="0" y="2949511"/>
            <a:ext cx="7149235" cy="6317140"/>
            <a:chOff x="0" y="2949511"/>
            <a:chExt cx="7149235" cy="6317140"/>
          </a:xfrm>
        </p:grpSpPr>
        <p:grpSp>
          <p:nvGrpSpPr>
            <p:cNvPr id="59" name="Gruppieren 58">
              <a:extLst>
                <a:ext uri="{FF2B5EF4-FFF2-40B4-BE49-F238E27FC236}">
                  <a16:creationId xmlns:a16="http://schemas.microsoft.com/office/drawing/2014/main" id="{6C869028-726E-A36C-4F4B-EE20BF3038EA}"/>
                </a:ext>
              </a:extLst>
            </p:cNvPr>
            <p:cNvGrpSpPr/>
            <p:nvPr/>
          </p:nvGrpSpPr>
          <p:grpSpPr>
            <a:xfrm>
              <a:off x="0" y="2949511"/>
              <a:ext cx="7149235" cy="6317140"/>
              <a:chOff x="0" y="2949511"/>
              <a:chExt cx="7149235" cy="6317140"/>
            </a:xfrm>
          </p:grpSpPr>
          <p:sp>
            <p:nvSpPr>
              <p:cNvPr id="148" name="Textfeld 147">
                <a:extLst>
                  <a:ext uri="{FF2B5EF4-FFF2-40B4-BE49-F238E27FC236}">
                    <a16:creationId xmlns:a16="http://schemas.microsoft.com/office/drawing/2014/main" id="{9A468A75-FB04-756B-423C-1BD2919C41AD}"/>
                  </a:ext>
                </a:extLst>
              </p:cNvPr>
              <p:cNvSpPr txBox="1"/>
              <p:nvPr/>
            </p:nvSpPr>
            <p:spPr>
              <a:xfrm>
                <a:off x="6099595" y="8160355"/>
                <a:ext cx="10496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0.3 m</a:t>
                </a:r>
              </a:p>
            </p:txBody>
          </p:sp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EAAA3F05-3F71-6821-0DD0-D557175DD776}"/>
                  </a:ext>
                </a:extLst>
              </p:cNvPr>
              <p:cNvSpPr/>
              <p:nvPr/>
            </p:nvSpPr>
            <p:spPr>
              <a:xfrm>
                <a:off x="4431748" y="7748112"/>
                <a:ext cx="457200" cy="74295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EECEE7D6-96B7-E55B-668C-131B66C71E97}"/>
                  </a:ext>
                </a:extLst>
              </p:cNvPr>
              <p:cNvSpPr/>
              <p:nvPr/>
            </p:nvSpPr>
            <p:spPr>
              <a:xfrm>
                <a:off x="4547416" y="7187120"/>
                <a:ext cx="226094" cy="66376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4" name="L-Form 3">
                <a:extLst>
                  <a:ext uri="{FF2B5EF4-FFF2-40B4-BE49-F238E27FC236}">
                    <a16:creationId xmlns:a16="http://schemas.microsoft.com/office/drawing/2014/main" id="{8A5768BE-9E1D-364A-0AE9-C3E113E10565}"/>
                  </a:ext>
                </a:extLst>
              </p:cNvPr>
              <p:cNvSpPr/>
              <p:nvPr/>
            </p:nvSpPr>
            <p:spPr>
              <a:xfrm>
                <a:off x="3446643" y="6426338"/>
                <a:ext cx="1326868" cy="793682"/>
              </a:xfrm>
              <a:prstGeom prst="corner">
                <a:avLst>
                  <a:gd name="adj1" fmla="val 39610"/>
                  <a:gd name="adj2" fmla="val 33510"/>
                </a:avLst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2" name="Rechteck 1">
                <a:extLst>
                  <a:ext uri="{FF2B5EF4-FFF2-40B4-BE49-F238E27FC236}">
                    <a16:creationId xmlns:a16="http://schemas.microsoft.com/office/drawing/2014/main" id="{370FE688-E130-9AC8-21DD-7EC3ED776242}"/>
                  </a:ext>
                </a:extLst>
              </p:cNvPr>
              <p:cNvSpPr/>
              <p:nvPr/>
            </p:nvSpPr>
            <p:spPr>
              <a:xfrm>
                <a:off x="3888823" y="8491062"/>
                <a:ext cx="1543050" cy="74295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9F37A93A-FE0D-1D1E-E8C8-5E4D9E435522}"/>
                  </a:ext>
                </a:extLst>
              </p:cNvPr>
              <p:cNvSpPr/>
              <p:nvPr/>
            </p:nvSpPr>
            <p:spPr>
              <a:xfrm>
                <a:off x="3363716" y="4591411"/>
                <a:ext cx="343301" cy="135890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B308DA63-B925-C236-2DA7-E52B9D137E85}"/>
                  </a:ext>
                </a:extLst>
              </p:cNvPr>
              <p:cNvSpPr/>
              <p:nvPr/>
            </p:nvSpPr>
            <p:spPr>
              <a:xfrm rot="16200000">
                <a:off x="2455667" y="3485717"/>
                <a:ext cx="343301" cy="135890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grpSp>
            <p:nvGrpSpPr>
              <p:cNvPr id="15" name="Gruppieren 14">
                <a:extLst>
                  <a:ext uri="{FF2B5EF4-FFF2-40B4-BE49-F238E27FC236}">
                    <a16:creationId xmlns:a16="http://schemas.microsoft.com/office/drawing/2014/main" id="{30D2020B-FD45-3360-F5ED-0F9E2591F780}"/>
                  </a:ext>
                </a:extLst>
              </p:cNvPr>
              <p:cNvGrpSpPr/>
              <p:nvPr/>
            </p:nvGrpSpPr>
            <p:grpSpPr>
              <a:xfrm>
                <a:off x="928850" y="3635042"/>
                <a:ext cx="1019017" cy="1060250"/>
                <a:chOff x="1371600" y="2486025"/>
                <a:chExt cx="1485900" cy="1546025"/>
              </a:xfrm>
              <a:solidFill>
                <a:schemeClr val="accent5">
                  <a:lumMod val="60000"/>
                  <a:lumOff val="40000"/>
                </a:schemeClr>
              </a:solidFill>
            </p:grpSpPr>
            <p:sp>
              <p:nvSpPr>
                <p:cNvPr id="12" name="Rechteck 11">
                  <a:extLst>
                    <a:ext uri="{FF2B5EF4-FFF2-40B4-BE49-F238E27FC236}">
                      <a16:creationId xmlns:a16="http://schemas.microsoft.com/office/drawing/2014/main" id="{9E66EA96-1B9F-04EB-6151-254035908DD7}"/>
                    </a:ext>
                  </a:extLst>
                </p:cNvPr>
                <p:cNvSpPr/>
                <p:nvPr/>
              </p:nvSpPr>
              <p:spPr>
                <a:xfrm>
                  <a:off x="1371600" y="2486025"/>
                  <a:ext cx="1485900" cy="409575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13" name="Rechteck 12">
                  <a:extLst>
                    <a:ext uri="{FF2B5EF4-FFF2-40B4-BE49-F238E27FC236}">
                      <a16:creationId xmlns:a16="http://schemas.microsoft.com/office/drawing/2014/main" id="{9818DA7A-4A81-8F23-5A8D-70C0DEC390BB}"/>
                    </a:ext>
                  </a:extLst>
                </p:cNvPr>
                <p:cNvSpPr/>
                <p:nvPr/>
              </p:nvSpPr>
              <p:spPr>
                <a:xfrm>
                  <a:off x="1371600" y="3622473"/>
                  <a:ext cx="1485900" cy="409575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14" name="Rechteck 13">
                  <a:extLst>
                    <a:ext uri="{FF2B5EF4-FFF2-40B4-BE49-F238E27FC236}">
                      <a16:creationId xmlns:a16="http://schemas.microsoft.com/office/drawing/2014/main" id="{4320EA13-8F84-6DFE-B726-389035AE298C}"/>
                    </a:ext>
                  </a:extLst>
                </p:cNvPr>
                <p:cNvSpPr/>
                <p:nvPr/>
              </p:nvSpPr>
              <p:spPr>
                <a:xfrm rot="5400000">
                  <a:off x="1879700" y="3054250"/>
                  <a:ext cx="1546024" cy="409575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</p:grpSp>
          <p:sp>
            <p:nvSpPr>
              <p:cNvPr id="6" name="Ellipse 5">
                <a:extLst>
                  <a:ext uri="{FF2B5EF4-FFF2-40B4-BE49-F238E27FC236}">
                    <a16:creationId xmlns:a16="http://schemas.microsoft.com/office/drawing/2014/main" id="{3AE918F4-F5C8-D40A-CEB9-A05886ECABEB}"/>
                  </a:ext>
                </a:extLst>
              </p:cNvPr>
              <p:cNvSpPr/>
              <p:nvPr/>
            </p:nvSpPr>
            <p:spPr>
              <a:xfrm>
                <a:off x="3096818" y="5919355"/>
                <a:ext cx="914400" cy="9144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7" name="Ellipse 6">
                <a:extLst>
                  <a:ext uri="{FF2B5EF4-FFF2-40B4-BE49-F238E27FC236}">
                    <a16:creationId xmlns:a16="http://schemas.microsoft.com/office/drawing/2014/main" id="{CA54B8E0-1F50-31C1-3F1B-CC1BD5A94D9A}"/>
                  </a:ext>
                </a:extLst>
              </p:cNvPr>
              <p:cNvSpPr/>
              <p:nvPr/>
            </p:nvSpPr>
            <p:spPr>
              <a:xfrm>
                <a:off x="3096818" y="3707968"/>
                <a:ext cx="914400" cy="9144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grpSp>
            <p:nvGrpSpPr>
              <p:cNvPr id="35" name="Gruppieren 34">
                <a:extLst>
                  <a:ext uri="{FF2B5EF4-FFF2-40B4-BE49-F238E27FC236}">
                    <a16:creationId xmlns:a16="http://schemas.microsoft.com/office/drawing/2014/main" id="{583C26ED-90F6-DA31-BDD6-93BEFEF0F17E}"/>
                  </a:ext>
                </a:extLst>
              </p:cNvPr>
              <p:cNvGrpSpPr/>
              <p:nvPr/>
            </p:nvGrpSpPr>
            <p:grpSpPr>
              <a:xfrm>
                <a:off x="3116039" y="5978252"/>
                <a:ext cx="533558" cy="498607"/>
                <a:chOff x="4180203" y="1945224"/>
                <a:chExt cx="533558" cy="49860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Textfeld 28">
                      <a:extLst>
                        <a:ext uri="{FF2B5EF4-FFF2-40B4-BE49-F238E27FC236}">
                          <a16:creationId xmlns:a16="http://schemas.microsoft.com/office/drawing/2014/main" id="{C4E99FCC-902D-C23A-77CD-C2CBCDDCC83E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4180203" y="1945224"/>
                      <a:ext cx="404364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sz="20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2000" dirty="0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de-DE" sz="2000" b="0" i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de-DE" sz="2000" dirty="0"/>
                    </a:p>
                  </p:txBody>
                </p:sp>
              </mc:Choice>
              <mc:Fallback xmlns="">
                <p:sp>
                  <p:nvSpPr>
                    <p:cNvPr id="29" name="Textfeld 28">
                      <a:extLst>
                        <a:ext uri="{FF2B5EF4-FFF2-40B4-BE49-F238E27FC236}">
                          <a16:creationId xmlns:a16="http://schemas.microsoft.com/office/drawing/2014/main" id="{C4E99FCC-902D-C23A-77CD-C2CBCDDCC83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4180203" y="1945224"/>
                      <a:ext cx="404364" cy="400110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1" name="Gruppieren 20">
                  <a:extLst>
                    <a:ext uri="{FF2B5EF4-FFF2-40B4-BE49-F238E27FC236}">
                      <a16:creationId xmlns:a16="http://schemas.microsoft.com/office/drawing/2014/main" id="{F9AB7CFD-9BF0-262D-D643-5CDD911CAD15}"/>
                    </a:ext>
                  </a:extLst>
                </p:cNvPr>
                <p:cNvGrpSpPr/>
                <p:nvPr/>
              </p:nvGrpSpPr>
              <p:grpSpPr>
                <a:xfrm>
                  <a:off x="4539999" y="2270649"/>
                  <a:ext cx="173762" cy="173182"/>
                  <a:chOff x="1967139" y="1198419"/>
                  <a:chExt cx="173762" cy="173182"/>
                </a:xfrm>
              </p:grpSpPr>
              <p:sp>
                <p:nvSpPr>
                  <p:cNvPr id="18" name="Ellipse 17">
                    <a:extLst>
                      <a:ext uri="{FF2B5EF4-FFF2-40B4-BE49-F238E27FC236}">
                        <a16:creationId xmlns:a16="http://schemas.microsoft.com/office/drawing/2014/main" id="{816AA749-D1B4-4BAB-664D-0E782B7F2514}"/>
                      </a:ext>
                    </a:extLst>
                  </p:cNvPr>
                  <p:cNvSpPr/>
                  <p:nvPr/>
                </p:nvSpPr>
                <p:spPr>
                  <a:xfrm>
                    <a:off x="1967139" y="1198419"/>
                    <a:ext cx="173762" cy="173182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/>
                  </a:p>
                </p:txBody>
              </p:sp>
              <p:sp>
                <p:nvSpPr>
                  <p:cNvPr id="20" name="Ellipse 19">
                    <a:extLst>
                      <a:ext uri="{FF2B5EF4-FFF2-40B4-BE49-F238E27FC236}">
                        <a16:creationId xmlns:a16="http://schemas.microsoft.com/office/drawing/2014/main" id="{D6E5F696-D815-56C0-A485-FB54CA8505F7}"/>
                      </a:ext>
                    </a:extLst>
                  </p:cNvPr>
                  <p:cNvSpPr/>
                  <p:nvPr/>
                </p:nvSpPr>
                <p:spPr>
                  <a:xfrm>
                    <a:off x="2031084" y="1262151"/>
                    <a:ext cx="45872" cy="45719"/>
                  </a:xfrm>
                  <a:prstGeom prst="ellipse">
                    <a:avLst/>
                  </a:prstGeom>
                  <a:solidFill>
                    <a:srgbClr val="0070C0"/>
                  </a:solidFill>
                  <a:ln w="3175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/>
                  </a:p>
                </p:txBody>
              </p:sp>
            </p:grpSp>
          </p:grpSp>
          <p:grpSp>
            <p:nvGrpSpPr>
              <p:cNvPr id="36" name="Gruppieren 35">
                <a:extLst>
                  <a:ext uri="{FF2B5EF4-FFF2-40B4-BE49-F238E27FC236}">
                    <a16:creationId xmlns:a16="http://schemas.microsoft.com/office/drawing/2014/main" id="{771AEA7F-AF7C-B983-FBFD-32D34E643EB0}"/>
                  </a:ext>
                </a:extLst>
              </p:cNvPr>
              <p:cNvGrpSpPr/>
              <p:nvPr/>
            </p:nvGrpSpPr>
            <p:grpSpPr>
              <a:xfrm rot="16200000">
                <a:off x="3145931" y="3779530"/>
                <a:ext cx="526076" cy="448093"/>
                <a:chOff x="4539999" y="1995738"/>
                <a:chExt cx="526076" cy="44809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4" name="Textfeld 43">
                      <a:extLst>
                        <a:ext uri="{FF2B5EF4-FFF2-40B4-BE49-F238E27FC236}">
                          <a16:creationId xmlns:a16="http://schemas.microsoft.com/office/drawing/2014/main" id="{33B4C3DE-EE07-64FA-2F86-C2ED27E99611}"/>
                        </a:ext>
                      </a:extLst>
                    </p:cNvPr>
                    <p:cNvSpPr txBox="1"/>
                    <p:nvPr/>
                  </p:nvSpPr>
                  <p:spPr>
                    <a:xfrm rot="5400000" flipH="1">
                      <a:off x="4663838" y="1997865"/>
                      <a:ext cx="404364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sz="20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2000" dirty="0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de-DE" sz="2000" b="0" i="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de-DE" sz="2000" dirty="0"/>
                    </a:p>
                  </p:txBody>
                </p:sp>
              </mc:Choice>
              <mc:Fallback xmlns="">
                <p:sp>
                  <p:nvSpPr>
                    <p:cNvPr id="44" name="Textfeld 43">
                      <a:extLst>
                        <a:ext uri="{FF2B5EF4-FFF2-40B4-BE49-F238E27FC236}">
                          <a16:creationId xmlns:a16="http://schemas.microsoft.com/office/drawing/2014/main" id="{33B4C3DE-EE07-64FA-2F86-C2ED27E9961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5400000" flipH="1">
                      <a:off x="4663838" y="1997865"/>
                      <a:ext cx="404364" cy="40011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b="-153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38" name="Gruppieren 37">
                  <a:extLst>
                    <a:ext uri="{FF2B5EF4-FFF2-40B4-BE49-F238E27FC236}">
                      <a16:creationId xmlns:a16="http://schemas.microsoft.com/office/drawing/2014/main" id="{34265878-E234-CF8F-CB5F-8E4A672D5FD8}"/>
                    </a:ext>
                  </a:extLst>
                </p:cNvPr>
                <p:cNvGrpSpPr/>
                <p:nvPr/>
              </p:nvGrpSpPr>
              <p:grpSpPr>
                <a:xfrm>
                  <a:off x="4539999" y="2270649"/>
                  <a:ext cx="173762" cy="173182"/>
                  <a:chOff x="1967139" y="1198419"/>
                  <a:chExt cx="173762" cy="173182"/>
                </a:xfrm>
              </p:grpSpPr>
              <p:sp>
                <p:nvSpPr>
                  <p:cNvPr id="39" name="Ellipse 38">
                    <a:extLst>
                      <a:ext uri="{FF2B5EF4-FFF2-40B4-BE49-F238E27FC236}">
                        <a16:creationId xmlns:a16="http://schemas.microsoft.com/office/drawing/2014/main" id="{935152A9-7483-E6B7-61F7-ED409F06E55C}"/>
                      </a:ext>
                    </a:extLst>
                  </p:cNvPr>
                  <p:cNvSpPr/>
                  <p:nvPr/>
                </p:nvSpPr>
                <p:spPr>
                  <a:xfrm>
                    <a:off x="1967139" y="1198419"/>
                    <a:ext cx="173762" cy="173182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/>
                  </a:p>
                </p:txBody>
              </p:sp>
              <p:sp>
                <p:nvSpPr>
                  <p:cNvPr id="40" name="Ellipse 39">
                    <a:extLst>
                      <a:ext uri="{FF2B5EF4-FFF2-40B4-BE49-F238E27FC236}">
                        <a16:creationId xmlns:a16="http://schemas.microsoft.com/office/drawing/2014/main" id="{D8E10175-C3D4-1752-97A5-0A6935CDA764}"/>
                      </a:ext>
                    </a:extLst>
                  </p:cNvPr>
                  <p:cNvSpPr/>
                  <p:nvPr/>
                </p:nvSpPr>
                <p:spPr>
                  <a:xfrm>
                    <a:off x="2031084" y="1262150"/>
                    <a:ext cx="45872" cy="45719"/>
                  </a:xfrm>
                  <a:prstGeom prst="ellipse">
                    <a:avLst/>
                  </a:prstGeom>
                  <a:solidFill>
                    <a:srgbClr val="0070C0"/>
                  </a:solidFill>
                  <a:ln w="3175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/>
                  </a:p>
                </p:txBody>
              </p:sp>
            </p:grpSp>
          </p:grpSp>
          <p:grpSp>
            <p:nvGrpSpPr>
              <p:cNvPr id="71" name="Gruppieren 70">
                <a:extLst>
                  <a:ext uri="{FF2B5EF4-FFF2-40B4-BE49-F238E27FC236}">
                    <a16:creationId xmlns:a16="http://schemas.microsoft.com/office/drawing/2014/main" id="{29FFDD4F-B4F6-E08E-7ED5-33F2144B15D0}"/>
                  </a:ext>
                </a:extLst>
              </p:cNvPr>
              <p:cNvGrpSpPr/>
              <p:nvPr/>
            </p:nvGrpSpPr>
            <p:grpSpPr>
              <a:xfrm>
                <a:off x="3832896" y="6868730"/>
                <a:ext cx="1358003" cy="1139506"/>
                <a:chOff x="3440391" y="7178337"/>
                <a:chExt cx="1358003" cy="1139506"/>
              </a:xfrm>
            </p:grpSpPr>
            <p:grpSp>
              <p:nvGrpSpPr>
                <p:cNvPr id="60" name="Gruppieren 59">
                  <a:extLst>
                    <a:ext uri="{FF2B5EF4-FFF2-40B4-BE49-F238E27FC236}">
                      <a16:creationId xmlns:a16="http://schemas.microsoft.com/office/drawing/2014/main" id="{0FBF2570-63A4-3055-D760-837C515B44E7}"/>
                    </a:ext>
                  </a:extLst>
                </p:cNvPr>
                <p:cNvGrpSpPr/>
                <p:nvPr/>
              </p:nvGrpSpPr>
              <p:grpSpPr>
                <a:xfrm>
                  <a:off x="3440391" y="7178337"/>
                  <a:ext cx="1358003" cy="1139506"/>
                  <a:chOff x="1861018" y="766486"/>
                  <a:chExt cx="1358003" cy="1139506"/>
                </a:xfrm>
              </p:grpSpPr>
              <p:cxnSp>
                <p:nvCxnSpPr>
                  <p:cNvPr id="61" name="Gerade Verbindung mit Pfeil 60">
                    <a:extLst>
                      <a:ext uri="{FF2B5EF4-FFF2-40B4-BE49-F238E27FC236}">
                        <a16:creationId xmlns:a16="http://schemas.microsoft.com/office/drawing/2014/main" id="{72D360DD-A453-3813-90E3-1912816633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82727" y="1159938"/>
                    <a:ext cx="0" cy="534025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Gerade Verbindung mit Pfeil 61">
                    <a:extLst>
                      <a:ext uri="{FF2B5EF4-FFF2-40B4-BE49-F238E27FC236}">
                        <a16:creationId xmlns:a16="http://schemas.microsoft.com/office/drawing/2014/main" id="{2B1A534A-53BE-A330-8016-11E6DA54E8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150470" y="1676211"/>
                    <a:ext cx="520974" cy="0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3" name="Textfeld 62">
                        <a:extLst>
                          <a:ext uri="{FF2B5EF4-FFF2-40B4-BE49-F238E27FC236}">
                            <a16:creationId xmlns:a16="http://schemas.microsoft.com/office/drawing/2014/main" id="{4E7DB39A-B3D0-6A6C-24FD-DDD18C17A24E}"/>
                          </a:ext>
                        </a:extLst>
                      </p:cNvPr>
                      <p:cNvSpPr txBox="1"/>
                      <p:nvPr/>
                    </p:nvSpPr>
                    <p:spPr>
                      <a:xfrm flipH="1">
                        <a:off x="2430455" y="766486"/>
                        <a:ext cx="457939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2000" b="0" i="0" dirty="0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de-DE" sz="2000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de-DE" sz="2000" dirty="0"/>
                      </a:p>
                    </p:txBody>
                  </p:sp>
                </mc:Choice>
                <mc:Fallback xmlns="">
                  <p:sp>
                    <p:nvSpPr>
                      <p:cNvPr id="63" name="Textfeld 62">
                        <a:extLst>
                          <a:ext uri="{FF2B5EF4-FFF2-40B4-BE49-F238E27FC236}">
                            <a16:creationId xmlns:a16="http://schemas.microsoft.com/office/drawing/2014/main" id="{4E7DB39A-B3D0-6A6C-24FD-DDD18C17A24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flipH="1">
                        <a:off x="2430455" y="766486"/>
                        <a:ext cx="457939" cy="400110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b="-1538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4" name="Textfeld 63">
                        <a:extLst>
                          <a:ext uri="{FF2B5EF4-FFF2-40B4-BE49-F238E27FC236}">
                            <a16:creationId xmlns:a16="http://schemas.microsoft.com/office/drawing/2014/main" id="{9DE7C3BE-4280-A345-6527-5B5646EBFD98}"/>
                          </a:ext>
                        </a:extLst>
                      </p:cNvPr>
                      <p:cNvSpPr txBox="1"/>
                      <p:nvPr/>
                    </p:nvSpPr>
                    <p:spPr>
                      <a:xfrm flipH="1">
                        <a:off x="2642105" y="1305827"/>
                        <a:ext cx="57691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2000" b="0" i="0" dirty="0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de-DE" sz="2000" b="0" i="0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de-DE" sz="2000" dirty="0"/>
                      </a:p>
                    </p:txBody>
                  </p:sp>
                </mc:Choice>
                <mc:Fallback xmlns="">
                  <p:sp>
                    <p:nvSpPr>
                      <p:cNvPr id="64" name="Textfeld 63">
                        <a:extLst>
                          <a:ext uri="{FF2B5EF4-FFF2-40B4-BE49-F238E27FC236}">
                            <a16:creationId xmlns:a16="http://schemas.microsoft.com/office/drawing/2014/main" id="{9DE7C3BE-4280-A345-6527-5B5646EBFD98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flipH="1">
                        <a:off x="2642105" y="1305827"/>
                        <a:ext cx="576916" cy="400110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5" name="Textfeld 64">
                        <a:extLst>
                          <a:ext uri="{FF2B5EF4-FFF2-40B4-BE49-F238E27FC236}">
                            <a16:creationId xmlns:a16="http://schemas.microsoft.com/office/drawing/2014/main" id="{C0C4FBE6-3B38-BBC1-B92F-F979C667285F}"/>
                          </a:ext>
                        </a:extLst>
                      </p:cNvPr>
                      <p:cNvSpPr txBox="1"/>
                      <p:nvPr/>
                    </p:nvSpPr>
                    <p:spPr>
                      <a:xfrm flipH="1">
                        <a:off x="1861018" y="1505882"/>
                        <a:ext cx="373613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2000" b="0" i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de-DE" sz="2000" b="0" i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de-DE" sz="2000" dirty="0"/>
                      </a:p>
                    </p:txBody>
                  </p:sp>
                </mc:Choice>
                <mc:Fallback xmlns="">
                  <p:sp>
                    <p:nvSpPr>
                      <p:cNvPr id="65" name="Textfeld 64">
                        <a:extLst>
                          <a:ext uri="{FF2B5EF4-FFF2-40B4-BE49-F238E27FC236}">
                            <a16:creationId xmlns:a16="http://schemas.microsoft.com/office/drawing/2014/main" id="{C0C4FBE6-3B38-BBC1-B92F-F979C667285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flipH="1">
                        <a:off x="1861018" y="1505882"/>
                        <a:ext cx="373613" cy="400110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r="-11475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32" name="Gruppieren 31">
                  <a:extLst>
                    <a:ext uri="{FF2B5EF4-FFF2-40B4-BE49-F238E27FC236}">
                      <a16:creationId xmlns:a16="http://schemas.microsoft.com/office/drawing/2014/main" id="{766223E9-71CC-F016-70A1-8B436D6F4F33}"/>
                    </a:ext>
                  </a:extLst>
                </p:cNvPr>
                <p:cNvGrpSpPr/>
                <p:nvPr/>
              </p:nvGrpSpPr>
              <p:grpSpPr>
                <a:xfrm>
                  <a:off x="4175219" y="8001471"/>
                  <a:ext cx="173762" cy="173182"/>
                  <a:chOff x="1967139" y="1198419"/>
                  <a:chExt cx="173762" cy="173182"/>
                </a:xfrm>
              </p:grpSpPr>
              <p:sp>
                <p:nvSpPr>
                  <p:cNvPr id="33" name="Ellipse 32">
                    <a:extLst>
                      <a:ext uri="{FF2B5EF4-FFF2-40B4-BE49-F238E27FC236}">
                        <a16:creationId xmlns:a16="http://schemas.microsoft.com/office/drawing/2014/main" id="{2D4738F3-2A47-2D31-CE01-1BF8CA617401}"/>
                      </a:ext>
                    </a:extLst>
                  </p:cNvPr>
                  <p:cNvSpPr/>
                  <p:nvPr/>
                </p:nvSpPr>
                <p:spPr>
                  <a:xfrm>
                    <a:off x="1967139" y="1198419"/>
                    <a:ext cx="173762" cy="173182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 dirty="0"/>
                  </a:p>
                </p:txBody>
              </p:sp>
              <p:sp>
                <p:nvSpPr>
                  <p:cNvPr id="34" name="Ellipse 33">
                    <a:extLst>
                      <a:ext uri="{FF2B5EF4-FFF2-40B4-BE49-F238E27FC236}">
                        <a16:creationId xmlns:a16="http://schemas.microsoft.com/office/drawing/2014/main" id="{7ACDC369-32EB-A6F4-11D9-4479803C11A3}"/>
                      </a:ext>
                    </a:extLst>
                  </p:cNvPr>
                  <p:cNvSpPr/>
                  <p:nvPr/>
                </p:nvSpPr>
                <p:spPr>
                  <a:xfrm>
                    <a:off x="2031084" y="1262151"/>
                    <a:ext cx="45872" cy="45719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3175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/>
                  </a:p>
                </p:txBody>
              </p:sp>
            </p:grpSp>
          </p:grpSp>
          <p:grpSp>
            <p:nvGrpSpPr>
              <p:cNvPr id="87" name="Gruppieren 86">
                <a:extLst>
                  <a:ext uri="{FF2B5EF4-FFF2-40B4-BE49-F238E27FC236}">
                    <a16:creationId xmlns:a16="http://schemas.microsoft.com/office/drawing/2014/main" id="{75BD34F5-870C-3E1F-6A7A-A5E6D1347924}"/>
                  </a:ext>
                </a:extLst>
              </p:cNvPr>
              <p:cNvGrpSpPr/>
              <p:nvPr/>
            </p:nvGrpSpPr>
            <p:grpSpPr>
              <a:xfrm>
                <a:off x="4136269" y="8275217"/>
                <a:ext cx="1113622" cy="991434"/>
                <a:chOff x="3732481" y="8208715"/>
                <a:chExt cx="1113622" cy="991434"/>
              </a:xfrm>
            </p:grpSpPr>
            <p:grpSp>
              <p:nvGrpSpPr>
                <p:cNvPr id="73" name="Gruppieren 72">
                  <a:extLst>
                    <a:ext uri="{FF2B5EF4-FFF2-40B4-BE49-F238E27FC236}">
                      <a16:creationId xmlns:a16="http://schemas.microsoft.com/office/drawing/2014/main" id="{7F9EA6EB-E815-01EB-F7EB-8DEC4554A238}"/>
                    </a:ext>
                  </a:extLst>
                </p:cNvPr>
                <p:cNvGrpSpPr/>
                <p:nvPr/>
              </p:nvGrpSpPr>
              <p:grpSpPr>
                <a:xfrm>
                  <a:off x="3732481" y="8208715"/>
                  <a:ext cx="1113622" cy="991434"/>
                  <a:chOff x="3735905" y="7456136"/>
                  <a:chExt cx="1113622" cy="991434"/>
                </a:xfrm>
              </p:grpSpPr>
              <p:grpSp>
                <p:nvGrpSpPr>
                  <p:cNvPr id="74" name="Gruppieren 73">
                    <a:extLst>
                      <a:ext uri="{FF2B5EF4-FFF2-40B4-BE49-F238E27FC236}">
                        <a16:creationId xmlns:a16="http://schemas.microsoft.com/office/drawing/2014/main" id="{CF37B7CA-04DC-2263-BDE9-35805C983E34}"/>
                      </a:ext>
                    </a:extLst>
                  </p:cNvPr>
                  <p:cNvGrpSpPr/>
                  <p:nvPr/>
                </p:nvGrpSpPr>
                <p:grpSpPr>
                  <a:xfrm>
                    <a:off x="3735905" y="7456136"/>
                    <a:ext cx="1113622" cy="991434"/>
                    <a:chOff x="2156532" y="1044285"/>
                    <a:chExt cx="1113622" cy="991434"/>
                  </a:xfrm>
                </p:grpSpPr>
                <p:cxnSp>
                  <p:nvCxnSpPr>
                    <p:cNvPr id="78" name="Gerade Verbindung mit Pfeil 77">
                      <a:extLst>
                        <a:ext uri="{FF2B5EF4-FFF2-40B4-BE49-F238E27FC236}">
                          <a16:creationId xmlns:a16="http://schemas.microsoft.com/office/drawing/2014/main" id="{1ED4A60B-10B4-7556-5A47-E42AA46C5AD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682727" y="1044285"/>
                      <a:ext cx="0" cy="649678"/>
                    </a:xfrm>
                    <a:prstGeom prst="straightConnector1">
                      <a:avLst/>
                    </a:prstGeom>
                    <a:ln w="38100">
                      <a:solidFill>
                        <a:srgbClr val="0070C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" name="Gerade Verbindung mit Pfeil 78">
                      <a:extLst>
                        <a:ext uri="{FF2B5EF4-FFF2-40B4-BE49-F238E27FC236}">
                          <a16:creationId xmlns:a16="http://schemas.microsoft.com/office/drawing/2014/main" id="{8471518D-D54A-0270-9F93-916F7694660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671444" y="1676211"/>
                      <a:ext cx="528712" cy="0"/>
                    </a:xfrm>
                    <a:prstGeom prst="straightConnector1">
                      <a:avLst/>
                    </a:prstGeom>
                    <a:ln w="38100">
                      <a:solidFill>
                        <a:srgbClr val="FF000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80" name="Textfeld 79">
                          <a:extLst>
                            <a:ext uri="{FF2B5EF4-FFF2-40B4-BE49-F238E27FC236}">
                              <a16:creationId xmlns:a16="http://schemas.microsoft.com/office/drawing/2014/main" id="{891AC78A-91D4-9463-FAB2-F6B9B05566A1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 flipH="1">
                          <a:off x="2624066" y="1181058"/>
                          <a:ext cx="457939" cy="40011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DE" sz="2000" b="0" i="0" dirty="0" smtClean="0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DE" sz="2000" b="0" i="0" dirty="0" smtClean="0">
                                        <a:latin typeface="Cambria Math" panose="02040503050406030204" pitchFamily="18" charset="0"/>
                                      </a:rPr>
                                      <m:t>Base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2000" dirty="0"/>
                        </a:p>
                      </p:txBody>
                    </p:sp>
                  </mc:Choice>
                  <mc:Fallback xmlns="">
                    <p:sp>
                      <p:nvSpPr>
                        <p:cNvPr id="80" name="Textfeld 79">
                          <a:extLst>
                            <a:ext uri="{FF2B5EF4-FFF2-40B4-BE49-F238E27FC236}">
                              <a16:creationId xmlns:a16="http://schemas.microsoft.com/office/drawing/2014/main" id="{891AC78A-91D4-9463-FAB2-F6B9B05566A1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 flipH="1">
                          <a:off x="2624066" y="1181058"/>
                          <a:ext cx="457939" cy="400110"/>
                        </a:xfrm>
                        <a:prstGeom prst="rect">
                          <a:avLst/>
                        </a:prstGeom>
                        <a:blipFill>
                          <a:blip r:embed="rId7"/>
                          <a:stretch>
                            <a:fillRect r="-58667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81" name="Textfeld 80">
                          <a:extLst>
                            <a:ext uri="{FF2B5EF4-FFF2-40B4-BE49-F238E27FC236}">
                              <a16:creationId xmlns:a16="http://schemas.microsoft.com/office/drawing/2014/main" id="{4F7E3D2E-F356-8855-0A68-755EF908A4B1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 flipH="1">
                          <a:off x="2156532" y="1633748"/>
                          <a:ext cx="576916" cy="40011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DE" sz="2000" b="0" i="0" dirty="0" smtClean="0">
                                        <a:latin typeface="Cambria Math" panose="02040503050406030204" pitchFamily="18" charset="0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DE" sz="2000" b="0" i="0" dirty="0" smtClean="0">
                                        <a:latin typeface="Cambria Math" panose="02040503050406030204" pitchFamily="18" charset="0"/>
                                      </a:rPr>
                                      <m:t>Base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2000" dirty="0"/>
                        </a:p>
                      </p:txBody>
                    </p:sp>
                  </mc:Choice>
                  <mc:Fallback xmlns="">
                    <p:sp>
                      <p:nvSpPr>
                        <p:cNvPr id="81" name="Textfeld 80">
                          <a:extLst>
                            <a:ext uri="{FF2B5EF4-FFF2-40B4-BE49-F238E27FC236}">
                              <a16:creationId xmlns:a16="http://schemas.microsoft.com/office/drawing/2014/main" id="{4F7E3D2E-F356-8855-0A68-755EF908A4B1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 flipH="1">
                          <a:off x="2156532" y="1633748"/>
                          <a:ext cx="576916" cy="400110"/>
                        </a:xfrm>
                        <a:prstGeom prst="rect">
                          <a:avLst/>
                        </a:prstGeom>
                        <a:blipFill>
                          <a:blip r:embed="rId8"/>
                          <a:stretch>
                            <a:fillRect r="-24468" b="-1515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82" name="Textfeld 81">
                          <a:extLst>
                            <a:ext uri="{FF2B5EF4-FFF2-40B4-BE49-F238E27FC236}">
                              <a16:creationId xmlns:a16="http://schemas.microsoft.com/office/drawing/2014/main" id="{F3F573DB-0C64-DCAE-E7BD-6550D14F2B08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 flipH="1">
                          <a:off x="2896541" y="1635609"/>
                          <a:ext cx="373613" cy="40011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DE" sz="200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DE" sz="2000" b="0" i="0" smtClean="0">
                                        <a:latin typeface="Cambria Math" panose="02040503050406030204" pitchFamily="18" charset="0"/>
                                      </a:rPr>
                                      <m:t>Base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2000" dirty="0"/>
                        </a:p>
                      </p:txBody>
                    </p:sp>
                  </mc:Choice>
                  <mc:Fallback xmlns="">
                    <p:sp>
                      <p:nvSpPr>
                        <p:cNvPr id="82" name="Textfeld 81">
                          <a:extLst>
                            <a:ext uri="{FF2B5EF4-FFF2-40B4-BE49-F238E27FC236}">
                              <a16:creationId xmlns:a16="http://schemas.microsoft.com/office/drawing/2014/main" id="{F3F573DB-0C64-DCAE-E7BD-6550D14F2B08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 flipH="1">
                          <a:off x="2896541" y="1635609"/>
                          <a:ext cx="373613" cy="400110"/>
                        </a:xfrm>
                        <a:prstGeom prst="rect">
                          <a:avLst/>
                        </a:prstGeom>
                        <a:blipFill>
                          <a:blip r:embed="rId9"/>
                          <a:stretch>
                            <a:fillRect r="-98361" b="-1515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76" name="Ellipse 75">
                    <a:extLst>
                      <a:ext uri="{FF2B5EF4-FFF2-40B4-BE49-F238E27FC236}">
                        <a16:creationId xmlns:a16="http://schemas.microsoft.com/office/drawing/2014/main" id="{F7DECB86-0A80-6956-77E1-106725586F65}"/>
                      </a:ext>
                    </a:extLst>
                  </p:cNvPr>
                  <p:cNvSpPr/>
                  <p:nvPr/>
                </p:nvSpPr>
                <p:spPr>
                  <a:xfrm>
                    <a:off x="4175219" y="8001471"/>
                    <a:ext cx="173762" cy="173182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 dirty="0"/>
                  </a:p>
                </p:txBody>
              </p:sp>
            </p:grpSp>
            <p:sp>
              <p:nvSpPr>
                <p:cNvPr id="86" name="Kreuz 85">
                  <a:extLst>
                    <a:ext uri="{FF2B5EF4-FFF2-40B4-BE49-F238E27FC236}">
                      <a16:creationId xmlns:a16="http://schemas.microsoft.com/office/drawing/2014/main" id="{EC439F02-13FC-4595-E9A9-5011979A807E}"/>
                    </a:ext>
                  </a:extLst>
                </p:cNvPr>
                <p:cNvSpPr/>
                <p:nvPr/>
              </p:nvSpPr>
              <p:spPr>
                <a:xfrm rot="2700000">
                  <a:off x="4168685" y="8747944"/>
                  <a:ext cx="173762" cy="173762"/>
                </a:xfrm>
                <a:prstGeom prst="plus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</p:grpSp>
          <p:grpSp>
            <p:nvGrpSpPr>
              <p:cNvPr id="98" name="Gruppieren 97">
                <a:extLst>
                  <a:ext uri="{FF2B5EF4-FFF2-40B4-BE49-F238E27FC236}">
                    <a16:creationId xmlns:a16="http://schemas.microsoft.com/office/drawing/2014/main" id="{8899E3D7-F4AC-47BD-F87B-06733661078A}"/>
                  </a:ext>
                </a:extLst>
              </p:cNvPr>
              <p:cNvGrpSpPr/>
              <p:nvPr/>
            </p:nvGrpSpPr>
            <p:grpSpPr>
              <a:xfrm rot="16200000">
                <a:off x="-91793" y="3825850"/>
                <a:ext cx="1289900" cy="1106314"/>
                <a:chOff x="3408032" y="7068339"/>
                <a:chExt cx="1289900" cy="1106314"/>
              </a:xfrm>
            </p:grpSpPr>
            <p:grpSp>
              <p:nvGrpSpPr>
                <p:cNvPr id="99" name="Gruppieren 98">
                  <a:extLst>
                    <a:ext uri="{FF2B5EF4-FFF2-40B4-BE49-F238E27FC236}">
                      <a16:creationId xmlns:a16="http://schemas.microsoft.com/office/drawing/2014/main" id="{24720CF1-782C-74A6-8A8B-17F1552BA14D}"/>
                    </a:ext>
                  </a:extLst>
                </p:cNvPr>
                <p:cNvGrpSpPr/>
                <p:nvPr/>
              </p:nvGrpSpPr>
              <p:grpSpPr>
                <a:xfrm>
                  <a:off x="3408032" y="7068339"/>
                  <a:ext cx="1289900" cy="1090300"/>
                  <a:chOff x="1828659" y="656488"/>
                  <a:chExt cx="1289900" cy="1090300"/>
                </a:xfrm>
              </p:grpSpPr>
              <p:cxnSp>
                <p:nvCxnSpPr>
                  <p:cNvPr id="103" name="Gerade Verbindung mit Pfeil 102">
                    <a:extLst>
                      <a:ext uri="{FF2B5EF4-FFF2-40B4-BE49-F238E27FC236}">
                        <a16:creationId xmlns:a16="http://schemas.microsoft.com/office/drawing/2014/main" id="{733092C3-C771-89C5-A478-E7051E16FF7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82727" y="1159938"/>
                    <a:ext cx="0" cy="534025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Gerade Verbindung mit Pfeil 103">
                    <a:extLst>
                      <a:ext uri="{FF2B5EF4-FFF2-40B4-BE49-F238E27FC236}">
                        <a16:creationId xmlns:a16="http://schemas.microsoft.com/office/drawing/2014/main" id="{03BAB34B-59F0-DA9C-7840-177B3CB8206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150470" y="1676211"/>
                    <a:ext cx="520974" cy="0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05" name="Textfeld 104">
                        <a:extLst>
                          <a:ext uri="{FF2B5EF4-FFF2-40B4-BE49-F238E27FC236}">
                            <a16:creationId xmlns:a16="http://schemas.microsoft.com/office/drawing/2014/main" id="{2B6FC2E2-A82E-B964-83DE-4B6A1B2D5A59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5400000" flipH="1">
                        <a:off x="2377410" y="685403"/>
                        <a:ext cx="457939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2000" b="0" i="0" dirty="0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de-DE" sz="2000" b="0" i="0" dirty="0" smtClean="0">
                                      <a:latin typeface="Cambria Math" panose="02040503050406030204" pitchFamily="18" charset="0"/>
                                    </a:rPr>
                                    <m:t>Tool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de-DE" sz="2000" dirty="0"/>
                      </a:p>
                    </p:txBody>
                  </p:sp>
                </mc:Choice>
                <mc:Fallback xmlns="">
                  <p:sp>
                    <p:nvSpPr>
                      <p:cNvPr id="105" name="Textfeld 104">
                        <a:extLst>
                          <a:ext uri="{FF2B5EF4-FFF2-40B4-BE49-F238E27FC236}">
                            <a16:creationId xmlns:a16="http://schemas.microsoft.com/office/drawing/2014/main" id="{2B6FC2E2-A82E-B964-83DE-4B6A1B2D5A5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5400000" flipH="1">
                        <a:off x="2377410" y="685403"/>
                        <a:ext cx="457939" cy="400110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 r="-53333" b="-307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06" name="Textfeld 105">
                        <a:extLst>
                          <a:ext uri="{FF2B5EF4-FFF2-40B4-BE49-F238E27FC236}">
                            <a16:creationId xmlns:a16="http://schemas.microsoft.com/office/drawing/2014/main" id="{EEDB899D-019D-2402-333B-C77857124BBD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5400000" flipH="1">
                        <a:off x="2630046" y="1096942"/>
                        <a:ext cx="57691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2000" b="0" i="0" dirty="0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de-DE" sz="2000" b="0" i="0" dirty="0" smtClean="0">
                                      <a:latin typeface="Cambria Math" panose="02040503050406030204" pitchFamily="18" charset="0"/>
                                    </a:rPr>
                                    <m:t>Tool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de-DE" sz="2000" dirty="0"/>
                      </a:p>
                    </p:txBody>
                  </p:sp>
                </mc:Choice>
                <mc:Fallback xmlns="">
                  <p:sp>
                    <p:nvSpPr>
                      <p:cNvPr id="106" name="Textfeld 105">
                        <a:extLst>
                          <a:ext uri="{FF2B5EF4-FFF2-40B4-BE49-F238E27FC236}">
                            <a16:creationId xmlns:a16="http://schemas.microsoft.com/office/drawing/2014/main" id="{EEDB899D-019D-2402-333B-C77857124BB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5400000" flipH="1">
                        <a:off x="2630046" y="1096942"/>
                        <a:ext cx="576916" cy="400110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 r="-21277" b="-307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07" name="Textfeld 106">
                        <a:extLst>
                          <a:ext uri="{FF2B5EF4-FFF2-40B4-BE49-F238E27FC236}">
                            <a16:creationId xmlns:a16="http://schemas.microsoft.com/office/drawing/2014/main" id="{E1275B7D-599E-B26D-4D5C-4A8FE7B6EE7D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5400000" flipH="1">
                        <a:off x="1841907" y="1359927"/>
                        <a:ext cx="373613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2000" b="0" i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de-DE" sz="2000" b="0" i="0" smtClean="0">
                                      <a:latin typeface="Cambria Math" panose="02040503050406030204" pitchFamily="18" charset="0"/>
                                    </a:rPr>
                                    <m:t>Tool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de-DE" sz="2000" dirty="0"/>
                      </a:p>
                    </p:txBody>
                  </p:sp>
                </mc:Choice>
                <mc:Fallback xmlns="">
                  <p:sp>
                    <p:nvSpPr>
                      <p:cNvPr id="107" name="Textfeld 106">
                        <a:extLst>
                          <a:ext uri="{FF2B5EF4-FFF2-40B4-BE49-F238E27FC236}">
                            <a16:creationId xmlns:a16="http://schemas.microsoft.com/office/drawing/2014/main" id="{E1275B7D-599E-B26D-4D5C-4A8FE7B6EE7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5400000" flipH="1">
                        <a:off x="1841907" y="1359927"/>
                        <a:ext cx="373613" cy="400110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 r="-93443" b="-307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100" name="Gruppieren 99">
                  <a:extLst>
                    <a:ext uri="{FF2B5EF4-FFF2-40B4-BE49-F238E27FC236}">
                      <a16:creationId xmlns:a16="http://schemas.microsoft.com/office/drawing/2014/main" id="{DF11837F-2978-B085-6B30-419D8413491A}"/>
                    </a:ext>
                  </a:extLst>
                </p:cNvPr>
                <p:cNvGrpSpPr/>
                <p:nvPr/>
              </p:nvGrpSpPr>
              <p:grpSpPr>
                <a:xfrm>
                  <a:off x="4175219" y="8001471"/>
                  <a:ext cx="173762" cy="173182"/>
                  <a:chOff x="1967139" y="1198419"/>
                  <a:chExt cx="173762" cy="173182"/>
                </a:xfrm>
              </p:grpSpPr>
              <p:sp>
                <p:nvSpPr>
                  <p:cNvPr id="101" name="Ellipse 100">
                    <a:extLst>
                      <a:ext uri="{FF2B5EF4-FFF2-40B4-BE49-F238E27FC236}">
                        <a16:creationId xmlns:a16="http://schemas.microsoft.com/office/drawing/2014/main" id="{DC3810B0-30D4-843C-B3A5-967AAA7AB627}"/>
                      </a:ext>
                    </a:extLst>
                  </p:cNvPr>
                  <p:cNvSpPr/>
                  <p:nvPr/>
                </p:nvSpPr>
                <p:spPr>
                  <a:xfrm>
                    <a:off x="1967139" y="1198419"/>
                    <a:ext cx="173762" cy="173182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 dirty="0"/>
                  </a:p>
                </p:txBody>
              </p:sp>
              <p:sp>
                <p:nvSpPr>
                  <p:cNvPr id="102" name="Ellipse 101">
                    <a:extLst>
                      <a:ext uri="{FF2B5EF4-FFF2-40B4-BE49-F238E27FC236}">
                        <a16:creationId xmlns:a16="http://schemas.microsoft.com/office/drawing/2014/main" id="{A59588A1-F95F-F4CC-61D7-8DFDAC75A584}"/>
                      </a:ext>
                    </a:extLst>
                  </p:cNvPr>
                  <p:cNvSpPr/>
                  <p:nvPr/>
                </p:nvSpPr>
                <p:spPr>
                  <a:xfrm>
                    <a:off x="2031084" y="1262151"/>
                    <a:ext cx="45872" cy="45719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3175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/>
                  </a:p>
                </p:txBody>
              </p:sp>
            </p:grpSp>
          </p:grpSp>
          <p:cxnSp>
            <p:nvCxnSpPr>
              <p:cNvPr id="108" name="Gerade Verbindung mit Pfeil 107">
                <a:extLst>
                  <a:ext uri="{FF2B5EF4-FFF2-40B4-BE49-F238E27FC236}">
                    <a16:creationId xmlns:a16="http://schemas.microsoft.com/office/drawing/2014/main" id="{7CC890CA-0026-24A3-C81F-5CA333860C3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67941" y="7801315"/>
                <a:ext cx="0" cy="1098925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" name="Gerade Verbindung mit Pfeil 109">
                <a:extLst>
                  <a:ext uri="{FF2B5EF4-FFF2-40B4-BE49-F238E27FC236}">
                    <a16:creationId xmlns:a16="http://schemas.microsoft.com/office/drawing/2014/main" id="{029F7F11-25FB-B910-0DD2-3792755672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31873" y="6395211"/>
                <a:ext cx="0" cy="1357844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" name="Gerade Verbindung mit Pfeil 110">
                <a:extLst>
                  <a:ext uri="{FF2B5EF4-FFF2-40B4-BE49-F238E27FC236}">
                    <a16:creationId xmlns:a16="http://schemas.microsoft.com/office/drawing/2014/main" id="{A6FB1D31-C716-857F-0C59-2DAB8BD1BC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61610" y="4173307"/>
                <a:ext cx="0" cy="2216961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Gerade Verbindung mit Pfeil 115">
                <a:extLst>
                  <a:ext uri="{FF2B5EF4-FFF2-40B4-BE49-F238E27FC236}">
                    <a16:creationId xmlns:a16="http://schemas.microsoft.com/office/drawing/2014/main" id="{F2614414-FBE9-31D5-10D2-ED3026AB92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38370" y="3367105"/>
                <a:ext cx="1606480" cy="0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8" name="Gerade Verbindung mit Pfeil 117">
                <a:extLst>
                  <a:ext uri="{FF2B5EF4-FFF2-40B4-BE49-F238E27FC236}">
                    <a16:creationId xmlns:a16="http://schemas.microsoft.com/office/drawing/2014/main" id="{B658931C-7F12-D58D-5537-0768A8C395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7480" y="3367105"/>
                <a:ext cx="900966" cy="0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" name="Gerader Verbinder 119">
                <a:extLst>
                  <a:ext uri="{FF2B5EF4-FFF2-40B4-BE49-F238E27FC236}">
                    <a16:creationId xmlns:a16="http://schemas.microsoft.com/office/drawing/2014/main" id="{D3AA2B21-2CCD-37E4-E4E1-3178F1A30EB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79893" y="8900240"/>
                <a:ext cx="1049639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Gerader Verbinder 123">
                <a:extLst>
                  <a:ext uri="{FF2B5EF4-FFF2-40B4-BE49-F238E27FC236}">
                    <a16:creationId xmlns:a16="http://schemas.microsoft.com/office/drawing/2014/main" id="{997B7FFC-52E2-8768-68F9-473CE024F338}"/>
                  </a:ext>
                </a:extLst>
              </p:cNvPr>
              <p:cNvCxnSpPr>
                <a:cxnSpLocks/>
                <a:endCxn id="33" idx="6"/>
              </p:cNvCxnSpPr>
              <p:nvPr/>
            </p:nvCxnSpPr>
            <p:spPr>
              <a:xfrm flipH="1">
                <a:off x="4741486" y="7778455"/>
                <a:ext cx="1488046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Gerader Verbinder 126">
                <a:extLst>
                  <a:ext uri="{FF2B5EF4-FFF2-40B4-BE49-F238E27FC236}">
                    <a16:creationId xmlns:a16="http://schemas.microsoft.com/office/drawing/2014/main" id="{5A8A19FF-1155-AB15-1FD8-14618933F0C2}"/>
                  </a:ext>
                </a:extLst>
              </p:cNvPr>
              <p:cNvCxnSpPr>
                <a:cxnSpLocks/>
                <a:endCxn id="18" idx="6"/>
              </p:cNvCxnSpPr>
              <p:nvPr/>
            </p:nvCxnSpPr>
            <p:spPr>
              <a:xfrm flipH="1">
                <a:off x="3649597" y="6390268"/>
                <a:ext cx="1973798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Gerader Verbinder 130">
                <a:extLst>
                  <a:ext uri="{FF2B5EF4-FFF2-40B4-BE49-F238E27FC236}">
                    <a16:creationId xmlns:a16="http://schemas.microsoft.com/office/drawing/2014/main" id="{AFB5A0AC-1452-CECF-0C28-F82C7BAEBC1B}"/>
                  </a:ext>
                </a:extLst>
              </p:cNvPr>
              <p:cNvCxnSpPr>
                <a:cxnSpLocks/>
                <a:endCxn id="39" idx="4"/>
              </p:cNvCxnSpPr>
              <p:nvPr/>
            </p:nvCxnSpPr>
            <p:spPr>
              <a:xfrm flipH="1">
                <a:off x="3633011" y="4179729"/>
                <a:ext cx="1328599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Gerader Verbinder 134">
                <a:extLst>
                  <a:ext uri="{FF2B5EF4-FFF2-40B4-BE49-F238E27FC236}">
                    <a16:creationId xmlns:a16="http://schemas.microsoft.com/office/drawing/2014/main" id="{5EAC1BFA-0021-C758-B63B-6F494FF4C15D}"/>
                  </a:ext>
                </a:extLst>
              </p:cNvPr>
              <p:cNvCxnSpPr>
                <a:cxnSpLocks/>
                <a:stCxn id="39" idx="6"/>
              </p:cNvCxnSpPr>
              <p:nvPr/>
            </p:nvCxnSpPr>
            <p:spPr>
              <a:xfrm flipV="1">
                <a:off x="3546420" y="3232794"/>
                <a:ext cx="0" cy="86005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8" name="Gruppieren 87">
                <a:extLst>
                  <a:ext uri="{FF2B5EF4-FFF2-40B4-BE49-F238E27FC236}">
                    <a16:creationId xmlns:a16="http://schemas.microsoft.com/office/drawing/2014/main" id="{6297ECC6-5E45-5D58-0F0E-741D1F09414B}"/>
                  </a:ext>
                </a:extLst>
              </p:cNvPr>
              <p:cNvGrpSpPr/>
              <p:nvPr/>
            </p:nvGrpSpPr>
            <p:grpSpPr>
              <a:xfrm>
                <a:off x="1116737" y="3471880"/>
                <a:ext cx="1327468" cy="918868"/>
                <a:chOff x="3440391" y="7398975"/>
                <a:chExt cx="1327468" cy="918868"/>
              </a:xfrm>
            </p:grpSpPr>
            <p:grpSp>
              <p:nvGrpSpPr>
                <p:cNvPr id="89" name="Gruppieren 88">
                  <a:extLst>
                    <a:ext uri="{FF2B5EF4-FFF2-40B4-BE49-F238E27FC236}">
                      <a16:creationId xmlns:a16="http://schemas.microsoft.com/office/drawing/2014/main" id="{E6AC44EA-E526-EBD8-D537-0EF1CC33DC65}"/>
                    </a:ext>
                  </a:extLst>
                </p:cNvPr>
                <p:cNvGrpSpPr/>
                <p:nvPr/>
              </p:nvGrpSpPr>
              <p:grpSpPr>
                <a:xfrm>
                  <a:off x="3440391" y="7398975"/>
                  <a:ext cx="1327468" cy="918868"/>
                  <a:chOff x="1861018" y="987124"/>
                  <a:chExt cx="1327468" cy="918868"/>
                </a:xfrm>
              </p:grpSpPr>
              <p:cxnSp>
                <p:nvCxnSpPr>
                  <p:cNvPr id="93" name="Gerade Verbindung mit Pfeil 92">
                    <a:extLst>
                      <a:ext uri="{FF2B5EF4-FFF2-40B4-BE49-F238E27FC236}">
                        <a16:creationId xmlns:a16="http://schemas.microsoft.com/office/drawing/2014/main" id="{0916D211-AAB7-48EF-17A3-F849789BA0D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82727" y="1159938"/>
                    <a:ext cx="0" cy="534025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Gerade Verbindung mit Pfeil 93">
                    <a:extLst>
                      <a:ext uri="{FF2B5EF4-FFF2-40B4-BE49-F238E27FC236}">
                        <a16:creationId xmlns:a16="http://schemas.microsoft.com/office/drawing/2014/main" id="{AB4095F2-9E00-1E6A-4913-D16C0595F90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150470" y="1676211"/>
                    <a:ext cx="520974" cy="0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5" name="Textfeld 94">
                        <a:extLst>
                          <a:ext uri="{FF2B5EF4-FFF2-40B4-BE49-F238E27FC236}">
                            <a16:creationId xmlns:a16="http://schemas.microsoft.com/office/drawing/2014/main" id="{0C9DFCE1-3421-F40D-D2EC-DA909907A7C3}"/>
                          </a:ext>
                        </a:extLst>
                      </p:cNvPr>
                      <p:cNvSpPr txBox="1"/>
                      <p:nvPr/>
                    </p:nvSpPr>
                    <p:spPr>
                      <a:xfrm flipH="1">
                        <a:off x="2717685" y="987124"/>
                        <a:ext cx="457939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2000" b="0" i="0" dirty="0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de-DE" sz="2000" b="0" i="0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de-DE" sz="2000" dirty="0"/>
                      </a:p>
                    </p:txBody>
                  </p:sp>
                </mc:Choice>
                <mc:Fallback xmlns="">
                  <p:sp>
                    <p:nvSpPr>
                      <p:cNvPr id="95" name="Textfeld 94">
                        <a:extLst>
                          <a:ext uri="{FF2B5EF4-FFF2-40B4-BE49-F238E27FC236}">
                            <a16:creationId xmlns:a16="http://schemas.microsoft.com/office/drawing/2014/main" id="{0C9DFCE1-3421-F40D-D2EC-DA909907A7C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flipH="1">
                        <a:off x="2717685" y="987124"/>
                        <a:ext cx="457939" cy="400110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 b="-1538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6" name="Textfeld 95">
                        <a:extLst>
                          <a:ext uri="{FF2B5EF4-FFF2-40B4-BE49-F238E27FC236}">
                            <a16:creationId xmlns:a16="http://schemas.microsoft.com/office/drawing/2014/main" id="{3252FFA9-09EF-4830-D6B1-DB2D858C12B5}"/>
                          </a:ext>
                        </a:extLst>
                      </p:cNvPr>
                      <p:cNvSpPr txBox="1"/>
                      <p:nvPr/>
                    </p:nvSpPr>
                    <p:spPr>
                      <a:xfrm flipH="1">
                        <a:off x="2611570" y="1434077"/>
                        <a:ext cx="57691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2000" b="0" i="0" dirty="0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de-DE" sz="2000" b="0" i="0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de-DE" sz="2000" dirty="0"/>
                      </a:p>
                    </p:txBody>
                  </p:sp>
                </mc:Choice>
                <mc:Fallback xmlns="">
                  <p:sp>
                    <p:nvSpPr>
                      <p:cNvPr id="96" name="Textfeld 95">
                        <a:extLst>
                          <a:ext uri="{FF2B5EF4-FFF2-40B4-BE49-F238E27FC236}">
                            <a16:creationId xmlns:a16="http://schemas.microsoft.com/office/drawing/2014/main" id="{3252FFA9-09EF-4830-D6B1-DB2D858C12B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flipH="1">
                        <a:off x="2611570" y="1434077"/>
                        <a:ext cx="576916" cy="400110"/>
                      </a:xfrm>
                      <a:prstGeom prst="rect">
                        <a:avLst/>
                      </a:prstGeom>
                      <a:blipFill>
                        <a:blip r:embed="rId14"/>
                        <a:stretch>
                          <a:fillRect b="-1538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7" name="Textfeld 96">
                        <a:extLst>
                          <a:ext uri="{FF2B5EF4-FFF2-40B4-BE49-F238E27FC236}">
                            <a16:creationId xmlns:a16="http://schemas.microsoft.com/office/drawing/2014/main" id="{6621C4FA-544D-53C2-C7DA-6353EFDD9613}"/>
                          </a:ext>
                        </a:extLst>
                      </p:cNvPr>
                      <p:cNvSpPr txBox="1"/>
                      <p:nvPr/>
                    </p:nvSpPr>
                    <p:spPr>
                      <a:xfrm flipH="1">
                        <a:off x="1861018" y="1505882"/>
                        <a:ext cx="373613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2000" b="0" i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de-DE" sz="2000" b="0" i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de-DE" sz="2000" dirty="0"/>
                      </a:p>
                    </p:txBody>
                  </p:sp>
                </mc:Choice>
                <mc:Fallback xmlns="">
                  <p:sp>
                    <p:nvSpPr>
                      <p:cNvPr id="97" name="Textfeld 96">
                        <a:extLst>
                          <a:ext uri="{FF2B5EF4-FFF2-40B4-BE49-F238E27FC236}">
                            <a16:creationId xmlns:a16="http://schemas.microsoft.com/office/drawing/2014/main" id="{6621C4FA-544D-53C2-C7DA-6353EFDD961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flipH="1">
                        <a:off x="1861018" y="1505882"/>
                        <a:ext cx="373613" cy="400110"/>
                      </a:xfrm>
                      <a:prstGeom prst="rect">
                        <a:avLst/>
                      </a:prstGeom>
                      <a:blipFill>
                        <a:blip r:embed="rId15"/>
                        <a:stretch>
                          <a:fillRect r="-13115" b="-1538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90" name="Gruppieren 89">
                  <a:extLst>
                    <a:ext uri="{FF2B5EF4-FFF2-40B4-BE49-F238E27FC236}">
                      <a16:creationId xmlns:a16="http://schemas.microsoft.com/office/drawing/2014/main" id="{231D1945-A0AB-52A0-7FF7-17CB1722544F}"/>
                    </a:ext>
                  </a:extLst>
                </p:cNvPr>
                <p:cNvGrpSpPr/>
                <p:nvPr/>
              </p:nvGrpSpPr>
              <p:grpSpPr>
                <a:xfrm>
                  <a:off x="4175219" y="8001471"/>
                  <a:ext cx="173762" cy="173182"/>
                  <a:chOff x="1967139" y="1198419"/>
                  <a:chExt cx="173762" cy="173182"/>
                </a:xfrm>
              </p:grpSpPr>
              <p:sp>
                <p:nvSpPr>
                  <p:cNvPr id="91" name="Ellipse 90">
                    <a:extLst>
                      <a:ext uri="{FF2B5EF4-FFF2-40B4-BE49-F238E27FC236}">
                        <a16:creationId xmlns:a16="http://schemas.microsoft.com/office/drawing/2014/main" id="{B3597A0E-7898-C650-B135-55EC703CD02F}"/>
                      </a:ext>
                    </a:extLst>
                  </p:cNvPr>
                  <p:cNvSpPr/>
                  <p:nvPr/>
                </p:nvSpPr>
                <p:spPr>
                  <a:xfrm>
                    <a:off x="1967139" y="1198419"/>
                    <a:ext cx="173762" cy="173182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 dirty="0"/>
                  </a:p>
                </p:txBody>
              </p:sp>
              <p:sp>
                <p:nvSpPr>
                  <p:cNvPr id="92" name="Ellipse 91">
                    <a:extLst>
                      <a:ext uri="{FF2B5EF4-FFF2-40B4-BE49-F238E27FC236}">
                        <a16:creationId xmlns:a16="http://schemas.microsoft.com/office/drawing/2014/main" id="{14595D13-9635-801F-FE2D-DC1AAF63C8D5}"/>
                      </a:ext>
                    </a:extLst>
                  </p:cNvPr>
                  <p:cNvSpPr/>
                  <p:nvPr/>
                </p:nvSpPr>
                <p:spPr>
                  <a:xfrm>
                    <a:off x="2031084" y="1262151"/>
                    <a:ext cx="45872" cy="45719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3175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/>
                  </a:p>
                </p:txBody>
              </p:sp>
            </p:grpSp>
          </p:grpSp>
          <p:cxnSp>
            <p:nvCxnSpPr>
              <p:cNvPr id="142" name="Gerader Verbinder 141">
                <a:extLst>
                  <a:ext uri="{FF2B5EF4-FFF2-40B4-BE49-F238E27FC236}">
                    <a16:creationId xmlns:a16="http://schemas.microsoft.com/office/drawing/2014/main" id="{CA17B321-8250-BB03-851E-45AA345D6C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47867" y="3167842"/>
                <a:ext cx="0" cy="48870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Gerader Verbinder 143">
                <a:extLst>
                  <a:ext uri="{FF2B5EF4-FFF2-40B4-BE49-F238E27FC236}">
                    <a16:creationId xmlns:a16="http://schemas.microsoft.com/office/drawing/2014/main" id="{FB686A55-A689-CD07-E511-28326E3DBF4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5996" y="3232794"/>
                <a:ext cx="0" cy="923999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" name="Textfeld 146">
                <a:extLst>
                  <a:ext uri="{FF2B5EF4-FFF2-40B4-BE49-F238E27FC236}">
                    <a16:creationId xmlns:a16="http://schemas.microsoft.com/office/drawing/2014/main" id="{509D5870-6250-0316-BC8F-EEDC6A196E9C}"/>
                  </a:ext>
                </a:extLst>
              </p:cNvPr>
              <p:cNvSpPr txBox="1"/>
              <p:nvPr/>
            </p:nvSpPr>
            <p:spPr>
              <a:xfrm>
                <a:off x="5444042" y="6901945"/>
                <a:ext cx="15398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0.1 - 0.4  m</a:t>
                </a:r>
              </a:p>
            </p:txBody>
          </p:sp>
          <p:sp>
            <p:nvSpPr>
              <p:cNvPr id="149" name="Textfeld 148">
                <a:extLst>
                  <a:ext uri="{FF2B5EF4-FFF2-40B4-BE49-F238E27FC236}">
                    <a16:creationId xmlns:a16="http://schemas.microsoft.com/office/drawing/2014/main" id="{52CB7B67-830B-4026-A85E-9A88DB984A9C}"/>
                  </a:ext>
                </a:extLst>
              </p:cNvPr>
              <p:cNvSpPr txBox="1"/>
              <p:nvPr/>
            </p:nvSpPr>
            <p:spPr>
              <a:xfrm>
                <a:off x="4961610" y="5083497"/>
                <a:ext cx="177270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0.6 m</a:t>
                </a:r>
              </a:p>
            </p:txBody>
          </p:sp>
          <p:sp>
            <p:nvSpPr>
              <p:cNvPr id="150" name="Textfeld 149">
                <a:extLst>
                  <a:ext uri="{FF2B5EF4-FFF2-40B4-BE49-F238E27FC236}">
                    <a16:creationId xmlns:a16="http://schemas.microsoft.com/office/drawing/2014/main" id="{1D4D1435-E03D-F1CA-4EDA-A434DE101B10}"/>
                  </a:ext>
                </a:extLst>
              </p:cNvPr>
              <p:cNvSpPr txBox="1"/>
              <p:nvPr/>
            </p:nvSpPr>
            <p:spPr>
              <a:xfrm>
                <a:off x="2340311" y="2968961"/>
                <a:ext cx="177270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0.4 m</a:t>
                </a:r>
              </a:p>
            </p:txBody>
          </p:sp>
          <p:sp>
            <p:nvSpPr>
              <p:cNvPr id="151" name="Textfeld 150">
                <a:extLst>
                  <a:ext uri="{FF2B5EF4-FFF2-40B4-BE49-F238E27FC236}">
                    <a16:creationId xmlns:a16="http://schemas.microsoft.com/office/drawing/2014/main" id="{DB97A482-A783-0ECF-E06C-875AB5208E7B}"/>
                  </a:ext>
                </a:extLst>
              </p:cNvPr>
              <p:cNvSpPr txBox="1"/>
              <p:nvPr/>
            </p:nvSpPr>
            <p:spPr>
              <a:xfrm>
                <a:off x="1032562" y="2949511"/>
                <a:ext cx="9910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0.25 m</a:t>
                </a:r>
              </a:p>
            </p:txBody>
          </p:sp>
          <p:cxnSp>
            <p:nvCxnSpPr>
              <p:cNvPr id="17" name="Gerade Verbindung mit Pfeil 16">
                <a:extLst>
                  <a:ext uri="{FF2B5EF4-FFF2-40B4-BE49-F238E27FC236}">
                    <a16:creationId xmlns:a16="http://schemas.microsoft.com/office/drawing/2014/main" id="{A89C2A48-EDC7-35C8-1907-A51C50AE0A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85652" y="8100498"/>
                <a:ext cx="1073702" cy="0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Gerader Verbinder 18">
                <a:extLst>
                  <a:ext uri="{FF2B5EF4-FFF2-40B4-BE49-F238E27FC236}">
                    <a16:creationId xmlns:a16="http://schemas.microsoft.com/office/drawing/2014/main" id="{7C19E394-7D19-C7A8-9E67-66D967FB22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62596" y="6420611"/>
                <a:ext cx="0" cy="192441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94E275E7-90EC-FE1A-4ADB-6CA82D9C7D9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659354" y="7792792"/>
                <a:ext cx="0" cy="48870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16527246-C461-80D1-CFDC-112A3657A17B}"/>
                  </a:ext>
                </a:extLst>
              </p:cNvPr>
              <p:cNvSpPr txBox="1"/>
              <p:nvPr/>
            </p:nvSpPr>
            <p:spPr>
              <a:xfrm>
                <a:off x="3684935" y="8044172"/>
                <a:ext cx="8906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0.3 m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feld 65">
                  <a:extLst>
                    <a:ext uri="{FF2B5EF4-FFF2-40B4-BE49-F238E27FC236}">
                      <a16:creationId xmlns:a16="http://schemas.microsoft.com/office/drawing/2014/main" id="{DD62BBF3-54B4-4ADE-FD01-7E63607F2062}"/>
                    </a:ext>
                  </a:extLst>
                </p:cNvPr>
                <p:cNvSpPr txBox="1"/>
                <p:nvPr/>
              </p:nvSpPr>
              <p:spPr>
                <a:xfrm>
                  <a:off x="3580385" y="5870535"/>
                  <a:ext cx="41028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000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de-DE" sz="3200" dirty="0"/>
                    <a:t> </a:t>
                  </a:r>
                </a:p>
              </p:txBody>
            </p:sp>
          </mc:Choice>
          <mc:Fallback xmlns="">
            <p:sp>
              <p:nvSpPr>
                <p:cNvPr id="66" name="Textfeld 65">
                  <a:extLst>
                    <a:ext uri="{FF2B5EF4-FFF2-40B4-BE49-F238E27FC236}">
                      <a16:creationId xmlns:a16="http://schemas.microsoft.com/office/drawing/2014/main" id="{DD62BBF3-54B4-4ADE-FD01-7E63607F20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385" y="5870535"/>
                  <a:ext cx="410280" cy="58477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7" name="Pfeil: gebogen 66">
              <a:extLst>
                <a:ext uri="{FF2B5EF4-FFF2-40B4-BE49-F238E27FC236}">
                  <a16:creationId xmlns:a16="http://schemas.microsoft.com/office/drawing/2014/main" id="{78C5BEFB-E02F-5D15-0F6A-62D58506EAE9}"/>
                </a:ext>
              </a:extLst>
            </p:cNvPr>
            <p:cNvSpPr/>
            <p:nvPr/>
          </p:nvSpPr>
          <p:spPr>
            <a:xfrm rot="10800000" flipH="1">
              <a:off x="3320662" y="6143479"/>
              <a:ext cx="506933" cy="525048"/>
            </a:xfrm>
            <a:prstGeom prst="circularArrow">
              <a:avLst>
                <a:gd name="adj1" fmla="val 7185"/>
                <a:gd name="adj2" fmla="val 923709"/>
                <a:gd name="adj3" fmla="val 20442418"/>
                <a:gd name="adj4" fmla="val 9670801"/>
                <a:gd name="adj5" fmla="val 13351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3200">
                <a:solidFill>
                  <a:schemeClr val="tx1"/>
                </a:solidFill>
              </a:endParaRPr>
            </a:p>
          </p:txBody>
        </p:sp>
        <p:sp>
          <p:nvSpPr>
            <p:cNvPr id="68" name="Pfeil: nach oben 67">
              <a:extLst>
                <a:ext uri="{FF2B5EF4-FFF2-40B4-BE49-F238E27FC236}">
                  <a16:creationId xmlns:a16="http://schemas.microsoft.com/office/drawing/2014/main" id="{3C70C5E8-7A50-9FE4-1D48-E82B0003A6D8}"/>
                </a:ext>
              </a:extLst>
            </p:cNvPr>
            <p:cNvSpPr/>
            <p:nvPr/>
          </p:nvSpPr>
          <p:spPr>
            <a:xfrm>
              <a:off x="4342485" y="7211757"/>
              <a:ext cx="159614" cy="513496"/>
            </a:xfrm>
            <a:prstGeom prst="upArrow">
              <a:avLst>
                <a:gd name="adj1" fmla="val 26129"/>
                <a:gd name="adj2" fmla="val 500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feld 68">
                  <a:extLst>
                    <a:ext uri="{FF2B5EF4-FFF2-40B4-BE49-F238E27FC236}">
                      <a16:creationId xmlns:a16="http://schemas.microsoft.com/office/drawing/2014/main" id="{005E9A14-8454-35FF-DE56-26F4E891D5E3}"/>
                    </a:ext>
                  </a:extLst>
                </p:cNvPr>
                <p:cNvSpPr txBox="1"/>
                <p:nvPr/>
              </p:nvSpPr>
              <p:spPr>
                <a:xfrm>
                  <a:off x="4002265" y="7162713"/>
                  <a:ext cx="43680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20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sz="3200" dirty="0"/>
                </a:p>
              </p:txBody>
            </p:sp>
          </mc:Choice>
          <mc:Fallback xmlns="">
            <p:sp>
              <p:nvSpPr>
                <p:cNvPr id="69" name="Textfeld 68">
                  <a:extLst>
                    <a:ext uri="{FF2B5EF4-FFF2-40B4-BE49-F238E27FC236}">
                      <a16:creationId xmlns:a16="http://schemas.microsoft.com/office/drawing/2014/main" id="{005E9A14-8454-35FF-DE56-26F4E891D5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2265" y="7162713"/>
                  <a:ext cx="436805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feld 69">
                  <a:extLst>
                    <a:ext uri="{FF2B5EF4-FFF2-40B4-BE49-F238E27FC236}">
                      <a16:creationId xmlns:a16="http://schemas.microsoft.com/office/drawing/2014/main" id="{3C0CBB26-2F95-D206-454D-9E95E4ED8277}"/>
                    </a:ext>
                  </a:extLst>
                </p:cNvPr>
                <p:cNvSpPr txBox="1"/>
                <p:nvPr/>
              </p:nvSpPr>
              <p:spPr>
                <a:xfrm>
                  <a:off x="3621439" y="3835686"/>
                  <a:ext cx="41028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2000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de-DE" sz="3200" dirty="0"/>
                </a:p>
              </p:txBody>
            </p:sp>
          </mc:Choice>
          <mc:Fallback xmlns="">
            <p:sp>
              <p:nvSpPr>
                <p:cNvPr id="70" name="Textfeld 69">
                  <a:extLst>
                    <a:ext uri="{FF2B5EF4-FFF2-40B4-BE49-F238E27FC236}">
                      <a16:creationId xmlns:a16="http://schemas.microsoft.com/office/drawing/2014/main" id="{3C0CBB26-2F95-D206-454D-9E95E4ED82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1439" y="3835686"/>
                  <a:ext cx="410280" cy="400110"/>
                </a:xfrm>
                <a:prstGeom prst="rect">
                  <a:avLst/>
                </a:prstGeom>
                <a:blipFill>
                  <a:blip r:embed="rId18"/>
                  <a:stretch>
                    <a:fillRect r="-597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2" name="Pfeil: gebogen 71">
              <a:extLst>
                <a:ext uri="{FF2B5EF4-FFF2-40B4-BE49-F238E27FC236}">
                  <a16:creationId xmlns:a16="http://schemas.microsoft.com/office/drawing/2014/main" id="{63535F82-BCE5-05E6-D77B-2185891E209C}"/>
                </a:ext>
              </a:extLst>
            </p:cNvPr>
            <p:cNvSpPr/>
            <p:nvPr/>
          </p:nvSpPr>
          <p:spPr>
            <a:xfrm rot="10800000" flipH="1">
              <a:off x="3309129" y="3901279"/>
              <a:ext cx="506933" cy="525048"/>
            </a:xfrm>
            <a:prstGeom prst="circularArrow">
              <a:avLst>
                <a:gd name="adj1" fmla="val 7185"/>
                <a:gd name="adj2" fmla="val 923709"/>
                <a:gd name="adj3" fmla="val 20442418"/>
                <a:gd name="adj4" fmla="val 9670801"/>
                <a:gd name="adj5" fmla="val 13351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32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0183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hteck 169">
            <a:extLst>
              <a:ext uri="{FF2B5EF4-FFF2-40B4-BE49-F238E27FC236}">
                <a16:creationId xmlns:a16="http://schemas.microsoft.com/office/drawing/2014/main" id="{E93A02FC-8496-B670-CD2C-9446E657C91B}"/>
              </a:ext>
            </a:extLst>
          </p:cNvPr>
          <p:cNvSpPr/>
          <p:nvPr/>
        </p:nvSpPr>
        <p:spPr>
          <a:xfrm rot="19447489" flipH="1">
            <a:off x="4718856" y="2641458"/>
            <a:ext cx="118635" cy="1314626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9" name="Rechteck 168">
            <a:extLst>
              <a:ext uri="{FF2B5EF4-FFF2-40B4-BE49-F238E27FC236}">
                <a16:creationId xmlns:a16="http://schemas.microsoft.com/office/drawing/2014/main" id="{329A123D-CEDF-B2AF-00F2-F5D645189394}"/>
              </a:ext>
            </a:extLst>
          </p:cNvPr>
          <p:cNvSpPr/>
          <p:nvPr/>
        </p:nvSpPr>
        <p:spPr>
          <a:xfrm rot="2152511">
            <a:off x="5611142" y="2620496"/>
            <a:ext cx="118635" cy="1314626"/>
          </a:xfrm>
          <a:prstGeom prst="rect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3" name="Rechteck 162">
            <a:extLst>
              <a:ext uri="{FF2B5EF4-FFF2-40B4-BE49-F238E27FC236}">
                <a16:creationId xmlns:a16="http://schemas.microsoft.com/office/drawing/2014/main" id="{CCD71996-AFA7-0D4A-B5B9-2FF720B1CAB0}"/>
              </a:ext>
            </a:extLst>
          </p:cNvPr>
          <p:cNvSpPr/>
          <p:nvPr/>
        </p:nvSpPr>
        <p:spPr>
          <a:xfrm rot="1944534">
            <a:off x="5592326" y="9324894"/>
            <a:ext cx="140276" cy="122889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hteck 126">
            <a:extLst>
              <a:ext uri="{FF2B5EF4-FFF2-40B4-BE49-F238E27FC236}">
                <a16:creationId xmlns:a16="http://schemas.microsoft.com/office/drawing/2014/main" id="{2997E124-D2CC-C2D3-1B45-EEA01F4188C9}"/>
              </a:ext>
            </a:extLst>
          </p:cNvPr>
          <p:cNvSpPr/>
          <p:nvPr/>
        </p:nvSpPr>
        <p:spPr>
          <a:xfrm>
            <a:off x="3876675" y="6248968"/>
            <a:ext cx="2381363" cy="579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76200" prstMaterial="matte"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5" name="Kreis: nicht ausgefüllt 94">
            <a:extLst>
              <a:ext uri="{FF2B5EF4-FFF2-40B4-BE49-F238E27FC236}">
                <a16:creationId xmlns:a16="http://schemas.microsoft.com/office/drawing/2014/main" id="{8A3213FE-F572-FC9B-2A9F-C812B562EDF4}"/>
              </a:ext>
            </a:extLst>
          </p:cNvPr>
          <p:cNvSpPr/>
          <p:nvPr/>
        </p:nvSpPr>
        <p:spPr>
          <a:xfrm>
            <a:off x="915717" y="6268508"/>
            <a:ext cx="1910965" cy="212491"/>
          </a:xfrm>
          <a:prstGeom prst="donut">
            <a:avLst>
              <a:gd name="adj" fmla="val 2864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76200" prstMaterial="matte"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D6E21601-A57A-5494-1059-146A5FE5945B}"/>
              </a:ext>
            </a:extLst>
          </p:cNvPr>
          <p:cNvGrpSpPr/>
          <p:nvPr/>
        </p:nvGrpSpPr>
        <p:grpSpPr>
          <a:xfrm>
            <a:off x="3772464" y="2418777"/>
            <a:ext cx="2910830" cy="2910830"/>
            <a:chOff x="-60233" y="5230706"/>
            <a:chExt cx="6848475" cy="6848475"/>
          </a:xfrm>
        </p:grpSpPr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D01F29C1-375C-4015-BA1D-7EEC6D675147}"/>
                </a:ext>
              </a:extLst>
            </p:cNvPr>
            <p:cNvSpPr/>
            <p:nvPr/>
          </p:nvSpPr>
          <p:spPr>
            <a:xfrm>
              <a:off x="2821080" y="9400413"/>
              <a:ext cx="1085850" cy="70628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E0744A26-5744-3005-474B-00FAE3361F04}"/>
                </a:ext>
              </a:extLst>
            </p:cNvPr>
            <p:cNvSpPr/>
            <p:nvPr/>
          </p:nvSpPr>
          <p:spPr>
            <a:xfrm>
              <a:off x="3192555" y="8850157"/>
              <a:ext cx="315525" cy="55025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hteck 43">
              <a:extLst>
                <a:ext uri="{FF2B5EF4-FFF2-40B4-BE49-F238E27FC236}">
                  <a16:creationId xmlns:a16="http://schemas.microsoft.com/office/drawing/2014/main" id="{198418F4-5B26-02F1-DEE3-15DEBF96AE03}"/>
                </a:ext>
              </a:extLst>
            </p:cNvPr>
            <p:cNvSpPr/>
            <p:nvPr/>
          </p:nvSpPr>
          <p:spPr>
            <a:xfrm>
              <a:off x="3192555" y="6968022"/>
              <a:ext cx="315525" cy="149025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7E35EE5F-7A2A-8F4C-11B3-07E2C3C6D2A5}"/>
                </a:ext>
              </a:extLst>
            </p:cNvPr>
            <p:cNvSpPr/>
            <p:nvPr/>
          </p:nvSpPr>
          <p:spPr>
            <a:xfrm>
              <a:off x="3059205" y="8348790"/>
              <a:ext cx="609600" cy="6096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Kreis: nicht ausgefüllt 45">
              <a:extLst>
                <a:ext uri="{FF2B5EF4-FFF2-40B4-BE49-F238E27FC236}">
                  <a16:creationId xmlns:a16="http://schemas.microsoft.com/office/drawing/2014/main" id="{11F859BE-CD7F-6664-24EE-1C83A1D2D9EB}"/>
                </a:ext>
              </a:extLst>
            </p:cNvPr>
            <p:cNvSpPr/>
            <p:nvPr/>
          </p:nvSpPr>
          <p:spPr>
            <a:xfrm>
              <a:off x="-60233" y="5230706"/>
              <a:ext cx="6848475" cy="6848475"/>
            </a:xfrm>
            <a:prstGeom prst="donut">
              <a:avLst>
                <a:gd name="adj" fmla="val 2692"/>
              </a:avLst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76B9A34F-0F42-7154-02DC-2F6575184DD2}"/>
                </a:ext>
              </a:extLst>
            </p:cNvPr>
            <p:cNvSpPr/>
            <p:nvPr/>
          </p:nvSpPr>
          <p:spPr>
            <a:xfrm rot="4277537">
              <a:off x="4310046" y="5379165"/>
              <a:ext cx="315526" cy="191967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CDE698BE-B654-4320-4363-B4769F4B89DB}"/>
                </a:ext>
              </a:extLst>
            </p:cNvPr>
            <p:cNvSpPr/>
            <p:nvPr/>
          </p:nvSpPr>
          <p:spPr>
            <a:xfrm rot="17322463" flipH="1">
              <a:off x="2085834" y="5359832"/>
              <a:ext cx="315526" cy="1919678"/>
            </a:xfrm>
            <a:prstGeom prst="rect">
              <a:avLst/>
            </a:prstGeom>
            <a:pattFill prst="wdUp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Ellipse 47">
              <a:extLst>
                <a:ext uri="{FF2B5EF4-FFF2-40B4-BE49-F238E27FC236}">
                  <a16:creationId xmlns:a16="http://schemas.microsoft.com/office/drawing/2014/main" id="{5EE551C2-E488-5708-320A-670649F44A67}"/>
                </a:ext>
              </a:extLst>
            </p:cNvPr>
            <p:cNvSpPr/>
            <p:nvPr/>
          </p:nvSpPr>
          <p:spPr>
            <a:xfrm>
              <a:off x="3045517" y="6432288"/>
              <a:ext cx="609600" cy="6096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1" name="Kreis: nicht ausgefüllt 60">
            <a:extLst>
              <a:ext uri="{FF2B5EF4-FFF2-40B4-BE49-F238E27FC236}">
                <a16:creationId xmlns:a16="http://schemas.microsoft.com/office/drawing/2014/main" id="{96BB3E9C-276C-7AF3-4803-2B51E4E457B7}"/>
              </a:ext>
            </a:extLst>
          </p:cNvPr>
          <p:cNvSpPr/>
          <p:nvPr/>
        </p:nvSpPr>
        <p:spPr>
          <a:xfrm>
            <a:off x="4280045" y="2099275"/>
            <a:ext cx="1874097" cy="1874097"/>
          </a:xfrm>
          <a:prstGeom prst="donut">
            <a:avLst>
              <a:gd name="adj" fmla="val 2692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0172B6C-EDEB-1C14-7378-602E53215FBF}"/>
              </a:ext>
            </a:extLst>
          </p:cNvPr>
          <p:cNvSpPr/>
          <p:nvPr/>
        </p:nvSpPr>
        <p:spPr>
          <a:xfrm>
            <a:off x="1501443" y="4114842"/>
            <a:ext cx="461522" cy="30019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1C3B4BA-FF39-814E-24DA-F7DDBE7C31FC}"/>
              </a:ext>
            </a:extLst>
          </p:cNvPr>
          <p:cNvSpPr/>
          <p:nvPr/>
        </p:nvSpPr>
        <p:spPr>
          <a:xfrm>
            <a:off x="1659332" y="3880965"/>
            <a:ext cx="134109" cy="2338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E24FF80-B0BE-24B5-C232-D7C5FDCBD500}"/>
              </a:ext>
            </a:extLst>
          </p:cNvPr>
          <p:cNvSpPr/>
          <p:nvPr/>
        </p:nvSpPr>
        <p:spPr>
          <a:xfrm>
            <a:off x="1659332" y="3080995"/>
            <a:ext cx="134109" cy="6334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6FD7654D-6B40-7CC3-A63B-F25BB4C2F518}"/>
              </a:ext>
            </a:extLst>
          </p:cNvPr>
          <p:cNvSpPr/>
          <p:nvPr/>
        </p:nvSpPr>
        <p:spPr>
          <a:xfrm>
            <a:off x="1602654" y="3667867"/>
            <a:ext cx="259100" cy="2591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Kreis: nicht ausgefüllt 8">
            <a:extLst>
              <a:ext uri="{FF2B5EF4-FFF2-40B4-BE49-F238E27FC236}">
                <a16:creationId xmlns:a16="http://schemas.microsoft.com/office/drawing/2014/main" id="{D1A98818-CB39-00A8-4D73-B96EFB60A61F}"/>
              </a:ext>
            </a:extLst>
          </p:cNvPr>
          <p:cNvSpPr/>
          <p:nvPr/>
        </p:nvSpPr>
        <p:spPr>
          <a:xfrm>
            <a:off x="276789" y="2342578"/>
            <a:ext cx="2910830" cy="2910830"/>
          </a:xfrm>
          <a:prstGeom prst="donut">
            <a:avLst>
              <a:gd name="adj" fmla="val 2692"/>
            </a:avLst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A59DCF6-BB57-4104-3FF7-2DBF8ED28245}"/>
              </a:ext>
            </a:extLst>
          </p:cNvPr>
          <p:cNvSpPr/>
          <p:nvPr/>
        </p:nvSpPr>
        <p:spPr>
          <a:xfrm>
            <a:off x="1659332" y="2078543"/>
            <a:ext cx="134109" cy="81592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BE67E0C-DCF5-B9C7-907A-58EDF042FC0C}"/>
              </a:ext>
            </a:extLst>
          </p:cNvPr>
          <p:cNvSpPr/>
          <p:nvPr/>
        </p:nvSpPr>
        <p:spPr>
          <a:xfrm>
            <a:off x="1596836" y="2853290"/>
            <a:ext cx="259100" cy="2591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D02E4AB8-0A78-FBF5-8706-0776D18F3DB8}"/>
              </a:ext>
            </a:extLst>
          </p:cNvPr>
          <p:cNvGrpSpPr/>
          <p:nvPr/>
        </p:nvGrpSpPr>
        <p:grpSpPr>
          <a:xfrm rot="900000">
            <a:off x="1697037" y="3790621"/>
            <a:ext cx="1440188" cy="379146"/>
            <a:chOff x="1721420" y="3596663"/>
            <a:chExt cx="1442192" cy="379146"/>
          </a:xfrm>
        </p:grpSpPr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A912CEC5-1423-7465-16D6-0FF3A59628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1420" y="3797168"/>
              <a:ext cx="144219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EA4E3043-A0FA-2137-2C5D-05499BB5B198}"/>
                </a:ext>
              </a:extLst>
            </p:cNvPr>
            <p:cNvCxnSpPr>
              <a:cxnSpLocks/>
            </p:cNvCxnSpPr>
            <p:nvPr/>
          </p:nvCxnSpPr>
          <p:spPr>
            <a:xfrm>
              <a:off x="3157583" y="3648866"/>
              <a:ext cx="0" cy="326943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A88E6AAF-D8F2-549A-894D-22A2B78B8DD5}"/>
                </a:ext>
              </a:extLst>
            </p:cNvPr>
            <p:cNvCxnSpPr>
              <a:cxnSpLocks/>
            </p:cNvCxnSpPr>
            <p:nvPr/>
          </p:nvCxnSpPr>
          <p:spPr>
            <a:xfrm>
              <a:off x="1721420" y="3596663"/>
              <a:ext cx="0" cy="37914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feld 20">
            <a:extLst>
              <a:ext uri="{FF2B5EF4-FFF2-40B4-BE49-F238E27FC236}">
                <a16:creationId xmlns:a16="http://schemas.microsoft.com/office/drawing/2014/main" id="{E454CE33-3B82-0498-7513-D1C9DE37DB32}"/>
              </a:ext>
            </a:extLst>
          </p:cNvPr>
          <p:cNvSpPr txBox="1"/>
          <p:nvPr/>
        </p:nvSpPr>
        <p:spPr>
          <a:xfrm>
            <a:off x="2376937" y="3714404"/>
            <a:ext cx="388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50" name="Kreis: nicht ausgefüllt 49">
            <a:extLst>
              <a:ext uri="{FF2B5EF4-FFF2-40B4-BE49-F238E27FC236}">
                <a16:creationId xmlns:a16="http://schemas.microsoft.com/office/drawing/2014/main" id="{96805F6D-2615-0E9A-1E5D-EC539635625F}"/>
              </a:ext>
            </a:extLst>
          </p:cNvPr>
          <p:cNvSpPr/>
          <p:nvPr/>
        </p:nvSpPr>
        <p:spPr>
          <a:xfrm>
            <a:off x="778343" y="2023076"/>
            <a:ext cx="1874097" cy="1874097"/>
          </a:xfrm>
          <a:prstGeom prst="donut">
            <a:avLst>
              <a:gd name="adj" fmla="val 2692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C811964F-8D3D-300C-407B-31667CA0EDD8}"/>
              </a:ext>
            </a:extLst>
          </p:cNvPr>
          <p:cNvGrpSpPr/>
          <p:nvPr/>
        </p:nvGrpSpPr>
        <p:grpSpPr>
          <a:xfrm rot="900000">
            <a:off x="1706538" y="2922671"/>
            <a:ext cx="882543" cy="379146"/>
            <a:chOff x="1721420" y="3596663"/>
            <a:chExt cx="1442192" cy="379146"/>
          </a:xfrm>
        </p:grpSpPr>
        <p:cxnSp>
          <p:nvCxnSpPr>
            <p:cNvPr id="57" name="Gerade Verbindung mit Pfeil 56">
              <a:extLst>
                <a:ext uri="{FF2B5EF4-FFF2-40B4-BE49-F238E27FC236}">
                  <a16:creationId xmlns:a16="http://schemas.microsoft.com/office/drawing/2014/main" id="{57B1E8EC-F7F4-A2CF-BA0E-9D4F11E1A2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1420" y="3797168"/>
              <a:ext cx="144219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8B95C89A-4526-CCC4-B4E1-58C8A7DEDA12}"/>
                </a:ext>
              </a:extLst>
            </p:cNvPr>
            <p:cNvCxnSpPr>
              <a:cxnSpLocks/>
            </p:cNvCxnSpPr>
            <p:nvPr/>
          </p:nvCxnSpPr>
          <p:spPr>
            <a:xfrm>
              <a:off x="3157583" y="3648866"/>
              <a:ext cx="0" cy="326943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r Verbinder 58">
              <a:extLst>
                <a:ext uri="{FF2B5EF4-FFF2-40B4-BE49-F238E27FC236}">
                  <a16:creationId xmlns:a16="http://schemas.microsoft.com/office/drawing/2014/main" id="{4B482D74-D3B4-F750-0BE5-1DDEFA61FF11}"/>
                </a:ext>
              </a:extLst>
            </p:cNvPr>
            <p:cNvCxnSpPr>
              <a:cxnSpLocks/>
            </p:cNvCxnSpPr>
            <p:nvPr/>
          </p:nvCxnSpPr>
          <p:spPr>
            <a:xfrm>
              <a:off x="1721420" y="3596663"/>
              <a:ext cx="0" cy="37914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56051F9C-EEBF-D64A-0C30-C7774D23A608}"/>
                  </a:ext>
                </a:extLst>
              </p:cNvPr>
              <p:cNvSpPr txBox="1"/>
              <p:nvPr/>
            </p:nvSpPr>
            <p:spPr>
              <a:xfrm>
                <a:off x="1965482" y="2822031"/>
                <a:ext cx="3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de-DE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56051F9C-EEBF-D64A-0C30-C7774D23A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482" y="2822031"/>
                <a:ext cx="38844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extfeld 65">
            <a:extLst>
              <a:ext uri="{FF2B5EF4-FFF2-40B4-BE49-F238E27FC236}">
                <a16:creationId xmlns:a16="http://schemas.microsoft.com/office/drawing/2014/main" id="{42CF5C15-3330-F50C-6765-970FF031C13B}"/>
              </a:ext>
            </a:extLst>
          </p:cNvPr>
          <p:cNvSpPr txBox="1"/>
          <p:nvPr/>
        </p:nvSpPr>
        <p:spPr>
          <a:xfrm>
            <a:off x="5368655" y="3026788"/>
            <a:ext cx="388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feld 66">
                <a:extLst>
                  <a:ext uri="{FF2B5EF4-FFF2-40B4-BE49-F238E27FC236}">
                    <a16:creationId xmlns:a16="http://schemas.microsoft.com/office/drawing/2014/main" id="{B80FD796-E54B-90DA-E790-8936F4C3B8A5}"/>
                  </a:ext>
                </a:extLst>
              </p:cNvPr>
              <p:cNvSpPr txBox="1"/>
              <p:nvPr/>
            </p:nvSpPr>
            <p:spPr>
              <a:xfrm>
                <a:off x="5273932" y="2472265"/>
                <a:ext cx="4102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4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de-DE" sz="1400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sz="2000" dirty="0"/>
                  <a:t> </a:t>
                </a:r>
              </a:p>
            </p:txBody>
          </p:sp>
        </mc:Choice>
        <mc:Fallback xmlns="">
          <p:sp>
            <p:nvSpPr>
              <p:cNvPr id="67" name="Textfeld 66">
                <a:extLst>
                  <a:ext uri="{FF2B5EF4-FFF2-40B4-BE49-F238E27FC236}">
                    <a16:creationId xmlns:a16="http://schemas.microsoft.com/office/drawing/2014/main" id="{B80FD796-E54B-90DA-E790-8936F4C3B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32" y="2472265"/>
                <a:ext cx="410280" cy="400110"/>
              </a:xfrm>
              <a:prstGeom prst="rect">
                <a:avLst/>
              </a:prstGeom>
              <a:blipFill>
                <a:blip r:embed="rId3"/>
                <a:stretch>
                  <a:fillRect r="-11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Pfeil: gebogen 67">
            <a:extLst>
              <a:ext uri="{FF2B5EF4-FFF2-40B4-BE49-F238E27FC236}">
                <a16:creationId xmlns:a16="http://schemas.microsoft.com/office/drawing/2014/main" id="{96EE1D96-5DCF-0604-C3D8-0D291722FEAC}"/>
              </a:ext>
            </a:extLst>
          </p:cNvPr>
          <p:cNvSpPr/>
          <p:nvPr/>
        </p:nvSpPr>
        <p:spPr>
          <a:xfrm rot="20304312" flipH="1">
            <a:off x="4962843" y="2805699"/>
            <a:ext cx="506933" cy="525048"/>
          </a:xfrm>
          <a:prstGeom prst="circularArrow">
            <a:avLst>
              <a:gd name="adj1" fmla="val 7185"/>
              <a:gd name="adj2" fmla="val 923709"/>
              <a:gd name="adj3" fmla="val 20442418"/>
              <a:gd name="adj4" fmla="val 9670801"/>
              <a:gd name="adj5" fmla="val 1335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2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feld 69">
                <a:extLst>
                  <a:ext uri="{FF2B5EF4-FFF2-40B4-BE49-F238E27FC236}">
                    <a16:creationId xmlns:a16="http://schemas.microsoft.com/office/drawing/2014/main" id="{441E206E-7A07-DA3C-BCD3-B381D5E50133}"/>
                  </a:ext>
                </a:extLst>
              </p:cNvPr>
              <p:cNvSpPr txBox="1"/>
              <p:nvPr/>
            </p:nvSpPr>
            <p:spPr>
              <a:xfrm>
                <a:off x="4747954" y="2464476"/>
                <a:ext cx="4102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 sz="1400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sz="2000" dirty="0"/>
                  <a:t> </a:t>
                </a:r>
              </a:p>
            </p:txBody>
          </p:sp>
        </mc:Choice>
        <mc:Fallback xmlns="">
          <p:sp>
            <p:nvSpPr>
              <p:cNvPr id="70" name="Textfeld 69">
                <a:extLst>
                  <a:ext uri="{FF2B5EF4-FFF2-40B4-BE49-F238E27FC236}">
                    <a16:creationId xmlns:a16="http://schemas.microsoft.com/office/drawing/2014/main" id="{441E206E-7A07-DA3C-BCD3-B381D5E50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7954" y="2464476"/>
                <a:ext cx="41028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F0D74BC9-7543-3D50-143A-09D5F1D186A2}"/>
              </a:ext>
            </a:extLst>
          </p:cNvPr>
          <p:cNvCxnSpPr>
            <a:cxnSpLocks/>
            <a:stCxn id="46" idx="0"/>
            <a:endCxn id="48" idx="0"/>
          </p:cNvCxnSpPr>
          <p:nvPr/>
        </p:nvCxnSpPr>
        <p:spPr>
          <a:xfrm flipH="1">
            <a:off x="5222061" y="2418777"/>
            <a:ext cx="5818" cy="510712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Halbbogen 74">
            <a:extLst>
              <a:ext uri="{FF2B5EF4-FFF2-40B4-BE49-F238E27FC236}">
                <a16:creationId xmlns:a16="http://schemas.microsoft.com/office/drawing/2014/main" id="{A87049D7-3010-EEC8-401E-967D1885C80E}"/>
              </a:ext>
            </a:extLst>
          </p:cNvPr>
          <p:cNvSpPr/>
          <p:nvPr/>
        </p:nvSpPr>
        <p:spPr>
          <a:xfrm rot="11163210" flipH="1" flipV="1">
            <a:off x="482046" y="5795124"/>
            <a:ext cx="2194312" cy="3139979"/>
          </a:xfrm>
          <a:prstGeom prst="blockArc">
            <a:avLst>
              <a:gd name="adj1" fmla="val 16811896"/>
              <a:gd name="adj2" fmla="val 19710707"/>
              <a:gd name="adj3" fmla="val 1687"/>
            </a:avLst>
          </a:prstGeom>
          <a:solidFill>
            <a:srgbClr val="FFC000"/>
          </a:solidFill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Kreis: nicht ausgefüllt 75">
            <a:extLst>
              <a:ext uri="{FF2B5EF4-FFF2-40B4-BE49-F238E27FC236}">
                <a16:creationId xmlns:a16="http://schemas.microsoft.com/office/drawing/2014/main" id="{99BCE46F-AB3C-7300-8813-2B6E91A3130B}"/>
              </a:ext>
            </a:extLst>
          </p:cNvPr>
          <p:cNvSpPr/>
          <p:nvPr/>
        </p:nvSpPr>
        <p:spPr>
          <a:xfrm>
            <a:off x="599066" y="5844264"/>
            <a:ext cx="2588553" cy="2588553"/>
          </a:xfrm>
          <a:prstGeom prst="donut">
            <a:avLst>
              <a:gd name="adj" fmla="val 2692"/>
            </a:avLst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7" name="Stern: 6 Zacken 76">
            <a:extLst>
              <a:ext uri="{FF2B5EF4-FFF2-40B4-BE49-F238E27FC236}">
                <a16:creationId xmlns:a16="http://schemas.microsoft.com/office/drawing/2014/main" id="{7418235B-9F6C-0AC4-F35E-CFA68279AF4D}"/>
              </a:ext>
            </a:extLst>
          </p:cNvPr>
          <p:cNvSpPr/>
          <p:nvPr/>
        </p:nvSpPr>
        <p:spPr>
          <a:xfrm rot="227872">
            <a:off x="2316735" y="6193965"/>
            <a:ext cx="190654" cy="190654"/>
          </a:xfrm>
          <a:prstGeom prst="star6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Zylinder 77">
            <a:extLst>
              <a:ext uri="{FF2B5EF4-FFF2-40B4-BE49-F238E27FC236}">
                <a16:creationId xmlns:a16="http://schemas.microsoft.com/office/drawing/2014/main" id="{5FB8FCA4-A55A-3AFD-A043-9404B1870C46}"/>
              </a:ext>
            </a:extLst>
          </p:cNvPr>
          <p:cNvSpPr/>
          <p:nvPr/>
        </p:nvSpPr>
        <p:spPr>
          <a:xfrm>
            <a:off x="1528736" y="7557413"/>
            <a:ext cx="729213" cy="483968"/>
          </a:xfrm>
          <a:prstGeom prst="ca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79" name="Zylinder 78">
            <a:extLst>
              <a:ext uri="{FF2B5EF4-FFF2-40B4-BE49-F238E27FC236}">
                <a16:creationId xmlns:a16="http://schemas.microsoft.com/office/drawing/2014/main" id="{3B4896B6-525A-FECE-5295-74E15069D462}"/>
              </a:ext>
            </a:extLst>
          </p:cNvPr>
          <p:cNvSpPr/>
          <p:nvPr/>
        </p:nvSpPr>
        <p:spPr>
          <a:xfrm>
            <a:off x="1800204" y="7138541"/>
            <a:ext cx="186278" cy="485868"/>
          </a:xfrm>
          <a:prstGeom prst="ca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80" name="Zylinder 79">
            <a:extLst>
              <a:ext uri="{FF2B5EF4-FFF2-40B4-BE49-F238E27FC236}">
                <a16:creationId xmlns:a16="http://schemas.microsoft.com/office/drawing/2014/main" id="{6583EF63-3D12-1107-3496-7BBB38502BA9}"/>
              </a:ext>
            </a:extLst>
          </p:cNvPr>
          <p:cNvSpPr/>
          <p:nvPr/>
        </p:nvSpPr>
        <p:spPr>
          <a:xfrm rot="16200000">
            <a:off x="1794795" y="6853761"/>
            <a:ext cx="186278" cy="485868"/>
          </a:xfrm>
          <a:prstGeom prst="ca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81" name="Kreis: nicht ausgefüllt 80">
            <a:extLst>
              <a:ext uri="{FF2B5EF4-FFF2-40B4-BE49-F238E27FC236}">
                <a16:creationId xmlns:a16="http://schemas.microsoft.com/office/drawing/2014/main" id="{6EB8249B-7406-B5F5-6F8C-E352BEDE619E}"/>
              </a:ext>
            </a:extLst>
          </p:cNvPr>
          <p:cNvSpPr/>
          <p:nvPr/>
        </p:nvSpPr>
        <p:spPr>
          <a:xfrm>
            <a:off x="599065" y="6814593"/>
            <a:ext cx="2583379" cy="452107"/>
          </a:xfrm>
          <a:prstGeom prst="donut">
            <a:avLst>
              <a:gd name="adj" fmla="val 13391"/>
            </a:avLst>
          </a:prstGeom>
          <a:solidFill>
            <a:srgbClr val="FFC00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76200" prstMaterial="matte"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2" name="Würfel 81">
            <a:extLst>
              <a:ext uri="{FF2B5EF4-FFF2-40B4-BE49-F238E27FC236}">
                <a16:creationId xmlns:a16="http://schemas.microsoft.com/office/drawing/2014/main" id="{A7E2E8E7-5199-AA05-724C-77A9B116B770}"/>
              </a:ext>
            </a:extLst>
          </p:cNvPr>
          <p:cNvSpPr/>
          <p:nvPr/>
        </p:nvSpPr>
        <p:spPr>
          <a:xfrm flipH="1">
            <a:off x="1790759" y="5872321"/>
            <a:ext cx="229330" cy="1175944"/>
          </a:xfrm>
          <a:prstGeom prst="cube">
            <a:avLst>
              <a:gd name="adj" fmla="val 17858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379EF47B-EA6A-1E22-9D8C-8DFD978D5302}"/>
              </a:ext>
            </a:extLst>
          </p:cNvPr>
          <p:cNvGrpSpPr/>
          <p:nvPr/>
        </p:nvGrpSpPr>
        <p:grpSpPr>
          <a:xfrm>
            <a:off x="1750267" y="6417438"/>
            <a:ext cx="326303" cy="61293"/>
            <a:chOff x="1672508" y="7200899"/>
            <a:chExt cx="326303" cy="61293"/>
          </a:xfrm>
        </p:grpSpPr>
        <p:sp>
          <p:nvSpPr>
            <p:cNvPr id="99" name="Rechteck 98">
              <a:extLst>
                <a:ext uri="{FF2B5EF4-FFF2-40B4-BE49-F238E27FC236}">
                  <a16:creationId xmlns:a16="http://schemas.microsoft.com/office/drawing/2014/main" id="{C382E6F7-C039-50AE-150C-5EE7F45FAE34}"/>
                </a:ext>
              </a:extLst>
            </p:cNvPr>
            <p:cNvSpPr/>
            <p:nvPr/>
          </p:nvSpPr>
          <p:spPr>
            <a:xfrm>
              <a:off x="1682436" y="7200899"/>
              <a:ext cx="290457" cy="6129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7" name="Gerader Verbinder 96">
              <a:extLst>
                <a:ext uri="{FF2B5EF4-FFF2-40B4-BE49-F238E27FC236}">
                  <a16:creationId xmlns:a16="http://schemas.microsoft.com/office/drawing/2014/main" id="{A44D37B5-DBE3-9D90-D82F-03E75CFDA3C2}"/>
                </a:ext>
              </a:extLst>
            </p:cNvPr>
            <p:cNvCxnSpPr/>
            <p:nvPr/>
          </p:nvCxnSpPr>
          <p:spPr>
            <a:xfrm>
              <a:off x="1672508" y="7203280"/>
              <a:ext cx="32059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Gerader Verbinder 97">
              <a:extLst>
                <a:ext uri="{FF2B5EF4-FFF2-40B4-BE49-F238E27FC236}">
                  <a16:creationId xmlns:a16="http://schemas.microsoft.com/office/drawing/2014/main" id="{2AB01BDB-7D7D-251B-7D29-42BEDE03360D}"/>
                </a:ext>
              </a:extLst>
            </p:cNvPr>
            <p:cNvCxnSpPr/>
            <p:nvPr/>
          </p:nvCxnSpPr>
          <p:spPr>
            <a:xfrm>
              <a:off x="1678213" y="7262079"/>
              <a:ext cx="32059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Gruppieren 100">
            <a:extLst>
              <a:ext uri="{FF2B5EF4-FFF2-40B4-BE49-F238E27FC236}">
                <a16:creationId xmlns:a16="http://schemas.microsoft.com/office/drawing/2014/main" id="{2FBBB546-EAEE-7D1C-FB87-08A84EB1ADFD}"/>
              </a:ext>
            </a:extLst>
          </p:cNvPr>
          <p:cNvGrpSpPr/>
          <p:nvPr/>
        </p:nvGrpSpPr>
        <p:grpSpPr>
          <a:xfrm rot="21088293">
            <a:off x="2307764" y="6404917"/>
            <a:ext cx="279618" cy="66525"/>
            <a:chOff x="1535064" y="7193970"/>
            <a:chExt cx="462865" cy="76314"/>
          </a:xfrm>
        </p:grpSpPr>
        <p:sp>
          <p:nvSpPr>
            <p:cNvPr id="102" name="Rechteck 101">
              <a:extLst>
                <a:ext uri="{FF2B5EF4-FFF2-40B4-BE49-F238E27FC236}">
                  <a16:creationId xmlns:a16="http://schemas.microsoft.com/office/drawing/2014/main" id="{73BF76DA-0AC6-6F67-99F1-E0BF5004B199}"/>
                </a:ext>
              </a:extLst>
            </p:cNvPr>
            <p:cNvSpPr/>
            <p:nvPr/>
          </p:nvSpPr>
          <p:spPr>
            <a:xfrm>
              <a:off x="1682436" y="7200899"/>
              <a:ext cx="290457" cy="6129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3" name="Gerader Verbinder 102">
              <a:extLst>
                <a:ext uri="{FF2B5EF4-FFF2-40B4-BE49-F238E27FC236}">
                  <a16:creationId xmlns:a16="http://schemas.microsoft.com/office/drawing/2014/main" id="{6EAB9F40-507C-227E-680B-A2A6E649B3C0}"/>
                </a:ext>
              </a:extLst>
            </p:cNvPr>
            <p:cNvCxnSpPr>
              <a:cxnSpLocks/>
            </p:cNvCxnSpPr>
            <p:nvPr/>
          </p:nvCxnSpPr>
          <p:spPr>
            <a:xfrm rot="511707" flipV="1">
              <a:off x="1611647" y="7193985"/>
              <a:ext cx="358257" cy="111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Gerader Verbinder 103">
              <a:extLst>
                <a:ext uri="{FF2B5EF4-FFF2-40B4-BE49-F238E27FC236}">
                  <a16:creationId xmlns:a16="http://schemas.microsoft.com/office/drawing/2014/main" id="{A0E65FF3-AF3F-1B4D-2690-463D948EBCF5}"/>
                </a:ext>
              </a:extLst>
            </p:cNvPr>
            <p:cNvCxnSpPr>
              <a:cxnSpLocks/>
            </p:cNvCxnSpPr>
            <p:nvPr/>
          </p:nvCxnSpPr>
          <p:spPr>
            <a:xfrm rot="511707" flipV="1">
              <a:off x="1535064" y="7238118"/>
              <a:ext cx="462865" cy="321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uppieren 107">
            <a:extLst>
              <a:ext uri="{FF2B5EF4-FFF2-40B4-BE49-F238E27FC236}">
                <a16:creationId xmlns:a16="http://schemas.microsoft.com/office/drawing/2014/main" id="{ADF1DA2A-6602-5983-E869-BAADB98C03DA}"/>
              </a:ext>
            </a:extLst>
          </p:cNvPr>
          <p:cNvGrpSpPr/>
          <p:nvPr/>
        </p:nvGrpSpPr>
        <p:grpSpPr>
          <a:xfrm>
            <a:off x="3619891" y="5592850"/>
            <a:ext cx="2910830" cy="2910830"/>
            <a:chOff x="-60233" y="5230706"/>
            <a:chExt cx="6848475" cy="6848475"/>
          </a:xfrm>
        </p:grpSpPr>
        <p:sp>
          <p:nvSpPr>
            <p:cNvPr id="109" name="Rechteck 108">
              <a:extLst>
                <a:ext uri="{FF2B5EF4-FFF2-40B4-BE49-F238E27FC236}">
                  <a16:creationId xmlns:a16="http://schemas.microsoft.com/office/drawing/2014/main" id="{F941617A-23FC-6034-DC49-1E609A306C7E}"/>
                </a:ext>
              </a:extLst>
            </p:cNvPr>
            <p:cNvSpPr/>
            <p:nvPr/>
          </p:nvSpPr>
          <p:spPr>
            <a:xfrm>
              <a:off x="2821080" y="9400413"/>
              <a:ext cx="1085850" cy="70628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hteck 109">
              <a:extLst>
                <a:ext uri="{FF2B5EF4-FFF2-40B4-BE49-F238E27FC236}">
                  <a16:creationId xmlns:a16="http://schemas.microsoft.com/office/drawing/2014/main" id="{8FB45004-3D04-ED75-0D9E-3F0C080D8EEB}"/>
                </a:ext>
              </a:extLst>
            </p:cNvPr>
            <p:cNvSpPr/>
            <p:nvPr/>
          </p:nvSpPr>
          <p:spPr>
            <a:xfrm>
              <a:off x="3192555" y="8850157"/>
              <a:ext cx="315525" cy="55025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hteck 110">
              <a:extLst>
                <a:ext uri="{FF2B5EF4-FFF2-40B4-BE49-F238E27FC236}">
                  <a16:creationId xmlns:a16="http://schemas.microsoft.com/office/drawing/2014/main" id="{10F59D8D-12A8-D2EB-9AA7-8162C5BB60A3}"/>
                </a:ext>
              </a:extLst>
            </p:cNvPr>
            <p:cNvSpPr/>
            <p:nvPr/>
          </p:nvSpPr>
          <p:spPr>
            <a:xfrm rot="1944534">
              <a:off x="4192241" y="5571456"/>
              <a:ext cx="279119" cy="309299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Ellipse 111">
              <a:extLst>
                <a:ext uri="{FF2B5EF4-FFF2-40B4-BE49-F238E27FC236}">
                  <a16:creationId xmlns:a16="http://schemas.microsoft.com/office/drawing/2014/main" id="{A1978827-2302-5FC8-6CB1-9EC114E12E3B}"/>
                </a:ext>
              </a:extLst>
            </p:cNvPr>
            <p:cNvSpPr/>
            <p:nvPr/>
          </p:nvSpPr>
          <p:spPr>
            <a:xfrm>
              <a:off x="3059205" y="8348790"/>
              <a:ext cx="609600" cy="6096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Kreis: nicht ausgefüllt 112">
              <a:extLst>
                <a:ext uri="{FF2B5EF4-FFF2-40B4-BE49-F238E27FC236}">
                  <a16:creationId xmlns:a16="http://schemas.microsoft.com/office/drawing/2014/main" id="{A8B4DB0C-5783-8BDE-B438-B921A88DC5D7}"/>
                </a:ext>
              </a:extLst>
            </p:cNvPr>
            <p:cNvSpPr/>
            <p:nvPr/>
          </p:nvSpPr>
          <p:spPr>
            <a:xfrm>
              <a:off x="-60233" y="5230706"/>
              <a:ext cx="6848475" cy="6848475"/>
            </a:xfrm>
            <a:prstGeom prst="donut">
              <a:avLst>
                <a:gd name="adj" fmla="val 2692"/>
              </a:avLst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30" name="Pfeil: gebogen 129">
            <a:extLst>
              <a:ext uri="{FF2B5EF4-FFF2-40B4-BE49-F238E27FC236}">
                <a16:creationId xmlns:a16="http://schemas.microsoft.com/office/drawing/2014/main" id="{FA176C8C-F4FD-130B-23BD-53BB43C4CC23}"/>
              </a:ext>
            </a:extLst>
          </p:cNvPr>
          <p:cNvSpPr/>
          <p:nvPr/>
        </p:nvSpPr>
        <p:spPr>
          <a:xfrm rot="20304312" flipH="1">
            <a:off x="4811384" y="6787245"/>
            <a:ext cx="506933" cy="525048"/>
          </a:xfrm>
          <a:prstGeom prst="circularArrow">
            <a:avLst>
              <a:gd name="adj1" fmla="val 7185"/>
              <a:gd name="adj2" fmla="val 923709"/>
              <a:gd name="adj3" fmla="val 20442418"/>
              <a:gd name="adj4" fmla="val 9670801"/>
              <a:gd name="adj5" fmla="val 1335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200">
              <a:solidFill>
                <a:schemeClr val="tx1"/>
              </a:solidFill>
            </a:endParaRPr>
          </a:p>
        </p:txBody>
      </p:sp>
      <p:sp>
        <p:nvSpPr>
          <p:cNvPr id="132" name="Pfeil: gebogen 131">
            <a:extLst>
              <a:ext uri="{FF2B5EF4-FFF2-40B4-BE49-F238E27FC236}">
                <a16:creationId xmlns:a16="http://schemas.microsoft.com/office/drawing/2014/main" id="{F966A198-1799-FCC5-4C94-F1C27E172E18}"/>
              </a:ext>
            </a:extLst>
          </p:cNvPr>
          <p:cNvSpPr/>
          <p:nvPr/>
        </p:nvSpPr>
        <p:spPr>
          <a:xfrm rot="20304312" flipH="1">
            <a:off x="1476485" y="2738645"/>
            <a:ext cx="506933" cy="525048"/>
          </a:xfrm>
          <a:prstGeom prst="circularArrow">
            <a:avLst>
              <a:gd name="adj1" fmla="val 7185"/>
              <a:gd name="adj2" fmla="val 923709"/>
              <a:gd name="adj3" fmla="val 20442418"/>
              <a:gd name="adj4" fmla="val 9670801"/>
              <a:gd name="adj5" fmla="val 1335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200">
              <a:solidFill>
                <a:schemeClr val="tx1"/>
              </a:solidFill>
            </a:endParaRPr>
          </a:p>
        </p:txBody>
      </p:sp>
      <p:sp>
        <p:nvSpPr>
          <p:cNvPr id="141" name="Rechteck 140">
            <a:extLst>
              <a:ext uri="{FF2B5EF4-FFF2-40B4-BE49-F238E27FC236}">
                <a16:creationId xmlns:a16="http://schemas.microsoft.com/office/drawing/2014/main" id="{92E5DF41-080D-6819-4638-6B02CA514D4A}"/>
              </a:ext>
            </a:extLst>
          </p:cNvPr>
          <p:cNvSpPr/>
          <p:nvPr/>
        </p:nvSpPr>
        <p:spPr>
          <a:xfrm>
            <a:off x="665254" y="9559235"/>
            <a:ext cx="2381363" cy="579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76200" prstMaterial="matte"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42" name="Gruppieren 141">
            <a:extLst>
              <a:ext uri="{FF2B5EF4-FFF2-40B4-BE49-F238E27FC236}">
                <a16:creationId xmlns:a16="http://schemas.microsoft.com/office/drawing/2014/main" id="{619E8D5C-EAEA-96DE-0322-DEFD08FEB191}"/>
              </a:ext>
            </a:extLst>
          </p:cNvPr>
          <p:cNvGrpSpPr/>
          <p:nvPr/>
        </p:nvGrpSpPr>
        <p:grpSpPr>
          <a:xfrm>
            <a:off x="408470" y="8903117"/>
            <a:ext cx="2910830" cy="2910830"/>
            <a:chOff x="-60233" y="5230706"/>
            <a:chExt cx="6848475" cy="6848475"/>
          </a:xfrm>
        </p:grpSpPr>
        <p:sp>
          <p:nvSpPr>
            <p:cNvPr id="149" name="Rechteck 148">
              <a:extLst>
                <a:ext uri="{FF2B5EF4-FFF2-40B4-BE49-F238E27FC236}">
                  <a16:creationId xmlns:a16="http://schemas.microsoft.com/office/drawing/2014/main" id="{76E8AED8-1556-D871-00D7-DCE4DB7E3B3B}"/>
                </a:ext>
              </a:extLst>
            </p:cNvPr>
            <p:cNvSpPr/>
            <p:nvPr/>
          </p:nvSpPr>
          <p:spPr>
            <a:xfrm rot="18202461" flipH="1">
              <a:off x="1754952" y="6122198"/>
              <a:ext cx="279119" cy="3092995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hteck 142">
              <a:extLst>
                <a:ext uri="{FF2B5EF4-FFF2-40B4-BE49-F238E27FC236}">
                  <a16:creationId xmlns:a16="http://schemas.microsoft.com/office/drawing/2014/main" id="{A8E460E8-0627-896B-DA2F-E99C28F49F98}"/>
                </a:ext>
              </a:extLst>
            </p:cNvPr>
            <p:cNvSpPr/>
            <p:nvPr/>
          </p:nvSpPr>
          <p:spPr>
            <a:xfrm>
              <a:off x="2821080" y="9400413"/>
              <a:ext cx="1085850" cy="70628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hteck 143">
              <a:extLst>
                <a:ext uri="{FF2B5EF4-FFF2-40B4-BE49-F238E27FC236}">
                  <a16:creationId xmlns:a16="http://schemas.microsoft.com/office/drawing/2014/main" id="{04B267C7-D27F-43A7-B0C8-C11E7956C86E}"/>
                </a:ext>
              </a:extLst>
            </p:cNvPr>
            <p:cNvSpPr/>
            <p:nvPr/>
          </p:nvSpPr>
          <p:spPr>
            <a:xfrm>
              <a:off x="3192555" y="8850157"/>
              <a:ext cx="315525" cy="55025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hteck 144">
              <a:extLst>
                <a:ext uri="{FF2B5EF4-FFF2-40B4-BE49-F238E27FC236}">
                  <a16:creationId xmlns:a16="http://schemas.microsoft.com/office/drawing/2014/main" id="{6D41D175-290B-40CA-4B3B-C879AEB3D7FC}"/>
                </a:ext>
              </a:extLst>
            </p:cNvPr>
            <p:cNvSpPr/>
            <p:nvPr/>
          </p:nvSpPr>
          <p:spPr>
            <a:xfrm rot="3397539">
              <a:off x="4694992" y="6074887"/>
              <a:ext cx="279119" cy="309299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Ellipse 145">
              <a:extLst>
                <a:ext uri="{FF2B5EF4-FFF2-40B4-BE49-F238E27FC236}">
                  <a16:creationId xmlns:a16="http://schemas.microsoft.com/office/drawing/2014/main" id="{C22B639F-962A-4AAB-59B6-116477944D93}"/>
                </a:ext>
              </a:extLst>
            </p:cNvPr>
            <p:cNvSpPr/>
            <p:nvPr/>
          </p:nvSpPr>
          <p:spPr>
            <a:xfrm>
              <a:off x="3059205" y="8348790"/>
              <a:ext cx="609600" cy="6096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Kreis: nicht ausgefüllt 146">
              <a:extLst>
                <a:ext uri="{FF2B5EF4-FFF2-40B4-BE49-F238E27FC236}">
                  <a16:creationId xmlns:a16="http://schemas.microsoft.com/office/drawing/2014/main" id="{8680385D-55A6-1582-4681-7488358768E0}"/>
                </a:ext>
              </a:extLst>
            </p:cNvPr>
            <p:cNvSpPr/>
            <p:nvPr/>
          </p:nvSpPr>
          <p:spPr>
            <a:xfrm>
              <a:off x="-60233" y="5230706"/>
              <a:ext cx="6848475" cy="6848475"/>
            </a:xfrm>
            <a:prstGeom prst="donut">
              <a:avLst>
                <a:gd name="adj" fmla="val 2692"/>
              </a:avLst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48" name="Pfeil: gebogen 147">
            <a:extLst>
              <a:ext uri="{FF2B5EF4-FFF2-40B4-BE49-F238E27FC236}">
                <a16:creationId xmlns:a16="http://schemas.microsoft.com/office/drawing/2014/main" id="{C308CC32-AADA-9990-9672-10785849B085}"/>
              </a:ext>
            </a:extLst>
          </p:cNvPr>
          <p:cNvSpPr/>
          <p:nvPr/>
        </p:nvSpPr>
        <p:spPr>
          <a:xfrm rot="20304312" flipH="1">
            <a:off x="1599399" y="10104220"/>
            <a:ext cx="506933" cy="525048"/>
          </a:xfrm>
          <a:prstGeom prst="circularArrow">
            <a:avLst>
              <a:gd name="adj1" fmla="val 7185"/>
              <a:gd name="adj2" fmla="val 923709"/>
              <a:gd name="adj3" fmla="val 20442418"/>
              <a:gd name="adj4" fmla="val 9670801"/>
              <a:gd name="adj5" fmla="val 1335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2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feld 149">
                <a:extLst>
                  <a:ext uri="{FF2B5EF4-FFF2-40B4-BE49-F238E27FC236}">
                    <a16:creationId xmlns:a16="http://schemas.microsoft.com/office/drawing/2014/main" id="{58B3FAA2-B3C7-DD0C-9208-4F10695CDE85}"/>
                  </a:ext>
                </a:extLst>
              </p:cNvPr>
              <p:cNvSpPr txBox="1"/>
              <p:nvPr/>
            </p:nvSpPr>
            <p:spPr>
              <a:xfrm>
                <a:off x="2393328" y="9939344"/>
                <a:ext cx="410280" cy="6462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1400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de-DE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𝐼𝐼</m:t>
                          </m:r>
                        </m:sub>
                      </m:sSub>
                    </m:oMath>
                  </m:oMathPara>
                </a14:m>
                <a:endParaRPr lang="de-DE" sz="1400" b="0" dirty="0"/>
              </a:p>
              <a:p>
                <a:r>
                  <a:rPr lang="de-DE" sz="2000" dirty="0"/>
                  <a:t> </a:t>
                </a:r>
              </a:p>
            </p:txBody>
          </p:sp>
        </mc:Choice>
        <mc:Fallback xmlns="">
          <p:sp>
            <p:nvSpPr>
              <p:cNvPr id="150" name="Textfeld 149">
                <a:extLst>
                  <a:ext uri="{FF2B5EF4-FFF2-40B4-BE49-F238E27FC236}">
                    <a16:creationId xmlns:a16="http://schemas.microsoft.com/office/drawing/2014/main" id="{58B3FAA2-B3C7-DD0C-9208-4F10695CD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3328" y="9939344"/>
                <a:ext cx="410280" cy="646267"/>
              </a:xfrm>
              <a:prstGeom prst="rect">
                <a:avLst/>
              </a:prstGeom>
              <a:blipFill>
                <a:blip r:embed="rId5"/>
                <a:stretch>
                  <a:fillRect r="-895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feld 150">
                <a:extLst>
                  <a:ext uri="{FF2B5EF4-FFF2-40B4-BE49-F238E27FC236}">
                    <a16:creationId xmlns:a16="http://schemas.microsoft.com/office/drawing/2014/main" id="{5584AE43-43F8-F705-0C34-A065E17AEE5B}"/>
                  </a:ext>
                </a:extLst>
              </p:cNvPr>
              <p:cNvSpPr txBox="1"/>
              <p:nvPr/>
            </p:nvSpPr>
            <p:spPr>
              <a:xfrm>
                <a:off x="510437" y="10007230"/>
                <a:ext cx="410280" cy="6462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1400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𝐼𝐼𝐼</m:t>
                          </m:r>
                        </m:sub>
                      </m:sSub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de-DE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𝐼𝑉</m:t>
                          </m:r>
                        </m:sub>
                      </m:sSub>
                    </m:oMath>
                  </m:oMathPara>
                </a14:m>
                <a:endParaRPr lang="de-DE" sz="1400" b="0" dirty="0"/>
              </a:p>
              <a:p>
                <a:r>
                  <a:rPr lang="de-DE" sz="2000" dirty="0"/>
                  <a:t> </a:t>
                </a:r>
              </a:p>
            </p:txBody>
          </p:sp>
        </mc:Choice>
        <mc:Fallback xmlns="">
          <p:sp>
            <p:nvSpPr>
              <p:cNvPr id="151" name="Textfeld 150">
                <a:extLst>
                  <a:ext uri="{FF2B5EF4-FFF2-40B4-BE49-F238E27FC236}">
                    <a16:creationId xmlns:a16="http://schemas.microsoft.com/office/drawing/2014/main" id="{5584AE43-43F8-F705-0C34-A065E17AEE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437" y="10007230"/>
                <a:ext cx="410280" cy="646267"/>
              </a:xfrm>
              <a:prstGeom prst="rect">
                <a:avLst/>
              </a:prstGeom>
              <a:blipFill>
                <a:blip r:embed="rId6"/>
                <a:stretch>
                  <a:fillRect r="-1223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2" name="Ellipse 151">
            <a:extLst>
              <a:ext uri="{FF2B5EF4-FFF2-40B4-BE49-F238E27FC236}">
                <a16:creationId xmlns:a16="http://schemas.microsoft.com/office/drawing/2014/main" id="{2D8FFCCA-5C2D-441A-E0C0-68532DF15676}"/>
              </a:ext>
            </a:extLst>
          </p:cNvPr>
          <p:cNvSpPr/>
          <p:nvPr/>
        </p:nvSpPr>
        <p:spPr>
          <a:xfrm>
            <a:off x="5149250" y="10334611"/>
            <a:ext cx="305790" cy="3057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Kreis: nicht ausgefüllt 152">
            <a:extLst>
              <a:ext uri="{FF2B5EF4-FFF2-40B4-BE49-F238E27FC236}">
                <a16:creationId xmlns:a16="http://schemas.microsoft.com/office/drawing/2014/main" id="{54A5B2CC-A531-4B2D-8833-20A36B525F5E}"/>
              </a:ext>
            </a:extLst>
          </p:cNvPr>
          <p:cNvSpPr/>
          <p:nvPr/>
        </p:nvSpPr>
        <p:spPr>
          <a:xfrm>
            <a:off x="4013168" y="9198529"/>
            <a:ext cx="2577955" cy="2577955"/>
          </a:xfrm>
          <a:prstGeom prst="donut">
            <a:avLst>
              <a:gd name="adj" fmla="val 429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8" name="Stern: 6 Zacken 157">
            <a:extLst>
              <a:ext uri="{FF2B5EF4-FFF2-40B4-BE49-F238E27FC236}">
                <a16:creationId xmlns:a16="http://schemas.microsoft.com/office/drawing/2014/main" id="{A489B72E-8CFE-EE37-A753-203356D4AF74}"/>
              </a:ext>
            </a:extLst>
          </p:cNvPr>
          <p:cNvSpPr/>
          <p:nvPr/>
        </p:nvSpPr>
        <p:spPr>
          <a:xfrm rot="227872">
            <a:off x="4184717" y="9677895"/>
            <a:ext cx="190654" cy="190654"/>
          </a:xfrm>
          <a:prstGeom prst="star6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Pfeil: gebogen 163">
            <a:extLst>
              <a:ext uri="{FF2B5EF4-FFF2-40B4-BE49-F238E27FC236}">
                <a16:creationId xmlns:a16="http://schemas.microsoft.com/office/drawing/2014/main" id="{11E3EDFF-29DD-9485-3ADE-396B1A7CEF84}"/>
              </a:ext>
            </a:extLst>
          </p:cNvPr>
          <p:cNvSpPr/>
          <p:nvPr/>
        </p:nvSpPr>
        <p:spPr>
          <a:xfrm rot="20304312" flipH="1">
            <a:off x="4989127" y="10175632"/>
            <a:ext cx="675966" cy="700121"/>
          </a:xfrm>
          <a:prstGeom prst="circularArrow">
            <a:avLst>
              <a:gd name="adj1" fmla="val 7185"/>
              <a:gd name="adj2" fmla="val 923709"/>
              <a:gd name="adj3" fmla="val 20442418"/>
              <a:gd name="adj4" fmla="val 9670801"/>
              <a:gd name="adj5" fmla="val 1335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1109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Halbbogen 58">
            <a:extLst>
              <a:ext uri="{FF2B5EF4-FFF2-40B4-BE49-F238E27FC236}">
                <a16:creationId xmlns:a16="http://schemas.microsoft.com/office/drawing/2014/main" id="{3C27A718-C46C-F7AB-9F2E-0669FDCAD86E}"/>
              </a:ext>
            </a:extLst>
          </p:cNvPr>
          <p:cNvSpPr/>
          <p:nvPr/>
        </p:nvSpPr>
        <p:spPr>
          <a:xfrm rot="11163210" flipH="1" flipV="1">
            <a:off x="960080" y="2581452"/>
            <a:ext cx="3799364" cy="5436748"/>
          </a:xfrm>
          <a:prstGeom prst="blockArc">
            <a:avLst>
              <a:gd name="adj1" fmla="val 16811896"/>
              <a:gd name="adj2" fmla="val 19710707"/>
              <a:gd name="adj3" fmla="val 1687"/>
            </a:avLst>
          </a:prstGeom>
          <a:solidFill>
            <a:srgbClr val="FFC000"/>
          </a:solidFill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Kreis: nicht ausgefüllt 10">
            <a:extLst>
              <a:ext uri="{FF2B5EF4-FFF2-40B4-BE49-F238E27FC236}">
                <a16:creationId xmlns:a16="http://schemas.microsoft.com/office/drawing/2014/main" id="{13640E3B-FFA5-B7F1-EA8D-BF794177AEA5}"/>
              </a:ext>
            </a:extLst>
          </p:cNvPr>
          <p:cNvSpPr/>
          <p:nvPr/>
        </p:nvSpPr>
        <p:spPr>
          <a:xfrm>
            <a:off x="1236707" y="2696044"/>
            <a:ext cx="4384583" cy="4384583"/>
          </a:xfrm>
          <a:prstGeom prst="donut">
            <a:avLst>
              <a:gd name="adj" fmla="val 2692"/>
            </a:avLst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Stern: 6 Zacken 21">
            <a:extLst>
              <a:ext uri="{FF2B5EF4-FFF2-40B4-BE49-F238E27FC236}">
                <a16:creationId xmlns:a16="http://schemas.microsoft.com/office/drawing/2014/main" id="{7F97990E-759E-3E27-79A6-91DB2BBF683C}"/>
              </a:ext>
            </a:extLst>
          </p:cNvPr>
          <p:cNvSpPr/>
          <p:nvPr/>
        </p:nvSpPr>
        <p:spPr>
          <a:xfrm rot="227872">
            <a:off x="4146156" y="3288380"/>
            <a:ext cx="322937" cy="322937"/>
          </a:xfrm>
          <a:prstGeom prst="star6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Zylinder 23">
            <a:extLst>
              <a:ext uri="{FF2B5EF4-FFF2-40B4-BE49-F238E27FC236}">
                <a16:creationId xmlns:a16="http://schemas.microsoft.com/office/drawing/2014/main" id="{49901D90-2454-17E5-8F72-9D5CA3B0AC9B}"/>
              </a:ext>
            </a:extLst>
          </p:cNvPr>
          <p:cNvSpPr/>
          <p:nvPr/>
        </p:nvSpPr>
        <p:spPr>
          <a:xfrm>
            <a:off x="2811416" y="5597836"/>
            <a:ext cx="1235167" cy="819762"/>
          </a:xfrm>
          <a:prstGeom prst="ca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25" name="Zylinder 24">
            <a:extLst>
              <a:ext uri="{FF2B5EF4-FFF2-40B4-BE49-F238E27FC236}">
                <a16:creationId xmlns:a16="http://schemas.microsoft.com/office/drawing/2014/main" id="{D795926F-A4E4-AEEB-8849-3FD91CC3ED88}"/>
              </a:ext>
            </a:extLst>
          </p:cNvPr>
          <p:cNvSpPr/>
          <p:nvPr/>
        </p:nvSpPr>
        <p:spPr>
          <a:xfrm>
            <a:off x="3271237" y="4888336"/>
            <a:ext cx="315525" cy="822981"/>
          </a:xfrm>
          <a:prstGeom prst="ca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26" name="Zylinder 25">
            <a:extLst>
              <a:ext uri="{FF2B5EF4-FFF2-40B4-BE49-F238E27FC236}">
                <a16:creationId xmlns:a16="http://schemas.microsoft.com/office/drawing/2014/main" id="{6B436E16-41BE-07D6-4405-140C4E4B3B32}"/>
              </a:ext>
            </a:extLst>
          </p:cNvPr>
          <p:cNvSpPr/>
          <p:nvPr/>
        </p:nvSpPr>
        <p:spPr>
          <a:xfrm rot="16200000">
            <a:off x="3262075" y="4405966"/>
            <a:ext cx="315525" cy="822981"/>
          </a:xfrm>
          <a:prstGeom prst="ca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19" name="Kreis: nicht ausgefüllt 18">
            <a:extLst>
              <a:ext uri="{FF2B5EF4-FFF2-40B4-BE49-F238E27FC236}">
                <a16:creationId xmlns:a16="http://schemas.microsoft.com/office/drawing/2014/main" id="{1E10CCA1-7CA2-2C72-4A7C-1CE60F562C58}"/>
              </a:ext>
            </a:extLst>
          </p:cNvPr>
          <p:cNvSpPr/>
          <p:nvPr/>
        </p:nvSpPr>
        <p:spPr>
          <a:xfrm>
            <a:off x="1236706" y="4339622"/>
            <a:ext cx="4375819" cy="765794"/>
          </a:xfrm>
          <a:prstGeom prst="donut">
            <a:avLst>
              <a:gd name="adj" fmla="val 13391"/>
            </a:avLst>
          </a:prstGeom>
          <a:solidFill>
            <a:srgbClr val="FFC00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76200" prstMaterial="matte"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Würfel 26">
            <a:extLst>
              <a:ext uri="{FF2B5EF4-FFF2-40B4-BE49-F238E27FC236}">
                <a16:creationId xmlns:a16="http://schemas.microsoft.com/office/drawing/2014/main" id="{8969DD0F-BE95-7E59-5E8C-2C9CFB073CCD}"/>
              </a:ext>
            </a:extLst>
          </p:cNvPr>
          <p:cNvSpPr/>
          <p:nvPr/>
        </p:nvSpPr>
        <p:spPr>
          <a:xfrm flipH="1">
            <a:off x="3255239" y="3385334"/>
            <a:ext cx="388447" cy="1350087"/>
          </a:xfrm>
          <a:prstGeom prst="cube">
            <a:avLst>
              <a:gd name="adj" fmla="val 17858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28" name="Zylinder 27">
            <a:extLst>
              <a:ext uri="{FF2B5EF4-FFF2-40B4-BE49-F238E27FC236}">
                <a16:creationId xmlns:a16="http://schemas.microsoft.com/office/drawing/2014/main" id="{724321DA-DA6A-7E20-3471-0E6F7AA446F2}"/>
              </a:ext>
            </a:extLst>
          </p:cNvPr>
          <p:cNvSpPr/>
          <p:nvPr/>
        </p:nvSpPr>
        <p:spPr>
          <a:xfrm rot="16200000">
            <a:off x="3262075" y="2880595"/>
            <a:ext cx="315525" cy="822981"/>
          </a:xfrm>
          <a:prstGeom prst="ca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29" name="Würfel 28">
            <a:extLst>
              <a:ext uri="{FF2B5EF4-FFF2-40B4-BE49-F238E27FC236}">
                <a16:creationId xmlns:a16="http://schemas.microsoft.com/office/drawing/2014/main" id="{6319DB3E-3B58-9376-A3CF-50EE9C58EA49}"/>
              </a:ext>
            </a:extLst>
          </p:cNvPr>
          <p:cNvSpPr/>
          <p:nvPr/>
        </p:nvSpPr>
        <p:spPr>
          <a:xfrm flipH="1">
            <a:off x="3255239" y="1857236"/>
            <a:ext cx="388447" cy="1352813"/>
          </a:xfrm>
          <a:prstGeom prst="cube">
            <a:avLst>
              <a:gd name="adj" fmla="val 17858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A47D9419-BDDD-B25E-9E41-179FF5F5EED6}"/>
              </a:ext>
            </a:extLst>
          </p:cNvPr>
          <p:cNvCxnSpPr>
            <a:cxnSpLocks/>
          </p:cNvCxnSpPr>
          <p:nvPr/>
        </p:nvCxnSpPr>
        <p:spPr>
          <a:xfrm flipV="1">
            <a:off x="3463187" y="3449848"/>
            <a:ext cx="858442" cy="1373974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60AC4D86-F833-7D77-C1AA-F452809E553A}"/>
              </a:ext>
            </a:extLst>
          </p:cNvPr>
          <p:cNvCxnSpPr>
            <a:cxnSpLocks/>
            <a:endCxn id="19" idx="2"/>
          </p:cNvCxnSpPr>
          <p:nvPr/>
        </p:nvCxnSpPr>
        <p:spPr>
          <a:xfrm flipH="1" flipV="1">
            <a:off x="1236706" y="4722519"/>
            <a:ext cx="2183130" cy="77416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9CD758A6-03E7-3012-6544-7A3267A95AB8}"/>
              </a:ext>
            </a:extLst>
          </p:cNvPr>
          <p:cNvCxnSpPr>
            <a:cxnSpLocks/>
          </p:cNvCxnSpPr>
          <p:nvPr/>
        </p:nvCxnSpPr>
        <p:spPr>
          <a:xfrm>
            <a:off x="1236706" y="4133652"/>
            <a:ext cx="0" cy="1113520"/>
          </a:xfrm>
          <a:prstGeom prst="line">
            <a:avLst/>
          </a:prstGeom>
          <a:ln w="317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feld 50">
            <a:extLst>
              <a:ext uri="{FF2B5EF4-FFF2-40B4-BE49-F238E27FC236}">
                <a16:creationId xmlns:a16="http://schemas.microsoft.com/office/drawing/2014/main" id="{410C7318-1DDB-073D-3F5E-2CF7C0FE51AA}"/>
              </a:ext>
            </a:extLst>
          </p:cNvPr>
          <p:cNvSpPr txBox="1"/>
          <p:nvPr/>
        </p:nvSpPr>
        <p:spPr>
          <a:xfrm>
            <a:off x="3785776" y="3568377"/>
            <a:ext cx="388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DFE572F4-D16E-360F-1365-76C7F8B5619D}"/>
              </a:ext>
            </a:extLst>
          </p:cNvPr>
          <p:cNvSpPr txBox="1"/>
          <p:nvPr/>
        </p:nvSpPr>
        <p:spPr>
          <a:xfrm>
            <a:off x="2148790" y="4430603"/>
            <a:ext cx="388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5D29741A-BE94-E796-9218-82C2B8AA8E4A}"/>
              </a:ext>
            </a:extLst>
          </p:cNvPr>
          <p:cNvSpPr txBox="1"/>
          <p:nvPr/>
        </p:nvSpPr>
        <p:spPr>
          <a:xfrm>
            <a:off x="3890578" y="1885987"/>
            <a:ext cx="1627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Target Pose</a:t>
            </a:r>
          </a:p>
        </p:txBody>
      </p: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1A555B80-5486-344E-D0B3-C04AE8DEFE53}"/>
              </a:ext>
            </a:extLst>
          </p:cNvPr>
          <p:cNvCxnSpPr>
            <a:cxnSpLocks/>
            <a:stCxn id="53" idx="2"/>
            <a:endCxn id="22" idx="5"/>
          </p:cNvCxnSpPr>
          <p:nvPr/>
        </p:nvCxnSpPr>
        <p:spPr>
          <a:xfrm flipH="1">
            <a:off x="4318320" y="2255319"/>
            <a:ext cx="386185" cy="1033416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47E72D41-C336-617C-E978-3370C556F321}"/>
              </a:ext>
            </a:extLst>
          </p:cNvPr>
          <p:cNvGrpSpPr/>
          <p:nvPr/>
        </p:nvGrpSpPr>
        <p:grpSpPr>
          <a:xfrm>
            <a:off x="2555893" y="1189896"/>
            <a:ext cx="1036945" cy="1178550"/>
            <a:chOff x="880797" y="243198"/>
            <a:chExt cx="2139743" cy="2431945"/>
          </a:xfrm>
        </p:grpSpPr>
        <p:cxnSp>
          <p:nvCxnSpPr>
            <p:cNvPr id="70" name="Gerade Verbindung mit Pfeil 69">
              <a:extLst>
                <a:ext uri="{FF2B5EF4-FFF2-40B4-BE49-F238E27FC236}">
                  <a16:creationId xmlns:a16="http://schemas.microsoft.com/office/drawing/2014/main" id="{5C30DC58-93DD-A08E-9B6F-59E254482A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2727" y="757963"/>
              <a:ext cx="1" cy="9360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Gerade Verbindung mit Pfeil 70">
              <a:extLst>
                <a:ext uri="{FF2B5EF4-FFF2-40B4-BE49-F238E27FC236}">
                  <a16:creationId xmlns:a16="http://schemas.microsoft.com/office/drawing/2014/main" id="{0EEBCAE8-BB89-9EEB-28CA-4AC785872B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5444" y="1676211"/>
              <a:ext cx="936000" cy="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feld 71">
                  <a:extLst>
                    <a:ext uri="{FF2B5EF4-FFF2-40B4-BE49-F238E27FC236}">
                      <a16:creationId xmlns:a16="http://schemas.microsoft.com/office/drawing/2014/main" id="{E4604905-B45D-F567-90CA-CDF9C967F66E}"/>
                    </a:ext>
                  </a:extLst>
                </p:cNvPr>
                <p:cNvSpPr txBox="1"/>
                <p:nvPr/>
              </p:nvSpPr>
              <p:spPr>
                <a:xfrm flipH="1">
                  <a:off x="2562600" y="243198"/>
                  <a:ext cx="457940" cy="7621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EE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72" name="Textfeld 71">
                  <a:extLst>
                    <a:ext uri="{FF2B5EF4-FFF2-40B4-BE49-F238E27FC236}">
                      <a16:creationId xmlns:a16="http://schemas.microsoft.com/office/drawing/2014/main" id="{E4604905-B45D-F567-90CA-CDF9C967F6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562600" y="243198"/>
                  <a:ext cx="457940" cy="762119"/>
                </a:xfrm>
                <a:prstGeom prst="rect">
                  <a:avLst/>
                </a:prstGeom>
                <a:blipFill>
                  <a:blip r:embed="rId2"/>
                  <a:stretch>
                    <a:fillRect r="-130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feld 72">
                  <a:extLst>
                    <a:ext uri="{FF2B5EF4-FFF2-40B4-BE49-F238E27FC236}">
                      <a16:creationId xmlns:a16="http://schemas.microsoft.com/office/drawing/2014/main" id="{8F94A02A-456C-2C6B-FFD1-4423EBB066E4}"/>
                    </a:ext>
                  </a:extLst>
                </p:cNvPr>
                <p:cNvSpPr txBox="1"/>
                <p:nvPr/>
              </p:nvSpPr>
              <p:spPr>
                <a:xfrm flipH="1">
                  <a:off x="1414236" y="1913024"/>
                  <a:ext cx="576915" cy="7621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dirty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EE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73" name="Textfeld 72">
                  <a:extLst>
                    <a:ext uri="{FF2B5EF4-FFF2-40B4-BE49-F238E27FC236}">
                      <a16:creationId xmlns:a16="http://schemas.microsoft.com/office/drawing/2014/main" id="{8F94A02A-456C-2C6B-FFD1-4423EBB066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414236" y="1913024"/>
                  <a:ext cx="576915" cy="762119"/>
                </a:xfrm>
                <a:prstGeom prst="rect">
                  <a:avLst/>
                </a:prstGeom>
                <a:blipFill>
                  <a:blip r:embed="rId3"/>
                  <a:stretch>
                    <a:fillRect r="-760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feld 73">
                  <a:extLst>
                    <a:ext uri="{FF2B5EF4-FFF2-40B4-BE49-F238E27FC236}">
                      <a16:creationId xmlns:a16="http://schemas.microsoft.com/office/drawing/2014/main" id="{D1418115-B2B4-CD35-53EF-43B211746A27}"/>
                    </a:ext>
                  </a:extLst>
                </p:cNvPr>
                <p:cNvSpPr txBox="1"/>
                <p:nvPr/>
              </p:nvSpPr>
              <p:spPr>
                <a:xfrm flipH="1">
                  <a:off x="880797" y="945261"/>
                  <a:ext cx="373612" cy="7621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EE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74" name="Textfeld 73">
                  <a:extLst>
                    <a:ext uri="{FF2B5EF4-FFF2-40B4-BE49-F238E27FC236}">
                      <a16:creationId xmlns:a16="http://schemas.microsoft.com/office/drawing/2014/main" id="{D1418115-B2B4-CD35-53EF-43B211746A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80797" y="945261"/>
                  <a:ext cx="373612" cy="762119"/>
                </a:xfrm>
                <a:prstGeom prst="rect">
                  <a:avLst/>
                </a:prstGeom>
                <a:blipFill>
                  <a:blip r:embed="rId4"/>
                  <a:stretch>
                    <a:fillRect r="-16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Gerade Verbindung mit Pfeil 74">
              <a:extLst>
                <a:ext uri="{FF2B5EF4-FFF2-40B4-BE49-F238E27FC236}">
                  <a16:creationId xmlns:a16="http://schemas.microsoft.com/office/drawing/2014/main" id="{1D60EE04-76B4-E951-A90A-C858BFE020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30793" y="1683556"/>
              <a:ext cx="468000" cy="4680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48E9A160-3D19-AEAC-A899-0437F8203FDD}"/>
              </a:ext>
            </a:extLst>
          </p:cNvPr>
          <p:cNvGrpSpPr/>
          <p:nvPr/>
        </p:nvGrpSpPr>
        <p:grpSpPr>
          <a:xfrm>
            <a:off x="2913978" y="4013200"/>
            <a:ext cx="1260245" cy="1391985"/>
            <a:chOff x="1772257" y="233613"/>
            <a:chExt cx="2200017" cy="2429996"/>
          </a:xfrm>
        </p:grpSpPr>
        <p:cxnSp>
          <p:nvCxnSpPr>
            <p:cNvPr id="77" name="Gerade Verbindung mit Pfeil 76">
              <a:extLst>
                <a:ext uri="{FF2B5EF4-FFF2-40B4-BE49-F238E27FC236}">
                  <a16:creationId xmlns:a16="http://schemas.microsoft.com/office/drawing/2014/main" id="{8BBE44D6-A22D-FC1E-DE26-396CDC99BC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2727" y="757963"/>
              <a:ext cx="1" cy="9360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Gerade Verbindung mit Pfeil 77">
              <a:extLst>
                <a:ext uri="{FF2B5EF4-FFF2-40B4-BE49-F238E27FC236}">
                  <a16:creationId xmlns:a16="http://schemas.microsoft.com/office/drawing/2014/main" id="{92A681E8-ABF4-4509-24DC-09ECABC9E5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1444" y="1658908"/>
              <a:ext cx="936000" cy="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feld 78">
                  <a:extLst>
                    <a:ext uri="{FF2B5EF4-FFF2-40B4-BE49-F238E27FC236}">
                      <a16:creationId xmlns:a16="http://schemas.microsoft.com/office/drawing/2014/main" id="{C77ED103-6225-7480-54C4-99E8DA93E2B8}"/>
                    </a:ext>
                  </a:extLst>
                </p:cNvPr>
                <p:cNvSpPr txBox="1"/>
                <p:nvPr/>
              </p:nvSpPr>
              <p:spPr>
                <a:xfrm flipH="1">
                  <a:off x="3514335" y="1468343"/>
                  <a:ext cx="457939" cy="64474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79" name="Textfeld 78">
                  <a:extLst>
                    <a:ext uri="{FF2B5EF4-FFF2-40B4-BE49-F238E27FC236}">
                      <a16:creationId xmlns:a16="http://schemas.microsoft.com/office/drawing/2014/main" id="{C77ED103-6225-7480-54C4-99E8DA93E2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514335" y="1468343"/>
                  <a:ext cx="457939" cy="644745"/>
                </a:xfrm>
                <a:prstGeom prst="rect">
                  <a:avLst/>
                </a:prstGeom>
                <a:blipFill>
                  <a:blip r:embed="rId5"/>
                  <a:stretch>
                    <a:fillRect r="-372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feld 79">
                  <a:extLst>
                    <a:ext uri="{FF2B5EF4-FFF2-40B4-BE49-F238E27FC236}">
                      <a16:creationId xmlns:a16="http://schemas.microsoft.com/office/drawing/2014/main" id="{5B62A720-1F72-B8C4-7687-8389C7048237}"/>
                    </a:ext>
                  </a:extLst>
                </p:cNvPr>
                <p:cNvSpPr txBox="1"/>
                <p:nvPr/>
              </p:nvSpPr>
              <p:spPr>
                <a:xfrm flipH="1">
                  <a:off x="1772257" y="2018864"/>
                  <a:ext cx="576915" cy="64474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80" name="Textfeld 79">
                  <a:extLst>
                    <a:ext uri="{FF2B5EF4-FFF2-40B4-BE49-F238E27FC236}">
                      <a16:creationId xmlns:a16="http://schemas.microsoft.com/office/drawing/2014/main" id="{5B62A720-1F72-B8C4-7687-8389C70482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772257" y="2018864"/>
                  <a:ext cx="576915" cy="644745"/>
                </a:xfrm>
                <a:prstGeom prst="rect">
                  <a:avLst/>
                </a:prstGeom>
                <a:blipFill>
                  <a:blip r:embed="rId6"/>
                  <a:stretch>
                    <a:fillRect r="-185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feld 80">
                  <a:extLst>
                    <a:ext uri="{FF2B5EF4-FFF2-40B4-BE49-F238E27FC236}">
                      <a16:creationId xmlns:a16="http://schemas.microsoft.com/office/drawing/2014/main" id="{00D1C14F-E58C-F359-2768-34033755C029}"/>
                    </a:ext>
                  </a:extLst>
                </p:cNvPr>
                <p:cNvSpPr txBox="1"/>
                <p:nvPr/>
              </p:nvSpPr>
              <p:spPr>
                <a:xfrm flipH="1">
                  <a:off x="2544206" y="233613"/>
                  <a:ext cx="373612" cy="64474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de-DE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81" name="Textfeld 80">
                  <a:extLst>
                    <a:ext uri="{FF2B5EF4-FFF2-40B4-BE49-F238E27FC236}">
                      <a16:creationId xmlns:a16="http://schemas.microsoft.com/office/drawing/2014/main" id="{00D1C14F-E58C-F359-2768-34033755C0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544206" y="233613"/>
                  <a:ext cx="373612" cy="644745"/>
                </a:xfrm>
                <a:prstGeom prst="rect">
                  <a:avLst/>
                </a:prstGeom>
                <a:blipFill>
                  <a:blip r:embed="rId7"/>
                  <a:stretch>
                    <a:fillRect r="-7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2" name="Gerade Verbindung mit Pfeil 81">
              <a:extLst>
                <a:ext uri="{FF2B5EF4-FFF2-40B4-BE49-F238E27FC236}">
                  <a16:creationId xmlns:a16="http://schemas.microsoft.com/office/drawing/2014/main" id="{A3DBB695-128E-3219-9D85-FAE6A8237C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4727" y="1667831"/>
              <a:ext cx="468000" cy="4680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73884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ruppieren 197">
            <a:extLst>
              <a:ext uri="{FF2B5EF4-FFF2-40B4-BE49-F238E27FC236}">
                <a16:creationId xmlns:a16="http://schemas.microsoft.com/office/drawing/2014/main" id="{2553B057-2067-70AB-0C3B-61E7F4A9419F}"/>
              </a:ext>
            </a:extLst>
          </p:cNvPr>
          <p:cNvGrpSpPr/>
          <p:nvPr/>
        </p:nvGrpSpPr>
        <p:grpSpPr>
          <a:xfrm rot="20903149" flipH="1">
            <a:off x="8192418" y="6572956"/>
            <a:ext cx="1320867" cy="127809"/>
            <a:chOff x="6866189" y="5433137"/>
            <a:chExt cx="1320867" cy="127809"/>
          </a:xfrm>
        </p:grpSpPr>
        <p:sp>
          <p:nvSpPr>
            <p:cNvPr id="199" name="Rechteck 198">
              <a:extLst>
                <a:ext uri="{FF2B5EF4-FFF2-40B4-BE49-F238E27FC236}">
                  <a16:creationId xmlns:a16="http://schemas.microsoft.com/office/drawing/2014/main" id="{4D46C396-E02F-EC90-D45A-D763DBBDB7BD}"/>
                </a:ext>
              </a:extLst>
            </p:cNvPr>
            <p:cNvSpPr/>
            <p:nvPr/>
          </p:nvSpPr>
          <p:spPr>
            <a:xfrm rot="17519570" flipH="1">
              <a:off x="7464184" y="4844316"/>
              <a:ext cx="118635" cy="1314626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0" name="Rechteck 199">
              <a:extLst>
                <a:ext uri="{FF2B5EF4-FFF2-40B4-BE49-F238E27FC236}">
                  <a16:creationId xmlns:a16="http://schemas.microsoft.com/office/drawing/2014/main" id="{5B4FF96F-9D57-8D73-84CD-3AE8EAC968AB}"/>
                </a:ext>
              </a:extLst>
            </p:cNvPr>
            <p:cNvSpPr/>
            <p:nvPr/>
          </p:nvSpPr>
          <p:spPr>
            <a:xfrm rot="17519570" flipH="1">
              <a:off x="7493029" y="4812538"/>
              <a:ext cx="73427" cy="1314626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4" name="Gruppieren 193">
            <a:extLst>
              <a:ext uri="{FF2B5EF4-FFF2-40B4-BE49-F238E27FC236}">
                <a16:creationId xmlns:a16="http://schemas.microsoft.com/office/drawing/2014/main" id="{A1C8B8D8-C34C-FBA1-B75E-E10567287FC3}"/>
              </a:ext>
            </a:extLst>
          </p:cNvPr>
          <p:cNvGrpSpPr/>
          <p:nvPr/>
        </p:nvGrpSpPr>
        <p:grpSpPr>
          <a:xfrm rot="696851">
            <a:off x="6975301" y="6573203"/>
            <a:ext cx="1320121" cy="128010"/>
            <a:chOff x="6866189" y="5442311"/>
            <a:chExt cx="1320121" cy="128010"/>
          </a:xfrm>
        </p:grpSpPr>
        <p:sp>
          <p:nvSpPr>
            <p:cNvPr id="192" name="Rechteck 191">
              <a:extLst>
                <a:ext uri="{FF2B5EF4-FFF2-40B4-BE49-F238E27FC236}">
                  <a16:creationId xmlns:a16="http://schemas.microsoft.com/office/drawing/2014/main" id="{71E7E914-58D4-A8D8-F3E4-BCFBAE39FF07}"/>
                </a:ext>
              </a:extLst>
            </p:cNvPr>
            <p:cNvSpPr/>
            <p:nvPr/>
          </p:nvSpPr>
          <p:spPr>
            <a:xfrm rot="17519570" flipH="1">
              <a:off x="7464184" y="4844316"/>
              <a:ext cx="118635" cy="1314626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3" name="Rechteck 192">
              <a:extLst>
                <a:ext uri="{FF2B5EF4-FFF2-40B4-BE49-F238E27FC236}">
                  <a16:creationId xmlns:a16="http://schemas.microsoft.com/office/drawing/2014/main" id="{40999E93-48CB-1202-1907-523EE47CAD50}"/>
                </a:ext>
              </a:extLst>
            </p:cNvPr>
            <p:cNvSpPr/>
            <p:nvPr/>
          </p:nvSpPr>
          <p:spPr>
            <a:xfrm rot="17519570" flipH="1">
              <a:off x="7492283" y="4876295"/>
              <a:ext cx="73427" cy="1314626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3" name="Rechteck 162">
            <a:extLst>
              <a:ext uri="{FF2B5EF4-FFF2-40B4-BE49-F238E27FC236}">
                <a16:creationId xmlns:a16="http://schemas.microsoft.com/office/drawing/2014/main" id="{CCD71996-AFA7-0D4A-B5B9-2FF720B1CAB0}"/>
              </a:ext>
            </a:extLst>
          </p:cNvPr>
          <p:cNvSpPr/>
          <p:nvPr/>
        </p:nvSpPr>
        <p:spPr>
          <a:xfrm rot="1944534">
            <a:off x="5592326" y="9324894"/>
            <a:ext cx="140276" cy="122889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4" name="Gruppieren 133">
            <a:extLst>
              <a:ext uri="{FF2B5EF4-FFF2-40B4-BE49-F238E27FC236}">
                <a16:creationId xmlns:a16="http://schemas.microsoft.com/office/drawing/2014/main" id="{6366EEA3-8F9C-6DF8-3371-68D2DF4AA8A1}"/>
              </a:ext>
            </a:extLst>
          </p:cNvPr>
          <p:cNvGrpSpPr/>
          <p:nvPr/>
        </p:nvGrpSpPr>
        <p:grpSpPr>
          <a:xfrm>
            <a:off x="3772464" y="2023076"/>
            <a:ext cx="2910830" cy="3230332"/>
            <a:chOff x="3772464" y="2099275"/>
            <a:chExt cx="2910830" cy="3230332"/>
          </a:xfrm>
        </p:grpSpPr>
        <p:sp>
          <p:nvSpPr>
            <p:cNvPr id="170" name="Rechteck 169">
              <a:extLst>
                <a:ext uri="{FF2B5EF4-FFF2-40B4-BE49-F238E27FC236}">
                  <a16:creationId xmlns:a16="http://schemas.microsoft.com/office/drawing/2014/main" id="{E93A02FC-8496-B670-CD2C-9446E657C91B}"/>
                </a:ext>
              </a:extLst>
            </p:cNvPr>
            <p:cNvSpPr/>
            <p:nvPr/>
          </p:nvSpPr>
          <p:spPr>
            <a:xfrm rot="19447489" flipH="1">
              <a:off x="4718856" y="2641458"/>
              <a:ext cx="118635" cy="1314626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9" name="Rechteck 168">
              <a:extLst>
                <a:ext uri="{FF2B5EF4-FFF2-40B4-BE49-F238E27FC236}">
                  <a16:creationId xmlns:a16="http://schemas.microsoft.com/office/drawing/2014/main" id="{329A123D-CEDF-B2AF-00F2-F5D645189394}"/>
                </a:ext>
              </a:extLst>
            </p:cNvPr>
            <p:cNvSpPr/>
            <p:nvPr/>
          </p:nvSpPr>
          <p:spPr>
            <a:xfrm rot="2152511">
              <a:off x="5611142" y="2620496"/>
              <a:ext cx="118635" cy="1314626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D6E21601-A57A-5494-1059-146A5FE5945B}"/>
                </a:ext>
              </a:extLst>
            </p:cNvPr>
            <p:cNvGrpSpPr/>
            <p:nvPr/>
          </p:nvGrpSpPr>
          <p:grpSpPr>
            <a:xfrm>
              <a:off x="3772464" y="2418777"/>
              <a:ext cx="2910830" cy="2910830"/>
              <a:chOff x="-60233" y="5230706"/>
              <a:chExt cx="6848475" cy="6848475"/>
            </a:xfrm>
          </p:grpSpPr>
          <p:sp>
            <p:nvSpPr>
              <p:cNvPr id="40" name="Rechteck 39">
                <a:extLst>
                  <a:ext uri="{FF2B5EF4-FFF2-40B4-BE49-F238E27FC236}">
                    <a16:creationId xmlns:a16="http://schemas.microsoft.com/office/drawing/2014/main" id="{D01F29C1-375C-4015-BA1D-7EEC6D675147}"/>
                  </a:ext>
                </a:extLst>
              </p:cNvPr>
              <p:cNvSpPr/>
              <p:nvPr/>
            </p:nvSpPr>
            <p:spPr>
              <a:xfrm>
                <a:off x="2821080" y="9400413"/>
                <a:ext cx="1085850" cy="70628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hteck 40">
                <a:extLst>
                  <a:ext uri="{FF2B5EF4-FFF2-40B4-BE49-F238E27FC236}">
                    <a16:creationId xmlns:a16="http://schemas.microsoft.com/office/drawing/2014/main" id="{E0744A26-5744-3005-474B-00FAE3361F04}"/>
                  </a:ext>
                </a:extLst>
              </p:cNvPr>
              <p:cNvSpPr/>
              <p:nvPr/>
            </p:nvSpPr>
            <p:spPr>
              <a:xfrm>
                <a:off x="3192555" y="8850157"/>
                <a:ext cx="315525" cy="550256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hteck 43">
                <a:extLst>
                  <a:ext uri="{FF2B5EF4-FFF2-40B4-BE49-F238E27FC236}">
                    <a16:creationId xmlns:a16="http://schemas.microsoft.com/office/drawing/2014/main" id="{198418F4-5B26-02F1-DEE3-15DEBF96AE03}"/>
                  </a:ext>
                </a:extLst>
              </p:cNvPr>
              <p:cNvSpPr/>
              <p:nvPr/>
            </p:nvSpPr>
            <p:spPr>
              <a:xfrm>
                <a:off x="3192555" y="6968022"/>
                <a:ext cx="315525" cy="149025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Ellipse 44">
                <a:extLst>
                  <a:ext uri="{FF2B5EF4-FFF2-40B4-BE49-F238E27FC236}">
                    <a16:creationId xmlns:a16="http://schemas.microsoft.com/office/drawing/2014/main" id="{7E35EE5F-7A2A-8F4C-11B3-07E2C3C6D2A5}"/>
                  </a:ext>
                </a:extLst>
              </p:cNvPr>
              <p:cNvSpPr/>
              <p:nvPr/>
            </p:nvSpPr>
            <p:spPr>
              <a:xfrm>
                <a:off x="3059205" y="8348790"/>
                <a:ext cx="609600" cy="60960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Kreis: nicht ausgefüllt 45">
                <a:extLst>
                  <a:ext uri="{FF2B5EF4-FFF2-40B4-BE49-F238E27FC236}">
                    <a16:creationId xmlns:a16="http://schemas.microsoft.com/office/drawing/2014/main" id="{11F859BE-CD7F-6664-24EE-1C83A1D2D9EB}"/>
                  </a:ext>
                </a:extLst>
              </p:cNvPr>
              <p:cNvSpPr/>
              <p:nvPr/>
            </p:nvSpPr>
            <p:spPr>
              <a:xfrm>
                <a:off x="-60233" y="5230706"/>
                <a:ext cx="6848475" cy="6848475"/>
              </a:xfrm>
              <a:prstGeom prst="donut">
                <a:avLst>
                  <a:gd name="adj" fmla="val 2692"/>
                </a:avLst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Rechteck 46">
                <a:extLst>
                  <a:ext uri="{FF2B5EF4-FFF2-40B4-BE49-F238E27FC236}">
                    <a16:creationId xmlns:a16="http://schemas.microsoft.com/office/drawing/2014/main" id="{76B9A34F-0F42-7154-02DC-2F6575184DD2}"/>
                  </a:ext>
                </a:extLst>
              </p:cNvPr>
              <p:cNvSpPr/>
              <p:nvPr/>
            </p:nvSpPr>
            <p:spPr>
              <a:xfrm rot="4277537">
                <a:off x="4310046" y="5379165"/>
                <a:ext cx="315526" cy="191967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9" name="Rechteck 68">
                <a:extLst>
                  <a:ext uri="{FF2B5EF4-FFF2-40B4-BE49-F238E27FC236}">
                    <a16:creationId xmlns:a16="http://schemas.microsoft.com/office/drawing/2014/main" id="{CDE698BE-B654-4320-4363-B4769F4B89DB}"/>
                  </a:ext>
                </a:extLst>
              </p:cNvPr>
              <p:cNvSpPr/>
              <p:nvPr/>
            </p:nvSpPr>
            <p:spPr>
              <a:xfrm rot="17322463" flipH="1">
                <a:off x="2085834" y="5359832"/>
                <a:ext cx="315526" cy="1919678"/>
              </a:xfrm>
              <a:prstGeom prst="rect">
                <a:avLst/>
              </a:prstGeom>
              <a:pattFill prst="wdUpDiag">
                <a:fgClr>
                  <a:schemeClr val="bg1">
                    <a:lumMod val="75000"/>
                  </a:schemeClr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Ellipse 47">
                <a:extLst>
                  <a:ext uri="{FF2B5EF4-FFF2-40B4-BE49-F238E27FC236}">
                    <a16:creationId xmlns:a16="http://schemas.microsoft.com/office/drawing/2014/main" id="{5EE551C2-E488-5708-320A-670649F44A67}"/>
                  </a:ext>
                </a:extLst>
              </p:cNvPr>
              <p:cNvSpPr/>
              <p:nvPr/>
            </p:nvSpPr>
            <p:spPr>
              <a:xfrm>
                <a:off x="3045517" y="6432288"/>
                <a:ext cx="609600" cy="60960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1" name="Kreis: nicht ausgefüllt 60">
              <a:extLst>
                <a:ext uri="{FF2B5EF4-FFF2-40B4-BE49-F238E27FC236}">
                  <a16:creationId xmlns:a16="http://schemas.microsoft.com/office/drawing/2014/main" id="{96BB3E9C-276C-7AF3-4803-2B51E4E457B7}"/>
                </a:ext>
              </a:extLst>
            </p:cNvPr>
            <p:cNvSpPr/>
            <p:nvPr/>
          </p:nvSpPr>
          <p:spPr>
            <a:xfrm>
              <a:off x="4280045" y="2099275"/>
              <a:ext cx="1874097" cy="1874097"/>
            </a:xfrm>
            <a:prstGeom prst="donut">
              <a:avLst>
                <a:gd name="adj" fmla="val 2692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6" name="Textfeld 65">
              <a:extLst>
                <a:ext uri="{FF2B5EF4-FFF2-40B4-BE49-F238E27FC236}">
                  <a16:creationId xmlns:a16="http://schemas.microsoft.com/office/drawing/2014/main" id="{42CF5C15-3330-F50C-6765-970FF031C13B}"/>
                </a:ext>
              </a:extLst>
            </p:cNvPr>
            <p:cNvSpPr txBox="1"/>
            <p:nvPr/>
          </p:nvSpPr>
          <p:spPr>
            <a:xfrm>
              <a:off x="5368655" y="3026788"/>
              <a:ext cx="3884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feld 66">
                  <a:extLst>
                    <a:ext uri="{FF2B5EF4-FFF2-40B4-BE49-F238E27FC236}">
                      <a16:creationId xmlns:a16="http://schemas.microsoft.com/office/drawing/2014/main" id="{B80FD796-E54B-90DA-E790-8936F4C3B8A5}"/>
                    </a:ext>
                  </a:extLst>
                </p:cNvPr>
                <p:cNvSpPr txBox="1"/>
                <p:nvPr/>
              </p:nvSpPr>
              <p:spPr>
                <a:xfrm>
                  <a:off x="5273932" y="2472265"/>
                  <a:ext cx="41028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de-DE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de-DE" sz="1400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de-DE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67" name="Textfeld 66">
                  <a:extLst>
                    <a:ext uri="{FF2B5EF4-FFF2-40B4-BE49-F238E27FC236}">
                      <a16:creationId xmlns:a16="http://schemas.microsoft.com/office/drawing/2014/main" id="{B80FD796-E54B-90DA-E790-8936F4C3B8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3932" y="2472265"/>
                  <a:ext cx="410280" cy="400110"/>
                </a:xfrm>
                <a:prstGeom prst="rect">
                  <a:avLst/>
                </a:prstGeom>
                <a:blipFill>
                  <a:blip r:embed="rId2"/>
                  <a:stretch>
                    <a:fillRect r="-1194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Pfeil: gebogen 67">
              <a:extLst>
                <a:ext uri="{FF2B5EF4-FFF2-40B4-BE49-F238E27FC236}">
                  <a16:creationId xmlns:a16="http://schemas.microsoft.com/office/drawing/2014/main" id="{96EE1D96-5DCF-0604-C3D8-0D291722FEAC}"/>
                </a:ext>
              </a:extLst>
            </p:cNvPr>
            <p:cNvSpPr/>
            <p:nvPr/>
          </p:nvSpPr>
          <p:spPr>
            <a:xfrm rot="20304312" flipH="1">
              <a:off x="4962843" y="2805699"/>
              <a:ext cx="506933" cy="525048"/>
            </a:xfrm>
            <a:prstGeom prst="circularArrow">
              <a:avLst>
                <a:gd name="adj1" fmla="val 7185"/>
                <a:gd name="adj2" fmla="val 923709"/>
                <a:gd name="adj3" fmla="val 20442418"/>
                <a:gd name="adj4" fmla="val 9670801"/>
                <a:gd name="adj5" fmla="val 13351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32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feld 69">
                  <a:extLst>
                    <a:ext uri="{FF2B5EF4-FFF2-40B4-BE49-F238E27FC236}">
                      <a16:creationId xmlns:a16="http://schemas.microsoft.com/office/drawing/2014/main" id="{441E206E-7A07-DA3C-BCD3-B381D5E50133}"/>
                    </a:ext>
                  </a:extLst>
                </p:cNvPr>
                <p:cNvSpPr txBox="1"/>
                <p:nvPr/>
              </p:nvSpPr>
              <p:spPr>
                <a:xfrm>
                  <a:off x="4747954" y="2464476"/>
                  <a:ext cx="41028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de-DE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1400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de-DE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70" name="Textfeld 69">
                  <a:extLst>
                    <a:ext uri="{FF2B5EF4-FFF2-40B4-BE49-F238E27FC236}">
                      <a16:creationId xmlns:a16="http://schemas.microsoft.com/office/drawing/2014/main" id="{441E206E-7A07-DA3C-BCD3-B381D5E501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7954" y="2464476"/>
                  <a:ext cx="410280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1" name="Gerader Verbinder 70">
              <a:extLst>
                <a:ext uri="{FF2B5EF4-FFF2-40B4-BE49-F238E27FC236}">
                  <a16:creationId xmlns:a16="http://schemas.microsoft.com/office/drawing/2014/main" id="{F0D74BC9-7543-3D50-143A-09D5F1D186A2}"/>
                </a:ext>
              </a:extLst>
            </p:cNvPr>
            <p:cNvCxnSpPr>
              <a:cxnSpLocks/>
              <a:stCxn id="46" idx="0"/>
              <a:endCxn id="48" idx="0"/>
            </p:cNvCxnSpPr>
            <p:nvPr/>
          </p:nvCxnSpPr>
          <p:spPr>
            <a:xfrm flipH="1">
              <a:off x="5222061" y="2418777"/>
              <a:ext cx="5818" cy="510712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7" name="Gruppieren 136">
            <a:extLst>
              <a:ext uri="{FF2B5EF4-FFF2-40B4-BE49-F238E27FC236}">
                <a16:creationId xmlns:a16="http://schemas.microsoft.com/office/drawing/2014/main" id="{FBDE1C06-3A50-E455-2BDB-2D3F4931032C}"/>
              </a:ext>
            </a:extLst>
          </p:cNvPr>
          <p:cNvGrpSpPr/>
          <p:nvPr/>
        </p:nvGrpSpPr>
        <p:grpSpPr>
          <a:xfrm>
            <a:off x="3611867" y="5592850"/>
            <a:ext cx="2910830" cy="2910830"/>
            <a:chOff x="3619891" y="5592850"/>
            <a:chExt cx="2910830" cy="2910830"/>
          </a:xfrm>
        </p:grpSpPr>
        <p:grpSp>
          <p:nvGrpSpPr>
            <p:cNvPr id="83" name="Gruppieren 82">
              <a:extLst>
                <a:ext uri="{FF2B5EF4-FFF2-40B4-BE49-F238E27FC236}">
                  <a16:creationId xmlns:a16="http://schemas.microsoft.com/office/drawing/2014/main" id="{18B0E9E5-3EF6-BDD0-D7A6-31CE7BB1EC57}"/>
                </a:ext>
              </a:extLst>
            </p:cNvPr>
            <p:cNvGrpSpPr/>
            <p:nvPr/>
          </p:nvGrpSpPr>
          <p:grpSpPr>
            <a:xfrm rot="20016109" flipH="1">
              <a:off x="3963093" y="6277603"/>
              <a:ext cx="1105671" cy="988466"/>
              <a:chOff x="2677600" y="4983856"/>
              <a:chExt cx="982867" cy="962471"/>
            </a:xfrm>
          </p:grpSpPr>
          <p:sp>
            <p:nvSpPr>
              <p:cNvPr id="89" name="Rechteck 88">
                <a:extLst>
                  <a:ext uri="{FF2B5EF4-FFF2-40B4-BE49-F238E27FC236}">
                    <a16:creationId xmlns:a16="http://schemas.microsoft.com/office/drawing/2014/main" id="{3B3B3489-1DC6-CEB3-23B3-3032CE460017}"/>
                  </a:ext>
                </a:extLst>
              </p:cNvPr>
              <p:cNvSpPr/>
              <p:nvPr/>
            </p:nvSpPr>
            <p:spPr>
              <a:xfrm>
                <a:off x="2740096" y="5312918"/>
                <a:ext cx="134109" cy="633409"/>
              </a:xfrm>
              <a:prstGeom prst="rect">
                <a:avLst/>
              </a:prstGeom>
              <a:solidFill>
                <a:schemeClr val="bg1">
                  <a:lumMod val="75000"/>
                  <a:alpha val="50000"/>
                </a:schemeClr>
              </a:solidFill>
              <a:ln>
                <a:solidFill>
                  <a:schemeClr val="accent1">
                    <a:shade val="15000"/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hteck 89">
                <a:extLst>
                  <a:ext uri="{FF2B5EF4-FFF2-40B4-BE49-F238E27FC236}">
                    <a16:creationId xmlns:a16="http://schemas.microsoft.com/office/drawing/2014/main" id="{E09FF236-75CB-25AE-FCB0-EC880063BFAF}"/>
                  </a:ext>
                </a:extLst>
              </p:cNvPr>
              <p:cNvSpPr/>
              <p:nvPr/>
            </p:nvSpPr>
            <p:spPr>
              <a:xfrm rot="4277537">
                <a:off x="3200660" y="4658158"/>
                <a:ext cx="134109" cy="785505"/>
              </a:xfrm>
              <a:prstGeom prst="rect">
                <a:avLst/>
              </a:prstGeom>
              <a:pattFill prst="wdUpDiag">
                <a:fgClr>
                  <a:schemeClr val="bg1">
                    <a:lumMod val="75000"/>
                  </a:schemeClr>
                </a:fgClr>
                <a:bgClr>
                  <a:schemeClr val="bg1"/>
                </a:bgClr>
              </a:pattFill>
              <a:ln>
                <a:solidFill>
                  <a:schemeClr val="accent1">
                    <a:shade val="15000"/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1" name="Ellipse 90">
                <a:extLst>
                  <a:ext uri="{FF2B5EF4-FFF2-40B4-BE49-F238E27FC236}">
                    <a16:creationId xmlns:a16="http://schemas.microsoft.com/office/drawing/2014/main" id="{E4314889-13A1-FE91-EC10-F4EEF8AFE2A7}"/>
                  </a:ext>
                </a:extLst>
              </p:cNvPr>
              <p:cNvSpPr/>
              <p:nvPr/>
            </p:nvSpPr>
            <p:spPr>
              <a:xfrm>
                <a:off x="2677600" y="5085213"/>
                <a:ext cx="259100" cy="25910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1">
                    <a:shade val="15000"/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84" name="Gruppieren 83">
              <a:extLst>
                <a:ext uri="{FF2B5EF4-FFF2-40B4-BE49-F238E27FC236}">
                  <a16:creationId xmlns:a16="http://schemas.microsoft.com/office/drawing/2014/main" id="{FC37DEA1-0957-7D48-78EA-0496F6924FD5}"/>
                </a:ext>
              </a:extLst>
            </p:cNvPr>
            <p:cNvGrpSpPr/>
            <p:nvPr/>
          </p:nvGrpSpPr>
          <p:grpSpPr>
            <a:xfrm rot="15255591">
              <a:off x="3952910" y="6329145"/>
              <a:ext cx="1039830" cy="1088741"/>
              <a:chOff x="2677600" y="4978510"/>
              <a:chExt cx="1012485" cy="967817"/>
            </a:xfrm>
          </p:grpSpPr>
          <p:sp>
            <p:nvSpPr>
              <p:cNvPr id="86" name="Rechteck 85">
                <a:extLst>
                  <a:ext uri="{FF2B5EF4-FFF2-40B4-BE49-F238E27FC236}">
                    <a16:creationId xmlns:a16="http://schemas.microsoft.com/office/drawing/2014/main" id="{0C71A5E2-77CE-EDC6-BA46-84A0A0F8A924}"/>
                  </a:ext>
                </a:extLst>
              </p:cNvPr>
              <p:cNvSpPr/>
              <p:nvPr/>
            </p:nvSpPr>
            <p:spPr>
              <a:xfrm>
                <a:off x="2740096" y="5312918"/>
                <a:ext cx="134109" cy="633409"/>
              </a:xfrm>
              <a:prstGeom prst="rect">
                <a:avLst/>
              </a:prstGeom>
              <a:solidFill>
                <a:schemeClr val="bg1">
                  <a:lumMod val="75000"/>
                  <a:alpha val="50000"/>
                </a:schemeClr>
              </a:solidFill>
              <a:ln>
                <a:solidFill>
                  <a:schemeClr val="accent1">
                    <a:shade val="15000"/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Rechteck 86">
                <a:extLst>
                  <a:ext uri="{FF2B5EF4-FFF2-40B4-BE49-F238E27FC236}">
                    <a16:creationId xmlns:a16="http://schemas.microsoft.com/office/drawing/2014/main" id="{FD2E6CE2-66B8-24C2-A53E-F76ACD0D6F86}"/>
                  </a:ext>
                </a:extLst>
              </p:cNvPr>
              <p:cNvSpPr/>
              <p:nvPr/>
            </p:nvSpPr>
            <p:spPr>
              <a:xfrm rot="4277537">
                <a:off x="3215067" y="4637601"/>
                <a:ext cx="134109" cy="815927"/>
              </a:xfrm>
              <a:prstGeom prst="rect">
                <a:avLst/>
              </a:prstGeom>
              <a:solidFill>
                <a:schemeClr val="bg1">
                  <a:lumMod val="75000"/>
                  <a:alpha val="50000"/>
                </a:schemeClr>
              </a:solidFill>
              <a:ln>
                <a:solidFill>
                  <a:schemeClr val="accent1">
                    <a:shade val="15000"/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8" name="Ellipse 87">
                <a:extLst>
                  <a:ext uri="{FF2B5EF4-FFF2-40B4-BE49-F238E27FC236}">
                    <a16:creationId xmlns:a16="http://schemas.microsoft.com/office/drawing/2014/main" id="{E7071BDC-2DFC-DB87-69CD-E873AB2BD890}"/>
                  </a:ext>
                </a:extLst>
              </p:cNvPr>
              <p:cNvSpPr/>
              <p:nvPr/>
            </p:nvSpPr>
            <p:spPr>
              <a:xfrm>
                <a:off x="2677600" y="5085213"/>
                <a:ext cx="259100" cy="25910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1">
                    <a:shade val="15000"/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85" name="Rechteck 84">
              <a:extLst>
                <a:ext uri="{FF2B5EF4-FFF2-40B4-BE49-F238E27FC236}">
                  <a16:creationId xmlns:a16="http://schemas.microsoft.com/office/drawing/2014/main" id="{69012B81-5B5F-3471-B292-81861C1A6851}"/>
                </a:ext>
              </a:extLst>
            </p:cNvPr>
            <p:cNvSpPr/>
            <p:nvPr/>
          </p:nvSpPr>
          <p:spPr>
            <a:xfrm rot="17519570" flipH="1">
              <a:off x="4292843" y="6124507"/>
              <a:ext cx="118635" cy="1314626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1" name="Rechteck 130">
              <a:extLst>
                <a:ext uri="{FF2B5EF4-FFF2-40B4-BE49-F238E27FC236}">
                  <a16:creationId xmlns:a16="http://schemas.microsoft.com/office/drawing/2014/main" id="{BD568864-1D1C-FA0E-E580-9E8205D92D72}"/>
                </a:ext>
              </a:extLst>
            </p:cNvPr>
            <p:cNvSpPr/>
            <p:nvPr/>
          </p:nvSpPr>
          <p:spPr>
            <a:xfrm rot="17519570" flipH="1">
              <a:off x="4320942" y="6156486"/>
              <a:ext cx="73427" cy="1314626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3" name="Gruppieren 72">
              <a:extLst>
                <a:ext uri="{FF2B5EF4-FFF2-40B4-BE49-F238E27FC236}">
                  <a16:creationId xmlns:a16="http://schemas.microsoft.com/office/drawing/2014/main" id="{3689704F-38D3-F926-6758-EED0E1BE8CFD}"/>
                </a:ext>
              </a:extLst>
            </p:cNvPr>
            <p:cNvGrpSpPr/>
            <p:nvPr/>
          </p:nvGrpSpPr>
          <p:grpSpPr>
            <a:xfrm rot="2135896">
              <a:off x="5106757" y="6067050"/>
              <a:ext cx="1192093" cy="1328904"/>
              <a:chOff x="4794189" y="5737680"/>
              <a:chExt cx="1192093" cy="1328904"/>
            </a:xfrm>
          </p:grpSpPr>
          <p:grpSp>
            <p:nvGrpSpPr>
              <p:cNvPr id="25" name="Gruppieren 24">
                <a:extLst>
                  <a:ext uri="{FF2B5EF4-FFF2-40B4-BE49-F238E27FC236}">
                    <a16:creationId xmlns:a16="http://schemas.microsoft.com/office/drawing/2014/main" id="{E7368E0A-037A-6FBC-0DF8-E10C6C755677}"/>
                  </a:ext>
                </a:extLst>
              </p:cNvPr>
              <p:cNvGrpSpPr/>
              <p:nvPr/>
            </p:nvGrpSpPr>
            <p:grpSpPr>
              <a:xfrm rot="21047995">
                <a:off x="4794189" y="5979851"/>
                <a:ext cx="1138990" cy="993956"/>
                <a:chOff x="2677600" y="4978510"/>
                <a:chExt cx="1012485" cy="967817"/>
              </a:xfrm>
            </p:grpSpPr>
            <p:sp>
              <p:nvSpPr>
                <p:cNvPr id="39" name="Rechteck 38">
                  <a:extLst>
                    <a:ext uri="{FF2B5EF4-FFF2-40B4-BE49-F238E27FC236}">
                      <a16:creationId xmlns:a16="http://schemas.microsoft.com/office/drawing/2014/main" id="{94427025-C5B6-2E7C-A072-705F3CB31BCF}"/>
                    </a:ext>
                  </a:extLst>
                </p:cNvPr>
                <p:cNvSpPr/>
                <p:nvPr/>
              </p:nvSpPr>
              <p:spPr>
                <a:xfrm>
                  <a:off x="2740096" y="5312918"/>
                  <a:ext cx="134109" cy="633409"/>
                </a:xfrm>
                <a:prstGeom prst="rect">
                  <a:avLst/>
                </a:prstGeom>
                <a:solidFill>
                  <a:schemeClr val="bg1">
                    <a:lumMod val="75000"/>
                    <a:alpha val="50000"/>
                  </a:schemeClr>
                </a:solidFill>
                <a:ln>
                  <a:solidFill>
                    <a:schemeClr val="accent1">
                      <a:shade val="15000"/>
                      <a:alpha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" name="Rechteck 41">
                  <a:extLst>
                    <a:ext uri="{FF2B5EF4-FFF2-40B4-BE49-F238E27FC236}">
                      <a16:creationId xmlns:a16="http://schemas.microsoft.com/office/drawing/2014/main" id="{55AD4AC9-024F-4784-8E97-AB9010229480}"/>
                    </a:ext>
                  </a:extLst>
                </p:cNvPr>
                <p:cNvSpPr/>
                <p:nvPr/>
              </p:nvSpPr>
              <p:spPr>
                <a:xfrm rot="4277537">
                  <a:off x="3215067" y="4637601"/>
                  <a:ext cx="134109" cy="815927"/>
                </a:xfrm>
                <a:prstGeom prst="rect">
                  <a:avLst/>
                </a:prstGeom>
                <a:solidFill>
                  <a:schemeClr val="bg1">
                    <a:lumMod val="75000"/>
                    <a:alpha val="50000"/>
                  </a:schemeClr>
                </a:solidFill>
                <a:ln>
                  <a:solidFill>
                    <a:schemeClr val="accent1">
                      <a:shade val="15000"/>
                      <a:alpha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3" name="Ellipse 42">
                  <a:extLst>
                    <a:ext uri="{FF2B5EF4-FFF2-40B4-BE49-F238E27FC236}">
                      <a16:creationId xmlns:a16="http://schemas.microsoft.com/office/drawing/2014/main" id="{0D97C443-E2C1-9FF6-6EB7-C11706145EB6}"/>
                    </a:ext>
                  </a:extLst>
                </p:cNvPr>
                <p:cNvSpPr/>
                <p:nvPr/>
              </p:nvSpPr>
              <p:spPr>
                <a:xfrm>
                  <a:off x="2677600" y="5085213"/>
                  <a:ext cx="259100" cy="259100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accent1">
                      <a:shade val="15000"/>
                      <a:alpha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28" name="Gruppieren 27">
                <a:extLst>
                  <a:ext uri="{FF2B5EF4-FFF2-40B4-BE49-F238E27FC236}">
                    <a16:creationId xmlns:a16="http://schemas.microsoft.com/office/drawing/2014/main" id="{06288E8D-3217-E8F7-2C4E-EC5D9064CF5E}"/>
                  </a:ext>
                </a:extLst>
              </p:cNvPr>
              <p:cNvGrpSpPr/>
              <p:nvPr/>
            </p:nvGrpSpPr>
            <p:grpSpPr>
              <a:xfrm rot="4208513" flipH="1">
                <a:off x="4921997" y="5995420"/>
                <a:ext cx="1039830" cy="1088741"/>
                <a:chOff x="2677600" y="4978510"/>
                <a:chExt cx="1012485" cy="967817"/>
              </a:xfrm>
            </p:grpSpPr>
            <p:sp>
              <p:nvSpPr>
                <p:cNvPr id="29" name="Rechteck 28">
                  <a:extLst>
                    <a:ext uri="{FF2B5EF4-FFF2-40B4-BE49-F238E27FC236}">
                      <a16:creationId xmlns:a16="http://schemas.microsoft.com/office/drawing/2014/main" id="{E008A416-4234-67CB-36C0-DA1ADD1F1761}"/>
                    </a:ext>
                  </a:extLst>
                </p:cNvPr>
                <p:cNvSpPr/>
                <p:nvPr/>
              </p:nvSpPr>
              <p:spPr>
                <a:xfrm>
                  <a:off x="2740096" y="5312918"/>
                  <a:ext cx="134109" cy="633409"/>
                </a:xfrm>
                <a:prstGeom prst="rect">
                  <a:avLst/>
                </a:prstGeom>
                <a:solidFill>
                  <a:schemeClr val="bg1">
                    <a:lumMod val="75000"/>
                    <a:alpha val="50000"/>
                  </a:schemeClr>
                </a:solidFill>
                <a:ln>
                  <a:solidFill>
                    <a:schemeClr val="accent1">
                      <a:shade val="15000"/>
                      <a:alpha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Rechteck 29">
                  <a:extLst>
                    <a:ext uri="{FF2B5EF4-FFF2-40B4-BE49-F238E27FC236}">
                      <a16:creationId xmlns:a16="http://schemas.microsoft.com/office/drawing/2014/main" id="{2B16209E-4352-A178-41BC-E8F467364891}"/>
                    </a:ext>
                  </a:extLst>
                </p:cNvPr>
                <p:cNvSpPr/>
                <p:nvPr/>
              </p:nvSpPr>
              <p:spPr>
                <a:xfrm rot="4277537">
                  <a:off x="3215067" y="4637601"/>
                  <a:ext cx="134109" cy="815927"/>
                </a:xfrm>
                <a:prstGeom prst="rect">
                  <a:avLst/>
                </a:prstGeom>
                <a:pattFill prst="wdUpDiag">
                  <a:fgClr>
                    <a:schemeClr val="bg1">
                      <a:lumMod val="75000"/>
                    </a:schemeClr>
                  </a:fgClr>
                  <a:bgClr>
                    <a:schemeClr val="bg1"/>
                  </a:bgClr>
                </a:pattFill>
                <a:ln>
                  <a:solidFill>
                    <a:schemeClr val="accent1">
                      <a:shade val="15000"/>
                      <a:alpha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" name="Ellipse 31">
                  <a:extLst>
                    <a:ext uri="{FF2B5EF4-FFF2-40B4-BE49-F238E27FC236}">
                      <a16:creationId xmlns:a16="http://schemas.microsoft.com/office/drawing/2014/main" id="{CC879366-B39F-966E-C288-5AA399BD7CE8}"/>
                    </a:ext>
                  </a:extLst>
                </p:cNvPr>
                <p:cNvSpPr/>
                <p:nvPr/>
              </p:nvSpPr>
              <p:spPr>
                <a:xfrm>
                  <a:off x="2677600" y="5085213"/>
                  <a:ext cx="259100" cy="259100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accent1">
                      <a:shade val="15000"/>
                      <a:alpha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11" name="Rechteck 110">
                <a:extLst>
                  <a:ext uri="{FF2B5EF4-FFF2-40B4-BE49-F238E27FC236}">
                    <a16:creationId xmlns:a16="http://schemas.microsoft.com/office/drawing/2014/main" id="{10F59D8D-12A8-D2EB-9AA7-8162C5BB60A3}"/>
                  </a:ext>
                </a:extLst>
              </p:cNvPr>
              <p:cNvSpPr/>
              <p:nvPr/>
            </p:nvSpPr>
            <p:spPr>
              <a:xfrm rot="1944534">
                <a:off x="5427334" y="5737680"/>
                <a:ext cx="118635" cy="1314626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3" name="Rechteck 132">
                <a:extLst>
                  <a:ext uri="{FF2B5EF4-FFF2-40B4-BE49-F238E27FC236}">
                    <a16:creationId xmlns:a16="http://schemas.microsoft.com/office/drawing/2014/main" id="{D0A3FBF1-7BE7-7705-F0D7-7042EB086E4E}"/>
                  </a:ext>
                </a:extLst>
              </p:cNvPr>
              <p:cNvSpPr/>
              <p:nvPr/>
            </p:nvSpPr>
            <p:spPr>
              <a:xfrm rot="1944534">
                <a:off x="5489344" y="5751958"/>
                <a:ext cx="55418" cy="1314626"/>
              </a:xfrm>
              <a:prstGeom prst="rect">
                <a:avLst/>
              </a:prstGeom>
              <a:pattFill prst="wdUpDiag">
                <a:fgClr>
                  <a:srgbClr val="FF0000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7" name="Rechteck 126">
              <a:extLst>
                <a:ext uri="{FF2B5EF4-FFF2-40B4-BE49-F238E27FC236}">
                  <a16:creationId xmlns:a16="http://schemas.microsoft.com/office/drawing/2014/main" id="{2997E124-D2CC-C2D3-1B45-EEA01F4188C9}"/>
                </a:ext>
              </a:extLst>
            </p:cNvPr>
            <p:cNvSpPr/>
            <p:nvPr/>
          </p:nvSpPr>
          <p:spPr>
            <a:xfrm>
              <a:off x="3876675" y="6248968"/>
              <a:ext cx="2381363" cy="5798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76200" prstMaterial="matte"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9" name="Rechteck 108">
              <a:extLst>
                <a:ext uri="{FF2B5EF4-FFF2-40B4-BE49-F238E27FC236}">
                  <a16:creationId xmlns:a16="http://schemas.microsoft.com/office/drawing/2014/main" id="{F941617A-23FC-6034-DC49-1E609A306C7E}"/>
                </a:ext>
              </a:extLst>
            </p:cNvPr>
            <p:cNvSpPr/>
            <p:nvPr/>
          </p:nvSpPr>
          <p:spPr>
            <a:xfrm>
              <a:off x="4844545" y="7365114"/>
              <a:ext cx="461522" cy="30019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hteck 109">
              <a:extLst>
                <a:ext uri="{FF2B5EF4-FFF2-40B4-BE49-F238E27FC236}">
                  <a16:creationId xmlns:a16="http://schemas.microsoft.com/office/drawing/2014/main" id="{8FB45004-3D04-ED75-0D9E-3F0C080D8EEB}"/>
                </a:ext>
              </a:extLst>
            </p:cNvPr>
            <p:cNvSpPr/>
            <p:nvPr/>
          </p:nvSpPr>
          <p:spPr>
            <a:xfrm>
              <a:off x="5002434" y="7131237"/>
              <a:ext cx="134109" cy="23387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Ellipse 111">
              <a:extLst>
                <a:ext uri="{FF2B5EF4-FFF2-40B4-BE49-F238E27FC236}">
                  <a16:creationId xmlns:a16="http://schemas.microsoft.com/office/drawing/2014/main" id="{A1978827-2302-5FC8-6CB1-9EC114E12E3B}"/>
                </a:ext>
              </a:extLst>
            </p:cNvPr>
            <p:cNvSpPr/>
            <p:nvPr/>
          </p:nvSpPr>
          <p:spPr>
            <a:xfrm>
              <a:off x="4945756" y="6918140"/>
              <a:ext cx="259100" cy="2591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Kreis: nicht ausgefüllt 112">
              <a:extLst>
                <a:ext uri="{FF2B5EF4-FFF2-40B4-BE49-F238E27FC236}">
                  <a16:creationId xmlns:a16="http://schemas.microsoft.com/office/drawing/2014/main" id="{A8B4DB0C-5783-8BDE-B438-B921A88DC5D7}"/>
                </a:ext>
              </a:extLst>
            </p:cNvPr>
            <p:cNvSpPr/>
            <p:nvPr/>
          </p:nvSpPr>
          <p:spPr>
            <a:xfrm>
              <a:off x="3619891" y="5592850"/>
              <a:ext cx="2910830" cy="2910830"/>
            </a:xfrm>
            <a:prstGeom prst="donut">
              <a:avLst>
                <a:gd name="adj" fmla="val 2692"/>
              </a:avLst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0" name="Pfeil: gebogen 129">
              <a:extLst>
                <a:ext uri="{FF2B5EF4-FFF2-40B4-BE49-F238E27FC236}">
                  <a16:creationId xmlns:a16="http://schemas.microsoft.com/office/drawing/2014/main" id="{FA176C8C-F4FD-130B-23BD-53BB43C4CC23}"/>
                </a:ext>
              </a:extLst>
            </p:cNvPr>
            <p:cNvSpPr/>
            <p:nvPr/>
          </p:nvSpPr>
          <p:spPr>
            <a:xfrm rot="20304312" flipH="1">
              <a:off x="4811384" y="6787245"/>
              <a:ext cx="506933" cy="525048"/>
            </a:xfrm>
            <a:prstGeom prst="circularArrow">
              <a:avLst>
                <a:gd name="adj1" fmla="val 7185"/>
                <a:gd name="adj2" fmla="val 923709"/>
                <a:gd name="adj3" fmla="val 20442418"/>
                <a:gd name="adj4" fmla="val 9670801"/>
                <a:gd name="adj5" fmla="val 13351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3200">
                <a:solidFill>
                  <a:schemeClr val="tx1"/>
                </a:solidFill>
              </a:endParaRPr>
            </a:p>
          </p:txBody>
        </p:sp>
      </p:grpSp>
      <p:grpSp>
        <p:nvGrpSpPr>
          <p:cNvPr id="135" name="Gruppieren 134">
            <a:extLst>
              <a:ext uri="{FF2B5EF4-FFF2-40B4-BE49-F238E27FC236}">
                <a16:creationId xmlns:a16="http://schemas.microsoft.com/office/drawing/2014/main" id="{1BB08DFD-5212-7F6C-1DE3-46083A10C7F6}"/>
              </a:ext>
            </a:extLst>
          </p:cNvPr>
          <p:cNvGrpSpPr/>
          <p:nvPr/>
        </p:nvGrpSpPr>
        <p:grpSpPr>
          <a:xfrm>
            <a:off x="276789" y="2023076"/>
            <a:ext cx="2910830" cy="3230332"/>
            <a:chOff x="276789" y="2023076"/>
            <a:chExt cx="2910830" cy="3230332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90172B6C-EDEB-1C14-7378-602E53215FBF}"/>
                </a:ext>
              </a:extLst>
            </p:cNvPr>
            <p:cNvSpPr/>
            <p:nvPr/>
          </p:nvSpPr>
          <p:spPr>
            <a:xfrm>
              <a:off x="1501443" y="4114842"/>
              <a:ext cx="461522" cy="30019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B1C3B4BA-FF39-814E-24DA-F7DDBE7C31FC}"/>
                </a:ext>
              </a:extLst>
            </p:cNvPr>
            <p:cNvSpPr/>
            <p:nvPr/>
          </p:nvSpPr>
          <p:spPr>
            <a:xfrm>
              <a:off x="1659332" y="3880965"/>
              <a:ext cx="134109" cy="23387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DE24FF80-B0BE-24B5-C232-D7C5FDCBD500}"/>
                </a:ext>
              </a:extLst>
            </p:cNvPr>
            <p:cNvSpPr/>
            <p:nvPr/>
          </p:nvSpPr>
          <p:spPr>
            <a:xfrm>
              <a:off x="1659332" y="3080995"/>
              <a:ext cx="134109" cy="63340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6FD7654D-6B40-7CC3-A63B-F25BB4C2F518}"/>
                </a:ext>
              </a:extLst>
            </p:cNvPr>
            <p:cNvSpPr/>
            <p:nvPr/>
          </p:nvSpPr>
          <p:spPr>
            <a:xfrm>
              <a:off x="1602654" y="3667867"/>
              <a:ext cx="259100" cy="2591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Kreis: nicht ausgefüllt 8">
              <a:extLst>
                <a:ext uri="{FF2B5EF4-FFF2-40B4-BE49-F238E27FC236}">
                  <a16:creationId xmlns:a16="http://schemas.microsoft.com/office/drawing/2014/main" id="{D1A98818-CB39-00A8-4D73-B96EFB60A61F}"/>
                </a:ext>
              </a:extLst>
            </p:cNvPr>
            <p:cNvSpPr/>
            <p:nvPr/>
          </p:nvSpPr>
          <p:spPr>
            <a:xfrm>
              <a:off x="276789" y="2342578"/>
              <a:ext cx="2910830" cy="2910830"/>
            </a:xfrm>
            <a:prstGeom prst="donut">
              <a:avLst>
                <a:gd name="adj" fmla="val 2692"/>
              </a:avLst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0A59DCF6-BB57-4104-3FF7-2DBF8ED28245}"/>
                </a:ext>
              </a:extLst>
            </p:cNvPr>
            <p:cNvSpPr/>
            <p:nvPr/>
          </p:nvSpPr>
          <p:spPr>
            <a:xfrm>
              <a:off x="1659332" y="2078543"/>
              <a:ext cx="134109" cy="81592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3BE67E0C-DCF5-B9C7-907A-58EDF042FC0C}"/>
                </a:ext>
              </a:extLst>
            </p:cNvPr>
            <p:cNvSpPr/>
            <p:nvPr/>
          </p:nvSpPr>
          <p:spPr>
            <a:xfrm>
              <a:off x="1596836" y="2853290"/>
              <a:ext cx="259100" cy="2591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4" name="Gruppieren 53">
              <a:extLst>
                <a:ext uri="{FF2B5EF4-FFF2-40B4-BE49-F238E27FC236}">
                  <a16:creationId xmlns:a16="http://schemas.microsoft.com/office/drawing/2014/main" id="{D02E4AB8-0A78-FBF5-8706-0776D18F3DB8}"/>
                </a:ext>
              </a:extLst>
            </p:cNvPr>
            <p:cNvGrpSpPr/>
            <p:nvPr/>
          </p:nvGrpSpPr>
          <p:grpSpPr>
            <a:xfrm rot="900000">
              <a:off x="1697037" y="3790621"/>
              <a:ext cx="1440188" cy="379146"/>
              <a:chOff x="1721420" y="3596663"/>
              <a:chExt cx="1442192" cy="379146"/>
            </a:xfrm>
          </p:grpSpPr>
          <p:cxnSp>
            <p:nvCxnSpPr>
              <p:cNvPr id="13" name="Gerade Verbindung mit Pfeil 12">
                <a:extLst>
                  <a:ext uri="{FF2B5EF4-FFF2-40B4-BE49-F238E27FC236}">
                    <a16:creationId xmlns:a16="http://schemas.microsoft.com/office/drawing/2014/main" id="{A912CEC5-1423-7465-16D6-0FF3A59628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21420" y="3797168"/>
                <a:ext cx="144219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r Verbinder 13">
                <a:extLst>
                  <a:ext uri="{FF2B5EF4-FFF2-40B4-BE49-F238E27FC236}">
                    <a16:creationId xmlns:a16="http://schemas.microsoft.com/office/drawing/2014/main" id="{EA4E3043-A0FA-2137-2C5D-05499BB5B1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57583" y="3648866"/>
                <a:ext cx="0" cy="326943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A88E6AAF-D8F2-549A-894D-22A2B78B8D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1420" y="3596663"/>
                <a:ext cx="0" cy="379146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E454CE33-3B82-0498-7513-D1C9DE37DB32}"/>
                </a:ext>
              </a:extLst>
            </p:cNvPr>
            <p:cNvSpPr txBox="1"/>
            <p:nvPr/>
          </p:nvSpPr>
          <p:spPr>
            <a:xfrm>
              <a:off x="2376937" y="3714404"/>
              <a:ext cx="3884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  <p:sp>
          <p:nvSpPr>
            <p:cNvPr id="50" name="Kreis: nicht ausgefüllt 49">
              <a:extLst>
                <a:ext uri="{FF2B5EF4-FFF2-40B4-BE49-F238E27FC236}">
                  <a16:creationId xmlns:a16="http://schemas.microsoft.com/office/drawing/2014/main" id="{96805F6D-2615-0E9A-1E5D-EC539635625F}"/>
                </a:ext>
              </a:extLst>
            </p:cNvPr>
            <p:cNvSpPr/>
            <p:nvPr/>
          </p:nvSpPr>
          <p:spPr>
            <a:xfrm>
              <a:off x="778343" y="2023076"/>
              <a:ext cx="1874097" cy="1874097"/>
            </a:xfrm>
            <a:prstGeom prst="donut">
              <a:avLst>
                <a:gd name="adj" fmla="val 2692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56" name="Gruppieren 55">
              <a:extLst>
                <a:ext uri="{FF2B5EF4-FFF2-40B4-BE49-F238E27FC236}">
                  <a16:creationId xmlns:a16="http://schemas.microsoft.com/office/drawing/2014/main" id="{C811964F-8D3D-300C-407B-31667CA0EDD8}"/>
                </a:ext>
              </a:extLst>
            </p:cNvPr>
            <p:cNvGrpSpPr/>
            <p:nvPr/>
          </p:nvGrpSpPr>
          <p:grpSpPr>
            <a:xfrm rot="900000">
              <a:off x="1706538" y="2922671"/>
              <a:ext cx="882543" cy="379146"/>
              <a:chOff x="1721420" y="3596663"/>
              <a:chExt cx="1442192" cy="379146"/>
            </a:xfrm>
          </p:grpSpPr>
          <p:cxnSp>
            <p:nvCxnSpPr>
              <p:cNvPr id="57" name="Gerade Verbindung mit Pfeil 56">
                <a:extLst>
                  <a:ext uri="{FF2B5EF4-FFF2-40B4-BE49-F238E27FC236}">
                    <a16:creationId xmlns:a16="http://schemas.microsoft.com/office/drawing/2014/main" id="{57B1E8EC-F7F4-A2CF-BA0E-9D4F11E1A2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21420" y="3797168"/>
                <a:ext cx="144219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Gerader Verbinder 57">
                <a:extLst>
                  <a:ext uri="{FF2B5EF4-FFF2-40B4-BE49-F238E27FC236}">
                    <a16:creationId xmlns:a16="http://schemas.microsoft.com/office/drawing/2014/main" id="{8B95C89A-4526-CCC4-B4E1-58C8A7DEDA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57583" y="3648866"/>
                <a:ext cx="0" cy="326943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Gerader Verbinder 58">
                <a:extLst>
                  <a:ext uri="{FF2B5EF4-FFF2-40B4-BE49-F238E27FC236}">
                    <a16:creationId xmlns:a16="http://schemas.microsoft.com/office/drawing/2014/main" id="{4B482D74-D3B4-F750-0BE5-1DDEFA61FF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1420" y="3596663"/>
                <a:ext cx="0" cy="379146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feld 59">
                  <a:extLst>
                    <a:ext uri="{FF2B5EF4-FFF2-40B4-BE49-F238E27FC236}">
                      <a16:creationId xmlns:a16="http://schemas.microsoft.com/office/drawing/2014/main" id="{56051F9C-EEBF-D64A-0C30-C7774D23A608}"/>
                    </a:ext>
                  </a:extLst>
                </p:cNvPr>
                <p:cNvSpPr txBox="1"/>
                <p:nvPr/>
              </p:nvSpPr>
              <p:spPr>
                <a:xfrm>
                  <a:off x="1965482" y="2822031"/>
                  <a:ext cx="38844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de-DE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feld 59">
                  <a:extLst>
                    <a:ext uri="{FF2B5EF4-FFF2-40B4-BE49-F238E27FC236}">
                      <a16:creationId xmlns:a16="http://schemas.microsoft.com/office/drawing/2014/main" id="{56051F9C-EEBF-D64A-0C30-C7774D23A6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5482" y="2822031"/>
                  <a:ext cx="38844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2" name="Pfeil: gebogen 131">
              <a:extLst>
                <a:ext uri="{FF2B5EF4-FFF2-40B4-BE49-F238E27FC236}">
                  <a16:creationId xmlns:a16="http://schemas.microsoft.com/office/drawing/2014/main" id="{F966A198-1799-FCC5-4C94-F1C27E172E18}"/>
                </a:ext>
              </a:extLst>
            </p:cNvPr>
            <p:cNvSpPr/>
            <p:nvPr/>
          </p:nvSpPr>
          <p:spPr>
            <a:xfrm rot="20304312" flipH="1">
              <a:off x="1476485" y="2738645"/>
              <a:ext cx="506933" cy="525048"/>
            </a:xfrm>
            <a:prstGeom prst="circularArrow">
              <a:avLst>
                <a:gd name="adj1" fmla="val 7185"/>
                <a:gd name="adj2" fmla="val 923709"/>
                <a:gd name="adj3" fmla="val 20442418"/>
                <a:gd name="adj4" fmla="val 9670801"/>
                <a:gd name="adj5" fmla="val 13351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3200">
                <a:solidFill>
                  <a:schemeClr val="tx1"/>
                </a:solidFill>
              </a:endParaRPr>
            </a:p>
          </p:txBody>
        </p:sp>
      </p:grpSp>
      <p:sp>
        <p:nvSpPr>
          <p:cNvPr id="152" name="Ellipse 151">
            <a:extLst>
              <a:ext uri="{FF2B5EF4-FFF2-40B4-BE49-F238E27FC236}">
                <a16:creationId xmlns:a16="http://schemas.microsoft.com/office/drawing/2014/main" id="{2D8FFCCA-5C2D-441A-E0C0-68532DF15676}"/>
              </a:ext>
            </a:extLst>
          </p:cNvPr>
          <p:cNvSpPr/>
          <p:nvPr/>
        </p:nvSpPr>
        <p:spPr>
          <a:xfrm>
            <a:off x="5149250" y="10334611"/>
            <a:ext cx="305790" cy="3057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Kreis: nicht ausgefüllt 152">
            <a:extLst>
              <a:ext uri="{FF2B5EF4-FFF2-40B4-BE49-F238E27FC236}">
                <a16:creationId xmlns:a16="http://schemas.microsoft.com/office/drawing/2014/main" id="{54A5B2CC-A531-4B2D-8833-20A36B525F5E}"/>
              </a:ext>
            </a:extLst>
          </p:cNvPr>
          <p:cNvSpPr/>
          <p:nvPr/>
        </p:nvSpPr>
        <p:spPr>
          <a:xfrm>
            <a:off x="4013168" y="9198529"/>
            <a:ext cx="2577955" cy="2577955"/>
          </a:xfrm>
          <a:prstGeom prst="donut">
            <a:avLst>
              <a:gd name="adj" fmla="val 429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8" name="Stern: 6 Zacken 157">
            <a:extLst>
              <a:ext uri="{FF2B5EF4-FFF2-40B4-BE49-F238E27FC236}">
                <a16:creationId xmlns:a16="http://schemas.microsoft.com/office/drawing/2014/main" id="{A489B72E-8CFE-EE37-A753-203356D4AF74}"/>
              </a:ext>
            </a:extLst>
          </p:cNvPr>
          <p:cNvSpPr/>
          <p:nvPr/>
        </p:nvSpPr>
        <p:spPr>
          <a:xfrm rot="227872">
            <a:off x="4184717" y="9677895"/>
            <a:ext cx="190654" cy="190654"/>
          </a:xfrm>
          <a:prstGeom prst="star6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Pfeil: gebogen 163">
            <a:extLst>
              <a:ext uri="{FF2B5EF4-FFF2-40B4-BE49-F238E27FC236}">
                <a16:creationId xmlns:a16="http://schemas.microsoft.com/office/drawing/2014/main" id="{11E3EDFF-29DD-9485-3ADE-396B1A7CEF84}"/>
              </a:ext>
            </a:extLst>
          </p:cNvPr>
          <p:cNvSpPr/>
          <p:nvPr/>
        </p:nvSpPr>
        <p:spPr>
          <a:xfrm rot="20304312" flipH="1">
            <a:off x="4989127" y="10175632"/>
            <a:ext cx="675966" cy="700121"/>
          </a:xfrm>
          <a:prstGeom prst="circularArrow">
            <a:avLst>
              <a:gd name="adj1" fmla="val 7185"/>
              <a:gd name="adj2" fmla="val 923709"/>
              <a:gd name="adj3" fmla="val 20442418"/>
              <a:gd name="adj4" fmla="val 9670801"/>
              <a:gd name="adj5" fmla="val 1335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200">
              <a:solidFill>
                <a:schemeClr val="tx1"/>
              </a:solidFill>
            </a:endParaRPr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D8FCF065-36E1-780B-6056-20641BDE789D}"/>
              </a:ext>
            </a:extLst>
          </p:cNvPr>
          <p:cNvGrpSpPr/>
          <p:nvPr/>
        </p:nvGrpSpPr>
        <p:grpSpPr>
          <a:xfrm rot="15701359">
            <a:off x="8351023" y="3397057"/>
            <a:ext cx="1012485" cy="967817"/>
            <a:chOff x="2677600" y="4978510"/>
            <a:chExt cx="1012485" cy="967817"/>
          </a:xfrm>
        </p:grpSpPr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C384D5CE-B7D9-5E5D-A802-9F917FCD553F}"/>
                </a:ext>
              </a:extLst>
            </p:cNvPr>
            <p:cNvSpPr/>
            <p:nvPr/>
          </p:nvSpPr>
          <p:spPr>
            <a:xfrm>
              <a:off x="2740096" y="5312918"/>
              <a:ext cx="134109" cy="633409"/>
            </a:xfrm>
            <a:prstGeom prst="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C944F9C8-2D97-13EB-E5C7-B2A228A95FEF}"/>
                </a:ext>
              </a:extLst>
            </p:cNvPr>
            <p:cNvSpPr/>
            <p:nvPr/>
          </p:nvSpPr>
          <p:spPr>
            <a:xfrm rot="4277537">
              <a:off x="3215067" y="4637601"/>
              <a:ext cx="134109" cy="815927"/>
            </a:xfrm>
            <a:prstGeom prst="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3D074778-E0E8-275F-79D7-B473372708A6}"/>
                </a:ext>
              </a:extLst>
            </p:cNvPr>
            <p:cNvSpPr/>
            <p:nvPr/>
          </p:nvSpPr>
          <p:spPr>
            <a:xfrm>
              <a:off x="2677600" y="5085213"/>
              <a:ext cx="259100" cy="2591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A6B1117-4832-5F73-FA23-2C281BBAFDAD}"/>
              </a:ext>
            </a:extLst>
          </p:cNvPr>
          <p:cNvGrpSpPr/>
          <p:nvPr/>
        </p:nvGrpSpPr>
        <p:grpSpPr>
          <a:xfrm rot="20461877" flipH="1">
            <a:off x="9206964" y="3142638"/>
            <a:ext cx="1012485" cy="967817"/>
            <a:chOff x="2677600" y="4978510"/>
            <a:chExt cx="1012485" cy="967817"/>
          </a:xfrm>
        </p:grpSpPr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18419040-FE8D-859E-11E7-44FF6A2D8C7D}"/>
                </a:ext>
              </a:extLst>
            </p:cNvPr>
            <p:cNvSpPr/>
            <p:nvPr/>
          </p:nvSpPr>
          <p:spPr>
            <a:xfrm>
              <a:off x="2740096" y="5312918"/>
              <a:ext cx="134109" cy="633409"/>
            </a:xfrm>
            <a:prstGeom prst="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36B6EF24-CD47-B9D7-CBAE-D97F2187C544}"/>
                </a:ext>
              </a:extLst>
            </p:cNvPr>
            <p:cNvSpPr/>
            <p:nvPr/>
          </p:nvSpPr>
          <p:spPr>
            <a:xfrm rot="4277537">
              <a:off x="3215067" y="4637601"/>
              <a:ext cx="134109" cy="815927"/>
            </a:xfrm>
            <a:prstGeom prst="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BA69D26F-6B32-882E-38B6-70E68EE230C3}"/>
                </a:ext>
              </a:extLst>
            </p:cNvPr>
            <p:cNvSpPr/>
            <p:nvPr/>
          </p:nvSpPr>
          <p:spPr>
            <a:xfrm>
              <a:off x="2677600" y="5085213"/>
              <a:ext cx="259100" cy="2591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8" name="Gruppieren 137">
            <a:extLst>
              <a:ext uri="{FF2B5EF4-FFF2-40B4-BE49-F238E27FC236}">
                <a16:creationId xmlns:a16="http://schemas.microsoft.com/office/drawing/2014/main" id="{804D9EC1-3CBA-936E-930C-48417F920679}"/>
              </a:ext>
            </a:extLst>
          </p:cNvPr>
          <p:cNvGrpSpPr/>
          <p:nvPr/>
        </p:nvGrpSpPr>
        <p:grpSpPr>
          <a:xfrm>
            <a:off x="225788" y="5545537"/>
            <a:ext cx="3104976" cy="3603510"/>
            <a:chOff x="482046" y="5795124"/>
            <a:chExt cx="2705573" cy="3139979"/>
          </a:xfrm>
        </p:grpSpPr>
        <p:sp>
          <p:nvSpPr>
            <p:cNvPr id="75" name="Halbbogen 74">
              <a:extLst>
                <a:ext uri="{FF2B5EF4-FFF2-40B4-BE49-F238E27FC236}">
                  <a16:creationId xmlns:a16="http://schemas.microsoft.com/office/drawing/2014/main" id="{A87049D7-3010-EEC8-401E-967D1885C80E}"/>
                </a:ext>
              </a:extLst>
            </p:cNvPr>
            <p:cNvSpPr/>
            <p:nvPr/>
          </p:nvSpPr>
          <p:spPr>
            <a:xfrm rot="11163210" flipH="1" flipV="1">
              <a:off x="482046" y="5795124"/>
              <a:ext cx="2194312" cy="3139979"/>
            </a:xfrm>
            <a:prstGeom prst="blockArc">
              <a:avLst>
                <a:gd name="adj1" fmla="val 16811896"/>
                <a:gd name="adj2" fmla="val 19710707"/>
                <a:gd name="adj3" fmla="val 1687"/>
              </a:avLst>
            </a:prstGeom>
            <a:solidFill>
              <a:srgbClr val="FFC000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Kreis: nicht ausgefüllt 94">
              <a:extLst>
                <a:ext uri="{FF2B5EF4-FFF2-40B4-BE49-F238E27FC236}">
                  <a16:creationId xmlns:a16="http://schemas.microsoft.com/office/drawing/2014/main" id="{8A3213FE-F572-FC9B-2A9F-C812B562EDF4}"/>
                </a:ext>
              </a:extLst>
            </p:cNvPr>
            <p:cNvSpPr/>
            <p:nvPr/>
          </p:nvSpPr>
          <p:spPr>
            <a:xfrm>
              <a:off x="876300" y="6268508"/>
              <a:ext cx="2028825" cy="212491"/>
            </a:xfrm>
            <a:prstGeom prst="donut">
              <a:avLst>
                <a:gd name="adj" fmla="val 28646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76200" prstMaterial="matte"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7" name="Stern: 6 Zacken 76">
              <a:extLst>
                <a:ext uri="{FF2B5EF4-FFF2-40B4-BE49-F238E27FC236}">
                  <a16:creationId xmlns:a16="http://schemas.microsoft.com/office/drawing/2014/main" id="{7418235B-9F6C-0AC4-F35E-CFA68279AF4D}"/>
                </a:ext>
              </a:extLst>
            </p:cNvPr>
            <p:cNvSpPr/>
            <p:nvPr/>
          </p:nvSpPr>
          <p:spPr>
            <a:xfrm rot="227872">
              <a:off x="2316735" y="6193965"/>
              <a:ext cx="190654" cy="190654"/>
            </a:xfrm>
            <a:prstGeom prst="star6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0" name="Gruppieren 99">
              <a:extLst>
                <a:ext uri="{FF2B5EF4-FFF2-40B4-BE49-F238E27FC236}">
                  <a16:creationId xmlns:a16="http://schemas.microsoft.com/office/drawing/2014/main" id="{379EF47B-EA6A-1E22-9D8C-8DFD978D5302}"/>
                </a:ext>
              </a:extLst>
            </p:cNvPr>
            <p:cNvGrpSpPr/>
            <p:nvPr/>
          </p:nvGrpSpPr>
          <p:grpSpPr>
            <a:xfrm>
              <a:off x="1750267" y="6417438"/>
              <a:ext cx="326303" cy="61293"/>
              <a:chOff x="1672508" y="7200899"/>
              <a:chExt cx="326303" cy="61293"/>
            </a:xfrm>
          </p:grpSpPr>
          <p:sp>
            <p:nvSpPr>
              <p:cNvPr id="99" name="Rechteck 98">
                <a:extLst>
                  <a:ext uri="{FF2B5EF4-FFF2-40B4-BE49-F238E27FC236}">
                    <a16:creationId xmlns:a16="http://schemas.microsoft.com/office/drawing/2014/main" id="{C382E6F7-C039-50AE-150C-5EE7F45FAE34}"/>
                  </a:ext>
                </a:extLst>
              </p:cNvPr>
              <p:cNvSpPr/>
              <p:nvPr/>
            </p:nvSpPr>
            <p:spPr>
              <a:xfrm>
                <a:off x="1682436" y="7200899"/>
                <a:ext cx="290457" cy="6129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7" name="Gerader Verbinder 96">
                <a:extLst>
                  <a:ext uri="{FF2B5EF4-FFF2-40B4-BE49-F238E27FC236}">
                    <a16:creationId xmlns:a16="http://schemas.microsoft.com/office/drawing/2014/main" id="{A44D37B5-DBE3-9D90-D82F-03E75CFDA3C2}"/>
                  </a:ext>
                </a:extLst>
              </p:cNvPr>
              <p:cNvCxnSpPr/>
              <p:nvPr/>
            </p:nvCxnSpPr>
            <p:spPr>
              <a:xfrm>
                <a:off x="1672508" y="7203280"/>
                <a:ext cx="32059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Gerader Verbinder 97">
                <a:extLst>
                  <a:ext uri="{FF2B5EF4-FFF2-40B4-BE49-F238E27FC236}">
                    <a16:creationId xmlns:a16="http://schemas.microsoft.com/office/drawing/2014/main" id="{2AB01BDB-7D7D-251B-7D29-42BEDE03360D}"/>
                  </a:ext>
                </a:extLst>
              </p:cNvPr>
              <p:cNvCxnSpPr/>
              <p:nvPr/>
            </p:nvCxnSpPr>
            <p:spPr>
              <a:xfrm>
                <a:off x="1678213" y="7262079"/>
                <a:ext cx="32059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Gruppieren 100">
              <a:extLst>
                <a:ext uri="{FF2B5EF4-FFF2-40B4-BE49-F238E27FC236}">
                  <a16:creationId xmlns:a16="http://schemas.microsoft.com/office/drawing/2014/main" id="{2FBBB546-EAEE-7D1C-FB87-08A84EB1ADFD}"/>
                </a:ext>
              </a:extLst>
            </p:cNvPr>
            <p:cNvGrpSpPr/>
            <p:nvPr/>
          </p:nvGrpSpPr>
          <p:grpSpPr>
            <a:xfrm rot="21088293">
              <a:off x="2307764" y="6404917"/>
              <a:ext cx="279618" cy="66525"/>
              <a:chOff x="1535064" y="7193970"/>
              <a:chExt cx="462865" cy="76314"/>
            </a:xfrm>
          </p:grpSpPr>
          <p:sp>
            <p:nvSpPr>
              <p:cNvPr id="102" name="Rechteck 101">
                <a:extLst>
                  <a:ext uri="{FF2B5EF4-FFF2-40B4-BE49-F238E27FC236}">
                    <a16:creationId xmlns:a16="http://schemas.microsoft.com/office/drawing/2014/main" id="{73BF76DA-0AC6-6F67-99F1-E0BF5004B199}"/>
                  </a:ext>
                </a:extLst>
              </p:cNvPr>
              <p:cNvSpPr/>
              <p:nvPr/>
            </p:nvSpPr>
            <p:spPr>
              <a:xfrm>
                <a:off x="1682436" y="7200899"/>
                <a:ext cx="290457" cy="6129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3" name="Gerader Verbinder 102">
                <a:extLst>
                  <a:ext uri="{FF2B5EF4-FFF2-40B4-BE49-F238E27FC236}">
                    <a16:creationId xmlns:a16="http://schemas.microsoft.com/office/drawing/2014/main" id="{6EAB9F40-507C-227E-680B-A2A6E649B3C0}"/>
                  </a:ext>
                </a:extLst>
              </p:cNvPr>
              <p:cNvCxnSpPr>
                <a:cxnSpLocks/>
              </p:cNvCxnSpPr>
              <p:nvPr/>
            </p:nvCxnSpPr>
            <p:spPr>
              <a:xfrm rot="511707" flipV="1">
                <a:off x="1611647" y="7193985"/>
                <a:ext cx="358257" cy="1116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Gerader Verbinder 103">
                <a:extLst>
                  <a:ext uri="{FF2B5EF4-FFF2-40B4-BE49-F238E27FC236}">
                    <a16:creationId xmlns:a16="http://schemas.microsoft.com/office/drawing/2014/main" id="{A0E65FF3-AF3F-1B4D-2690-463D948EBCF5}"/>
                  </a:ext>
                </a:extLst>
              </p:cNvPr>
              <p:cNvCxnSpPr>
                <a:cxnSpLocks/>
              </p:cNvCxnSpPr>
              <p:nvPr/>
            </p:nvCxnSpPr>
            <p:spPr>
              <a:xfrm rot="511707" flipV="1">
                <a:off x="1535064" y="7238118"/>
                <a:ext cx="462865" cy="321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6" name="Kreis: nicht ausgefüllt 75">
              <a:extLst>
                <a:ext uri="{FF2B5EF4-FFF2-40B4-BE49-F238E27FC236}">
                  <a16:creationId xmlns:a16="http://schemas.microsoft.com/office/drawing/2014/main" id="{99BCE46F-AB3C-7300-8813-2B6E91A3130B}"/>
                </a:ext>
              </a:extLst>
            </p:cNvPr>
            <p:cNvSpPr/>
            <p:nvPr/>
          </p:nvSpPr>
          <p:spPr>
            <a:xfrm>
              <a:off x="599066" y="5844264"/>
              <a:ext cx="2588553" cy="2588553"/>
            </a:xfrm>
            <a:prstGeom prst="donut">
              <a:avLst>
                <a:gd name="adj" fmla="val 2692"/>
              </a:avLst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3" name="Rechteck 92">
              <a:extLst>
                <a:ext uri="{FF2B5EF4-FFF2-40B4-BE49-F238E27FC236}">
                  <a16:creationId xmlns:a16="http://schemas.microsoft.com/office/drawing/2014/main" id="{69EAE154-37FE-B315-0769-672108639033}"/>
                </a:ext>
              </a:extLst>
            </p:cNvPr>
            <p:cNvSpPr>
              <a:spLocks/>
            </p:cNvSpPr>
            <p:nvPr/>
          </p:nvSpPr>
          <p:spPr>
            <a:xfrm rot="4040379">
              <a:off x="2451237" y="6286473"/>
              <a:ext cx="87063" cy="113796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Zylinder 78">
              <a:extLst>
                <a:ext uri="{FF2B5EF4-FFF2-40B4-BE49-F238E27FC236}">
                  <a16:creationId xmlns:a16="http://schemas.microsoft.com/office/drawing/2014/main" id="{3B4896B6-525A-FECE-5295-74E15069D462}"/>
                </a:ext>
              </a:extLst>
            </p:cNvPr>
            <p:cNvSpPr/>
            <p:nvPr/>
          </p:nvSpPr>
          <p:spPr>
            <a:xfrm>
              <a:off x="1800204" y="7138541"/>
              <a:ext cx="186278" cy="485868"/>
            </a:xfrm>
            <a:prstGeom prst="can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92" name="Ellipse 91">
              <a:extLst>
                <a:ext uri="{FF2B5EF4-FFF2-40B4-BE49-F238E27FC236}">
                  <a16:creationId xmlns:a16="http://schemas.microsoft.com/office/drawing/2014/main" id="{FE8D1956-265A-0285-8263-321516A36EE5}"/>
                </a:ext>
              </a:extLst>
            </p:cNvPr>
            <p:cNvSpPr/>
            <p:nvPr/>
          </p:nvSpPr>
          <p:spPr>
            <a:xfrm>
              <a:off x="1755752" y="6979241"/>
              <a:ext cx="299343" cy="299343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Kreis: nicht ausgefüllt 80">
              <a:extLst>
                <a:ext uri="{FF2B5EF4-FFF2-40B4-BE49-F238E27FC236}">
                  <a16:creationId xmlns:a16="http://schemas.microsoft.com/office/drawing/2014/main" id="{6EB8249B-7406-B5F5-6F8C-E352BEDE619E}"/>
                </a:ext>
              </a:extLst>
            </p:cNvPr>
            <p:cNvSpPr/>
            <p:nvPr/>
          </p:nvSpPr>
          <p:spPr>
            <a:xfrm>
              <a:off x="611981" y="6814593"/>
              <a:ext cx="2575638" cy="452107"/>
            </a:xfrm>
            <a:prstGeom prst="donut">
              <a:avLst>
                <a:gd name="adj" fmla="val 13391"/>
              </a:avLst>
            </a:prstGeom>
            <a:solidFill>
              <a:srgbClr val="FFC000"/>
            </a:solid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76200" prstMaterial="matte"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348FD1F5-5B37-618A-8839-D3035BB0E29B}"/>
                </a:ext>
              </a:extLst>
            </p:cNvPr>
            <p:cNvSpPr/>
            <p:nvPr/>
          </p:nvSpPr>
          <p:spPr>
            <a:xfrm>
              <a:off x="1507336" y="7578323"/>
              <a:ext cx="803294" cy="29934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hteck 113">
              <a:extLst>
                <a:ext uri="{FF2B5EF4-FFF2-40B4-BE49-F238E27FC236}">
                  <a16:creationId xmlns:a16="http://schemas.microsoft.com/office/drawing/2014/main" id="{81506B75-A274-58F0-77F2-798FA32E901D}"/>
                </a:ext>
              </a:extLst>
            </p:cNvPr>
            <p:cNvSpPr/>
            <p:nvPr/>
          </p:nvSpPr>
          <p:spPr>
            <a:xfrm rot="4076129">
              <a:off x="2413435" y="6711034"/>
              <a:ext cx="87732" cy="31935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5" name="Gerader Verbinder 104">
              <a:extLst>
                <a:ext uri="{FF2B5EF4-FFF2-40B4-BE49-F238E27FC236}">
                  <a16:creationId xmlns:a16="http://schemas.microsoft.com/office/drawing/2014/main" id="{0B5CE55F-DE13-8282-9EAF-C4CDF24715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52663" y="6746370"/>
              <a:ext cx="386678" cy="1638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Gerader Verbinder 105">
              <a:extLst>
                <a:ext uri="{FF2B5EF4-FFF2-40B4-BE49-F238E27FC236}">
                  <a16:creationId xmlns:a16="http://schemas.microsoft.com/office/drawing/2014/main" id="{81051765-59AC-F95D-005D-9682885BE0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10630" y="6827136"/>
              <a:ext cx="363279" cy="1513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8" name="Rechteck 117">
            <a:extLst>
              <a:ext uri="{FF2B5EF4-FFF2-40B4-BE49-F238E27FC236}">
                <a16:creationId xmlns:a16="http://schemas.microsoft.com/office/drawing/2014/main" id="{C6A49A0C-C460-DA8F-9B51-2E162C396133}"/>
              </a:ext>
            </a:extLst>
          </p:cNvPr>
          <p:cNvSpPr/>
          <p:nvPr/>
        </p:nvSpPr>
        <p:spPr>
          <a:xfrm>
            <a:off x="7060584" y="6248968"/>
            <a:ext cx="2381363" cy="579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76200" prstMaterial="matte"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19" name="Gruppieren 118">
            <a:extLst>
              <a:ext uri="{FF2B5EF4-FFF2-40B4-BE49-F238E27FC236}">
                <a16:creationId xmlns:a16="http://schemas.microsoft.com/office/drawing/2014/main" id="{44910A80-FA5D-5DDE-A683-4F1DA655349F}"/>
              </a:ext>
            </a:extLst>
          </p:cNvPr>
          <p:cNvGrpSpPr/>
          <p:nvPr/>
        </p:nvGrpSpPr>
        <p:grpSpPr>
          <a:xfrm>
            <a:off x="6803800" y="5592850"/>
            <a:ext cx="2910830" cy="2910830"/>
            <a:chOff x="-60233" y="5230706"/>
            <a:chExt cx="6848475" cy="6848475"/>
          </a:xfrm>
        </p:grpSpPr>
        <p:sp>
          <p:nvSpPr>
            <p:cNvPr id="121" name="Rechteck 120">
              <a:extLst>
                <a:ext uri="{FF2B5EF4-FFF2-40B4-BE49-F238E27FC236}">
                  <a16:creationId xmlns:a16="http://schemas.microsoft.com/office/drawing/2014/main" id="{F0ABE8E2-8811-C01E-A92C-B2E2A855CBC1}"/>
                </a:ext>
              </a:extLst>
            </p:cNvPr>
            <p:cNvSpPr/>
            <p:nvPr/>
          </p:nvSpPr>
          <p:spPr>
            <a:xfrm>
              <a:off x="2821080" y="9400413"/>
              <a:ext cx="1085850" cy="70628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hteck 121">
              <a:extLst>
                <a:ext uri="{FF2B5EF4-FFF2-40B4-BE49-F238E27FC236}">
                  <a16:creationId xmlns:a16="http://schemas.microsoft.com/office/drawing/2014/main" id="{1BDA47AC-0AC5-403F-8096-166751AE0808}"/>
                </a:ext>
              </a:extLst>
            </p:cNvPr>
            <p:cNvSpPr/>
            <p:nvPr/>
          </p:nvSpPr>
          <p:spPr>
            <a:xfrm>
              <a:off x="3192555" y="8850157"/>
              <a:ext cx="315525" cy="55025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Ellipse 123">
              <a:extLst>
                <a:ext uri="{FF2B5EF4-FFF2-40B4-BE49-F238E27FC236}">
                  <a16:creationId xmlns:a16="http://schemas.microsoft.com/office/drawing/2014/main" id="{A1664D22-5D7A-6139-C593-41F7C70D2912}"/>
                </a:ext>
              </a:extLst>
            </p:cNvPr>
            <p:cNvSpPr/>
            <p:nvPr/>
          </p:nvSpPr>
          <p:spPr>
            <a:xfrm>
              <a:off x="3059205" y="8348790"/>
              <a:ext cx="609600" cy="6096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Kreis: nicht ausgefüllt 124">
              <a:extLst>
                <a:ext uri="{FF2B5EF4-FFF2-40B4-BE49-F238E27FC236}">
                  <a16:creationId xmlns:a16="http://schemas.microsoft.com/office/drawing/2014/main" id="{2122957E-60AD-AADD-E8E9-A077E9380858}"/>
                </a:ext>
              </a:extLst>
            </p:cNvPr>
            <p:cNvSpPr/>
            <p:nvPr/>
          </p:nvSpPr>
          <p:spPr>
            <a:xfrm>
              <a:off x="-60233" y="5230706"/>
              <a:ext cx="6848475" cy="6848475"/>
            </a:xfrm>
            <a:prstGeom prst="donut">
              <a:avLst>
                <a:gd name="adj" fmla="val 2692"/>
              </a:avLst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26" name="Pfeil: gebogen 125">
            <a:extLst>
              <a:ext uri="{FF2B5EF4-FFF2-40B4-BE49-F238E27FC236}">
                <a16:creationId xmlns:a16="http://schemas.microsoft.com/office/drawing/2014/main" id="{E8F9BDFF-9B84-473F-F9D6-C0272B9D0CEF}"/>
              </a:ext>
            </a:extLst>
          </p:cNvPr>
          <p:cNvSpPr/>
          <p:nvPr/>
        </p:nvSpPr>
        <p:spPr>
          <a:xfrm rot="20304312" flipH="1">
            <a:off x="7994729" y="6793953"/>
            <a:ext cx="506933" cy="525048"/>
          </a:xfrm>
          <a:prstGeom prst="circularArrow">
            <a:avLst>
              <a:gd name="adj1" fmla="val 7185"/>
              <a:gd name="adj2" fmla="val 923709"/>
              <a:gd name="adj3" fmla="val 20442418"/>
              <a:gd name="adj4" fmla="val 9670801"/>
              <a:gd name="adj5" fmla="val 1335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2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feld 127">
                <a:extLst>
                  <a:ext uri="{FF2B5EF4-FFF2-40B4-BE49-F238E27FC236}">
                    <a16:creationId xmlns:a16="http://schemas.microsoft.com/office/drawing/2014/main" id="{571AC5AE-1D56-7EC3-F939-6D0E62B537D3}"/>
                  </a:ext>
                </a:extLst>
              </p:cNvPr>
              <p:cNvSpPr txBox="1"/>
              <p:nvPr/>
            </p:nvSpPr>
            <p:spPr>
              <a:xfrm>
                <a:off x="8682910" y="6719093"/>
                <a:ext cx="410280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1400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de-DE" sz="1400" b="0" i="0" smtClean="0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m:rPr>
                              <m:sty m:val="p"/>
                            </m:rPr>
                            <a:rPr lang="de-DE" sz="1400" b="0" i="0" smtClean="0">
                              <a:latin typeface="Cambria Math" panose="02040503050406030204" pitchFamily="18" charset="0"/>
                            </a:rPr>
                            <m:t>II</m:t>
                          </m:r>
                        </m:sub>
                      </m:sSub>
                    </m:oMath>
                  </m:oMathPara>
                </a14:m>
                <a:endParaRPr lang="de-DE" sz="1400" b="0" dirty="0"/>
              </a:p>
            </p:txBody>
          </p:sp>
        </mc:Choice>
        <mc:Fallback xmlns="">
          <p:sp>
            <p:nvSpPr>
              <p:cNvPr id="128" name="Textfeld 127">
                <a:extLst>
                  <a:ext uri="{FF2B5EF4-FFF2-40B4-BE49-F238E27FC236}">
                    <a16:creationId xmlns:a16="http://schemas.microsoft.com/office/drawing/2014/main" id="{571AC5AE-1D56-7EC3-F939-6D0E62B53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2910" y="6719093"/>
                <a:ext cx="410280" cy="317203"/>
              </a:xfrm>
              <a:prstGeom prst="rect">
                <a:avLst/>
              </a:prstGeom>
              <a:blipFill>
                <a:blip r:embed="rId5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feld 128">
                <a:extLst>
                  <a:ext uri="{FF2B5EF4-FFF2-40B4-BE49-F238E27FC236}">
                    <a16:creationId xmlns:a16="http://schemas.microsoft.com/office/drawing/2014/main" id="{0F8D180C-5532-60B2-7C9F-8CF795CA5266}"/>
                  </a:ext>
                </a:extLst>
              </p:cNvPr>
              <p:cNvSpPr txBox="1"/>
              <p:nvPr/>
            </p:nvSpPr>
            <p:spPr>
              <a:xfrm>
                <a:off x="7196397" y="6617224"/>
                <a:ext cx="410280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1400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de-DE" sz="1400" b="0" i="0" smtClean="0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m:rPr>
                              <m:sty m:val="p"/>
                            </m:rPr>
                            <a:rPr lang="de-DE" sz="1400" b="0" i="0" smtClean="0">
                              <a:latin typeface="Cambria Math" panose="02040503050406030204" pitchFamily="18" charset="0"/>
                            </a:rPr>
                            <m:t>III</m:t>
                          </m:r>
                        </m:sub>
                      </m:sSub>
                    </m:oMath>
                  </m:oMathPara>
                </a14:m>
                <a:endParaRPr lang="de-DE" sz="1400" b="0" dirty="0"/>
              </a:p>
            </p:txBody>
          </p:sp>
        </mc:Choice>
        <mc:Fallback xmlns="">
          <p:sp>
            <p:nvSpPr>
              <p:cNvPr id="129" name="Textfeld 128">
                <a:extLst>
                  <a:ext uri="{FF2B5EF4-FFF2-40B4-BE49-F238E27FC236}">
                    <a16:creationId xmlns:a16="http://schemas.microsoft.com/office/drawing/2014/main" id="{0F8D180C-5532-60B2-7C9F-8CF795CA5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6397" y="6617224"/>
                <a:ext cx="410280" cy="317203"/>
              </a:xfrm>
              <a:prstGeom prst="rect">
                <a:avLst/>
              </a:prstGeom>
              <a:blipFill>
                <a:blip r:embed="rId6"/>
                <a:stretch>
                  <a:fillRect r="-223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6" name="Gruppieren 205">
            <a:extLst>
              <a:ext uri="{FF2B5EF4-FFF2-40B4-BE49-F238E27FC236}">
                <a16:creationId xmlns:a16="http://schemas.microsoft.com/office/drawing/2014/main" id="{4D112BCF-E2B7-2C01-8C54-081739EA9730}"/>
              </a:ext>
            </a:extLst>
          </p:cNvPr>
          <p:cNvGrpSpPr/>
          <p:nvPr/>
        </p:nvGrpSpPr>
        <p:grpSpPr>
          <a:xfrm>
            <a:off x="218348" y="9173819"/>
            <a:ext cx="2969271" cy="3603510"/>
            <a:chOff x="218348" y="9173819"/>
            <a:chExt cx="2969271" cy="3603510"/>
          </a:xfrm>
        </p:grpSpPr>
        <p:sp>
          <p:nvSpPr>
            <p:cNvPr id="140" name="Halbbogen 139">
              <a:extLst>
                <a:ext uri="{FF2B5EF4-FFF2-40B4-BE49-F238E27FC236}">
                  <a16:creationId xmlns:a16="http://schemas.microsoft.com/office/drawing/2014/main" id="{92E4002A-0CCC-4C0F-D000-D03D8F017D26}"/>
                </a:ext>
              </a:extLst>
            </p:cNvPr>
            <p:cNvSpPr/>
            <p:nvPr/>
          </p:nvSpPr>
          <p:spPr>
            <a:xfrm rot="11163210" flipH="1" flipV="1">
              <a:off x="218348" y="9173819"/>
              <a:ext cx="2518241" cy="3603510"/>
            </a:xfrm>
            <a:prstGeom prst="blockArc">
              <a:avLst>
                <a:gd name="adj1" fmla="val 17074612"/>
                <a:gd name="adj2" fmla="val 19583853"/>
                <a:gd name="adj3" fmla="val 2128"/>
              </a:avLst>
            </a:prstGeom>
            <a:solidFill>
              <a:srgbClr val="FFC000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05" name="Gruppieren 204">
              <a:extLst>
                <a:ext uri="{FF2B5EF4-FFF2-40B4-BE49-F238E27FC236}">
                  <a16:creationId xmlns:a16="http://schemas.microsoft.com/office/drawing/2014/main" id="{D38EE206-80B9-074E-C239-EE05065F18F7}"/>
                </a:ext>
              </a:extLst>
            </p:cNvPr>
            <p:cNvGrpSpPr/>
            <p:nvPr/>
          </p:nvGrpSpPr>
          <p:grpSpPr>
            <a:xfrm>
              <a:off x="609664" y="9321144"/>
              <a:ext cx="2577955" cy="2577955"/>
              <a:chOff x="426056" y="9035900"/>
              <a:chExt cx="2970681" cy="2970681"/>
            </a:xfrm>
          </p:grpSpPr>
          <p:sp>
            <p:nvSpPr>
              <p:cNvPr id="160" name="Rechteck 159">
                <a:extLst>
                  <a:ext uri="{FF2B5EF4-FFF2-40B4-BE49-F238E27FC236}">
                    <a16:creationId xmlns:a16="http://schemas.microsoft.com/office/drawing/2014/main" id="{FBC82358-6027-577F-A6BF-FDFF8CF187E6}"/>
                  </a:ext>
                </a:extLst>
              </p:cNvPr>
              <p:cNvSpPr>
                <a:spLocks/>
              </p:cNvSpPr>
              <p:nvPr/>
            </p:nvSpPr>
            <p:spPr>
              <a:xfrm rot="3233191">
                <a:off x="2480951" y="9378564"/>
                <a:ext cx="99915" cy="1305951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Kreis: nicht ausgefüllt 153">
                <a:extLst>
                  <a:ext uri="{FF2B5EF4-FFF2-40B4-BE49-F238E27FC236}">
                    <a16:creationId xmlns:a16="http://schemas.microsoft.com/office/drawing/2014/main" id="{17B1056E-7435-76DC-C273-9FBA576DEC7F}"/>
                  </a:ext>
                </a:extLst>
              </p:cNvPr>
              <p:cNvSpPr/>
              <p:nvPr/>
            </p:nvSpPr>
            <p:spPr>
              <a:xfrm>
                <a:off x="744216" y="9522772"/>
                <a:ext cx="2328325" cy="243859"/>
              </a:xfrm>
              <a:prstGeom prst="donut">
                <a:avLst>
                  <a:gd name="adj" fmla="val 28646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76200" prstMaterial="matte"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5" name="Stern: 6 Zacken 154">
                <a:extLst>
                  <a:ext uri="{FF2B5EF4-FFF2-40B4-BE49-F238E27FC236}">
                    <a16:creationId xmlns:a16="http://schemas.microsoft.com/office/drawing/2014/main" id="{C5453CFB-CC07-7DFB-622E-A39E2C8FC227}"/>
                  </a:ext>
                </a:extLst>
              </p:cNvPr>
              <p:cNvSpPr/>
              <p:nvPr/>
            </p:nvSpPr>
            <p:spPr>
              <a:xfrm rot="227872">
                <a:off x="2397291" y="9437225"/>
                <a:ext cx="218799" cy="218799"/>
              </a:xfrm>
              <a:prstGeom prst="star6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6" name="Gruppieren 155">
                <a:extLst>
                  <a:ext uri="{FF2B5EF4-FFF2-40B4-BE49-F238E27FC236}">
                    <a16:creationId xmlns:a16="http://schemas.microsoft.com/office/drawing/2014/main" id="{57F186A8-4DD8-CC5F-B0DA-59CE80FC9FD8}"/>
                  </a:ext>
                </a:extLst>
              </p:cNvPr>
              <p:cNvGrpSpPr/>
              <p:nvPr/>
            </p:nvGrpSpPr>
            <p:grpSpPr>
              <a:xfrm>
                <a:off x="1747200" y="9693687"/>
                <a:ext cx="374473" cy="70341"/>
                <a:chOff x="1672508" y="7200899"/>
                <a:chExt cx="326303" cy="61293"/>
              </a:xfrm>
            </p:grpSpPr>
            <p:sp>
              <p:nvSpPr>
                <p:cNvPr id="183" name="Rechteck 182">
                  <a:extLst>
                    <a:ext uri="{FF2B5EF4-FFF2-40B4-BE49-F238E27FC236}">
                      <a16:creationId xmlns:a16="http://schemas.microsoft.com/office/drawing/2014/main" id="{5A6F00D7-F703-F4F6-F986-0A0891E98BAB}"/>
                    </a:ext>
                  </a:extLst>
                </p:cNvPr>
                <p:cNvSpPr/>
                <p:nvPr/>
              </p:nvSpPr>
              <p:spPr>
                <a:xfrm>
                  <a:off x="1682436" y="7200899"/>
                  <a:ext cx="290457" cy="6129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84" name="Gerader Verbinder 183">
                  <a:extLst>
                    <a:ext uri="{FF2B5EF4-FFF2-40B4-BE49-F238E27FC236}">
                      <a16:creationId xmlns:a16="http://schemas.microsoft.com/office/drawing/2014/main" id="{D0BC3448-DDE9-010D-3671-6630DEC85562}"/>
                    </a:ext>
                  </a:extLst>
                </p:cNvPr>
                <p:cNvCxnSpPr/>
                <p:nvPr/>
              </p:nvCxnSpPr>
              <p:spPr>
                <a:xfrm>
                  <a:off x="1672508" y="7203280"/>
                  <a:ext cx="320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Gerader Verbinder 184">
                  <a:extLst>
                    <a:ext uri="{FF2B5EF4-FFF2-40B4-BE49-F238E27FC236}">
                      <a16:creationId xmlns:a16="http://schemas.microsoft.com/office/drawing/2014/main" id="{B317F74F-D45F-6E88-7382-5E0CFCFEC101}"/>
                    </a:ext>
                  </a:extLst>
                </p:cNvPr>
                <p:cNvCxnSpPr/>
                <p:nvPr/>
              </p:nvCxnSpPr>
              <p:spPr>
                <a:xfrm>
                  <a:off x="1678213" y="7262079"/>
                  <a:ext cx="320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7" name="Gruppieren 156">
                <a:extLst>
                  <a:ext uri="{FF2B5EF4-FFF2-40B4-BE49-F238E27FC236}">
                    <a16:creationId xmlns:a16="http://schemas.microsoft.com/office/drawing/2014/main" id="{426CAD6D-22F7-263F-BC64-9D5DD852989F}"/>
                  </a:ext>
                </a:extLst>
              </p:cNvPr>
              <p:cNvGrpSpPr/>
              <p:nvPr/>
            </p:nvGrpSpPr>
            <p:grpSpPr>
              <a:xfrm rot="21088293">
                <a:off x="2404247" y="9687297"/>
                <a:ext cx="321927" cy="68179"/>
                <a:chOff x="1534528" y="7194042"/>
                <a:chExt cx="464352" cy="68150"/>
              </a:xfrm>
            </p:grpSpPr>
            <p:sp>
              <p:nvSpPr>
                <p:cNvPr id="180" name="Rechteck 179">
                  <a:extLst>
                    <a:ext uri="{FF2B5EF4-FFF2-40B4-BE49-F238E27FC236}">
                      <a16:creationId xmlns:a16="http://schemas.microsoft.com/office/drawing/2014/main" id="{C4A13D9D-87D9-5C14-7A62-57FF2B4F50A7}"/>
                    </a:ext>
                  </a:extLst>
                </p:cNvPr>
                <p:cNvSpPr/>
                <p:nvPr/>
              </p:nvSpPr>
              <p:spPr>
                <a:xfrm>
                  <a:off x="1682436" y="7200899"/>
                  <a:ext cx="290457" cy="6129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81" name="Gerader Verbinder 180">
                  <a:extLst>
                    <a:ext uri="{FF2B5EF4-FFF2-40B4-BE49-F238E27FC236}">
                      <a16:creationId xmlns:a16="http://schemas.microsoft.com/office/drawing/2014/main" id="{DAD2A3B9-D276-1687-A4FC-AD9465C7E6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11707" flipV="1">
                  <a:off x="1650202" y="7194042"/>
                  <a:ext cx="345633" cy="967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Gerader Verbinder 181">
                  <a:extLst>
                    <a:ext uri="{FF2B5EF4-FFF2-40B4-BE49-F238E27FC236}">
                      <a16:creationId xmlns:a16="http://schemas.microsoft.com/office/drawing/2014/main" id="{0F40AE3D-67E8-B14C-1A1E-0D7023B290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11707" flipV="1">
                  <a:off x="1534528" y="7238090"/>
                  <a:ext cx="464352" cy="233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9" name="Kreis: nicht ausgefüllt 158">
                <a:extLst>
                  <a:ext uri="{FF2B5EF4-FFF2-40B4-BE49-F238E27FC236}">
                    <a16:creationId xmlns:a16="http://schemas.microsoft.com/office/drawing/2014/main" id="{1D495140-BD43-F32E-5319-FACFD9B33D5A}"/>
                  </a:ext>
                </a:extLst>
              </p:cNvPr>
              <p:cNvSpPr/>
              <p:nvPr/>
            </p:nvSpPr>
            <p:spPr>
              <a:xfrm>
                <a:off x="426056" y="9035900"/>
                <a:ext cx="2970681" cy="2970681"/>
              </a:xfrm>
              <a:prstGeom prst="donut">
                <a:avLst>
                  <a:gd name="adj" fmla="val 2692"/>
                </a:avLst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1" name="Zylinder 160">
                <a:extLst>
                  <a:ext uri="{FF2B5EF4-FFF2-40B4-BE49-F238E27FC236}">
                    <a16:creationId xmlns:a16="http://schemas.microsoft.com/office/drawing/2014/main" id="{B60AC3A0-E397-F956-B617-23E810AE9CEE}"/>
                  </a:ext>
                </a:extLst>
              </p:cNvPr>
              <p:cNvSpPr/>
              <p:nvPr/>
            </p:nvSpPr>
            <p:spPr>
              <a:xfrm>
                <a:off x="1804509" y="10521241"/>
                <a:ext cx="213777" cy="557593"/>
              </a:xfrm>
              <a:prstGeom prst="can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/>
              </a:p>
            </p:txBody>
          </p:sp>
          <p:sp>
            <p:nvSpPr>
              <p:cNvPr id="162" name="Ellipse 161">
                <a:extLst>
                  <a:ext uri="{FF2B5EF4-FFF2-40B4-BE49-F238E27FC236}">
                    <a16:creationId xmlns:a16="http://schemas.microsoft.com/office/drawing/2014/main" id="{61B3CC89-65EA-7492-E92A-D62E8311AB26}"/>
                  </a:ext>
                </a:extLst>
              </p:cNvPr>
              <p:cNvSpPr/>
              <p:nvPr/>
            </p:nvSpPr>
            <p:spPr>
              <a:xfrm>
                <a:off x="1753494" y="10338425"/>
                <a:ext cx="343533" cy="343533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Kreis: nicht ausgefüllt 164">
                <a:extLst>
                  <a:ext uri="{FF2B5EF4-FFF2-40B4-BE49-F238E27FC236}">
                    <a16:creationId xmlns:a16="http://schemas.microsoft.com/office/drawing/2014/main" id="{180F920A-7311-0467-492B-251C68E64EB0}"/>
                  </a:ext>
                </a:extLst>
              </p:cNvPr>
              <p:cNvSpPr/>
              <p:nvPr/>
            </p:nvSpPr>
            <p:spPr>
              <a:xfrm>
                <a:off x="440877" y="10149471"/>
                <a:ext cx="2955860" cy="518848"/>
              </a:xfrm>
              <a:prstGeom prst="donut">
                <a:avLst>
                  <a:gd name="adj" fmla="val 13391"/>
                </a:avLst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76200" prstMaterial="matte"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Rechteck 165">
                <a:extLst>
                  <a:ext uri="{FF2B5EF4-FFF2-40B4-BE49-F238E27FC236}">
                    <a16:creationId xmlns:a16="http://schemas.microsoft.com/office/drawing/2014/main" id="{DF4405EE-3627-4A90-572E-AFD910C7068E}"/>
                  </a:ext>
                </a:extLst>
              </p:cNvPr>
              <p:cNvSpPr/>
              <p:nvPr/>
            </p:nvSpPr>
            <p:spPr>
              <a:xfrm>
                <a:off x="1468407" y="11025945"/>
                <a:ext cx="921878" cy="34353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7" name="Gruppieren 186">
                <a:extLst>
                  <a:ext uri="{FF2B5EF4-FFF2-40B4-BE49-F238E27FC236}">
                    <a16:creationId xmlns:a16="http://schemas.microsoft.com/office/drawing/2014/main" id="{19268443-C325-13A4-E5BD-BE19262C026C}"/>
                  </a:ext>
                </a:extLst>
              </p:cNvPr>
              <p:cNvGrpSpPr/>
              <p:nvPr/>
            </p:nvGrpSpPr>
            <p:grpSpPr>
              <a:xfrm>
                <a:off x="2109713" y="9778815"/>
                <a:ext cx="744486" cy="566356"/>
                <a:chOff x="2275061" y="9842903"/>
                <a:chExt cx="465825" cy="358460"/>
              </a:xfrm>
            </p:grpSpPr>
            <p:sp>
              <p:nvSpPr>
                <p:cNvPr id="167" name="Rechteck 166">
                  <a:extLst>
                    <a:ext uri="{FF2B5EF4-FFF2-40B4-BE49-F238E27FC236}">
                      <a16:creationId xmlns:a16="http://schemas.microsoft.com/office/drawing/2014/main" id="{4E7C6A27-74A1-BC56-B412-54F3D9DEE302}"/>
                    </a:ext>
                  </a:extLst>
                </p:cNvPr>
                <p:cNvSpPr/>
                <p:nvPr/>
              </p:nvSpPr>
              <p:spPr>
                <a:xfrm rot="3268941">
                  <a:off x="2484259" y="9794793"/>
                  <a:ext cx="64077" cy="44917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68" name="Gerader Verbinder 167">
                  <a:extLst>
                    <a:ext uri="{FF2B5EF4-FFF2-40B4-BE49-F238E27FC236}">
                      <a16:creationId xmlns:a16="http://schemas.microsoft.com/office/drawing/2014/main" id="{8A91469B-BE4B-FF18-FB25-79EC16743E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275061" y="9842903"/>
                  <a:ext cx="425757" cy="31500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Gerader Verbinder 178">
                  <a:extLst>
                    <a:ext uri="{FF2B5EF4-FFF2-40B4-BE49-F238E27FC236}">
                      <a16:creationId xmlns:a16="http://schemas.microsoft.com/office/drawing/2014/main" id="{0B188657-704D-59C9-396A-9D962C8146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15488" y="9903315"/>
                  <a:ext cx="408035" cy="29804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Textfeld 201">
                <a:extLst>
                  <a:ext uri="{FF2B5EF4-FFF2-40B4-BE49-F238E27FC236}">
                    <a16:creationId xmlns:a16="http://schemas.microsoft.com/office/drawing/2014/main" id="{DA07489E-F153-C3D1-477A-8BE347B75408}"/>
                  </a:ext>
                </a:extLst>
              </p:cNvPr>
              <p:cNvSpPr txBox="1"/>
              <p:nvPr/>
            </p:nvSpPr>
            <p:spPr>
              <a:xfrm>
                <a:off x="7606677" y="6354420"/>
                <a:ext cx="410280" cy="3172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1400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de-DE" sz="1400" b="0" i="0" smtClean="0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m:rPr>
                              <m:sty m:val="p"/>
                            </m:rPr>
                            <a:rPr lang="de-DE" sz="14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02" name="Textfeld 201">
                <a:extLst>
                  <a:ext uri="{FF2B5EF4-FFF2-40B4-BE49-F238E27FC236}">
                    <a16:creationId xmlns:a16="http://schemas.microsoft.com/office/drawing/2014/main" id="{DA07489E-F153-C3D1-477A-8BE347B75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677" y="6354420"/>
                <a:ext cx="410280" cy="31720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Textfeld 203">
                <a:extLst>
                  <a:ext uri="{FF2B5EF4-FFF2-40B4-BE49-F238E27FC236}">
                    <a16:creationId xmlns:a16="http://schemas.microsoft.com/office/drawing/2014/main" id="{BB8D9D14-BF12-0467-CBB5-1BF472902367}"/>
                  </a:ext>
                </a:extLst>
              </p:cNvPr>
              <p:cNvSpPr txBox="1"/>
              <p:nvPr/>
            </p:nvSpPr>
            <p:spPr>
              <a:xfrm>
                <a:off x="8427237" y="6313995"/>
                <a:ext cx="511347" cy="3172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1400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de-DE" sz="1400" b="0" i="0" smtClean="0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m:rPr>
                              <m:sty m:val="p"/>
                            </m:rPr>
                            <a:rPr lang="de-DE" sz="1400" b="0" i="0" smtClean="0">
                              <a:latin typeface="Cambria Math" panose="02040503050406030204" pitchFamily="18" charset="0"/>
                            </a:rPr>
                            <m:t>IV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04" name="Textfeld 203">
                <a:extLst>
                  <a:ext uri="{FF2B5EF4-FFF2-40B4-BE49-F238E27FC236}">
                    <a16:creationId xmlns:a16="http://schemas.microsoft.com/office/drawing/2014/main" id="{BB8D9D14-BF12-0467-CBB5-1BF472902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7237" y="6313995"/>
                <a:ext cx="511347" cy="31720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3320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hteck 50">
            <a:extLst>
              <a:ext uri="{FF2B5EF4-FFF2-40B4-BE49-F238E27FC236}">
                <a16:creationId xmlns:a16="http://schemas.microsoft.com/office/drawing/2014/main" id="{72B53BA9-7CA4-6FCB-3088-A7EB342C2DC9}"/>
              </a:ext>
            </a:extLst>
          </p:cNvPr>
          <p:cNvSpPr/>
          <p:nvPr/>
        </p:nvSpPr>
        <p:spPr>
          <a:xfrm rot="4080430">
            <a:off x="5683805" y="6105081"/>
            <a:ext cx="118635" cy="131462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3689704F-38D3-F926-6758-EED0E1BE8CFD}"/>
              </a:ext>
            </a:extLst>
          </p:cNvPr>
          <p:cNvGrpSpPr/>
          <p:nvPr/>
        </p:nvGrpSpPr>
        <p:grpSpPr>
          <a:xfrm rot="1398042">
            <a:off x="8290443" y="5974989"/>
            <a:ext cx="1107300" cy="1234380"/>
            <a:chOff x="4794189" y="5737680"/>
            <a:chExt cx="1192093" cy="1328904"/>
          </a:xfrm>
        </p:grpSpPr>
        <p:grpSp>
          <p:nvGrpSpPr>
            <p:cNvPr id="25" name="Gruppieren 24">
              <a:extLst>
                <a:ext uri="{FF2B5EF4-FFF2-40B4-BE49-F238E27FC236}">
                  <a16:creationId xmlns:a16="http://schemas.microsoft.com/office/drawing/2014/main" id="{E7368E0A-037A-6FBC-0DF8-E10C6C755677}"/>
                </a:ext>
              </a:extLst>
            </p:cNvPr>
            <p:cNvGrpSpPr/>
            <p:nvPr/>
          </p:nvGrpSpPr>
          <p:grpSpPr>
            <a:xfrm rot="21047995">
              <a:off x="4794189" y="5979851"/>
              <a:ext cx="1138990" cy="993956"/>
              <a:chOff x="2677600" y="4978510"/>
              <a:chExt cx="1012485" cy="967817"/>
            </a:xfrm>
          </p:grpSpPr>
          <p:sp>
            <p:nvSpPr>
              <p:cNvPr id="39" name="Rechteck 38">
                <a:extLst>
                  <a:ext uri="{FF2B5EF4-FFF2-40B4-BE49-F238E27FC236}">
                    <a16:creationId xmlns:a16="http://schemas.microsoft.com/office/drawing/2014/main" id="{94427025-C5B6-2E7C-A072-705F3CB31BCF}"/>
                  </a:ext>
                </a:extLst>
              </p:cNvPr>
              <p:cNvSpPr/>
              <p:nvPr/>
            </p:nvSpPr>
            <p:spPr>
              <a:xfrm>
                <a:off x="2740096" y="5312918"/>
                <a:ext cx="134109" cy="633409"/>
              </a:xfrm>
              <a:prstGeom prst="rect">
                <a:avLst/>
              </a:prstGeom>
              <a:solidFill>
                <a:schemeClr val="bg1">
                  <a:lumMod val="75000"/>
                  <a:alpha val="50000"/>
                </a:schemeClr>
              </a:solidFill>
              <a:ln>
                <a:solidFill>
                  <a:schemeClr val="accent1">
                    <a:shade val="15000"/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hteck 41">
                <a:extLst>
                  <a:ext uri="{FF2B5EF4-FFF2-40B4-BE49-F238E27FC236}">
                    <a16:creationId xmlns:a16="http://schemas.microsoft.com/office/drawing/2014/main" id="{55AD4AC9-024F-4784-8E97-AB9010229480}"/>
                  </a:ext>
                </a:extLst>
              </p:cNvPr>
              <p:cNvSpPr/>
              <p:nvPr/>
            </p:nvSpPr>
            <p:spPr>
              <a:xfrm rot="4277537">
                <a:off x="3215067" y="4637601"/>
                <a:ext cx="134109" cy="815927"/>
              </a:xfrm>
              <a:prstGeom prst="rect">
                <a:avLst/>
              </a:prstGeom>
              <a:solidFill>
                <a:schemeClr val="bg1">
                  <a:lumMod val="75000"/>
                  <a:alpha val="50000"/>
                </a:schemeClr>
              </a:solidFill>
              <a:ln>
                <a:solidFill>
                  <a:schemeClr val="accent1">
                    <a:shade val="15000"/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Ellipse 42">
                <a:extLst>
                  <a:ext uri="{FF2B5EF4-FFF2-40B4-BE49-F238E27FC236}">
                    <a16:creationId xmlns:a16="http://schemas.microsoft.com/office/drawing/2014/main" id="{0D97C443-E2C1-9FF6-6EB7-C11706145EB6}"/>
                  </a:ext>
                </a:extLst>
              </p:cNvPr>
              <p:cNvSpPr/>
              <p:nvPr/>
            </p:nvSpPr>
            <p:spPr>
              <a:xfrm>
                <a:off x="2677600" y="5085213"/>
                <a:ext cx="259100" cy="25910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1">
                    <a:shade val="15000"/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06288E8D-3217-E8F7-2C4E-EC5D9064CF5E}"/>
                </a:ext>
              </a:extLst>
            </p:cNvPr>
            <p:cNvGrpSpPr/>
            <p:nvPr/>
          </p:nvGrpSpPr>
          <p:grpSpPr>
            <a:xfrm rot="4208513" flipH="1">
              <a:off x="4921997" y="5995420"/>
              <a:ext cx="1039830" cy="1088741"/>
              <a:chOff x="2677600" y="4978510"/>
              <a:chExt cx="1012485" cy="967817"/>
            </a:xfrm>
          </p:grpSpPr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E008A416-4234-67CB-36C0-DA1ADD1F1761}"/>
                  </a:ext>
                </a:extLst>
              </p:cNvPr>
              <p:cNvSpPr/>
              <p:nvPr/>
            </p:nvSpPr>
            <p:spPr>
              <a:xfrm>
                <a:off x="2740096" y="5312918"/>
                <a:ext cx="134109" cy="633409"/>
              </a:xfrm>
              <a:prstGeom prst="rect">
                <a:avLst/>
              </a:prstGeom>
              <a:solidFill>
                <a:schemeClr val="bg1">
                  <a:lumMod val="75000"/>
                  <a:alpha val="50000"/>
                </a:schemeClr>
              </a:solidFill>
              <a:ln>
                <a:solidFill>
                  <a:schemeClr val="accent1">
                    <a:shade val="15000"/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2B16209E-4352-A178-41BC-E8F467364891}"/>
                  </a:ext>
                </a:extLst>
              </p:cNvPr>
              <p:cNvSpPr/>
              <p:nvPr/>
            </p:nvSpPr>
            <p:spPr>
              <a:xfrm rot="4277537">
                <a:off x="3215067" y="4637601"/>
                <a:ext cx="134109" cy="815927"/>
              </a:xfrm>
              <a:prstGeom prst="rect">
                <a:avLst/>
              </a:prstGeom>
              <a:pattFill prst="wdUpDiag">
                <a:fgClr>
                  <a:schemeClr val="bg1">
                    <a:lumMod val="75000"/>
                  </a:schemeClr>
                </a:fgClr>
                <a:bgClr>
                  <a:schemeClr val="bg1"/>
                </a:bgClr>
              </a:pattFill>
              <a:ln>
                <a:solidFill>
                  <a:schemeClr val="accent1">
                    <a:shade val="15000"/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Ellipse 31">
                <a:extLst>
                  <a:ext uri="{FF2B5EF4-FFF2-40B4-BE49-F238E27FC236}">
                    <a16:creationId xmlns:a16="http://schemas.microsoft.com/office/drawing/2014/main" id="{CC879366-B39F-966E-C288-5AA399BD7CE8}"/>
                  </a:ext>
                </a:extLst>
              </p:cNvPr>
              <p:cNvSpPr/>
              <p:nvPr/>
            </p:nvSpPr>
            <p:spPr>
              <a:xfrm>
                <a:off x="2677600" y="5085213"/>
                <a:ext cx="259100" cy="25910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1">
                    <a:shade val="15000"/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1" name="Rechteck 110">
              <a:extLst>
                <a:ext uri="{FF2B5EF4-FFF2-40B4-BE49-F238E27FC236}">
                  <a16:creationId xmlns:a16="http://schemas.microsoft.com/office/drawing/2014/main" id="{10F59D8D-12A8-D2EB-9AA7-8162C5BB60A3}"/>
                </a:ext>
              </a:extLst>
            </p:cNvPr>
            <p:cNvSpPr/>
            <p:nvPr/>
          </p:nvSpPr>
          <p:spPr>
            <a:xfrm rot="1944534">
              <a:off x="5427334" y="5737680"/>
              <a:ext cx="118635" cy="1314626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Rechteck 132">
              <a:extLst>
                <a:ext uri="{FF2B5EF4-FFF2-40B4-BE49-F238E27FC236}">
                  <a16:creationId xmlns:a16="http://schemas.microsoft.com/office/drawing/2014/main" id="{D0A3FBF1-7BE7-7705-F0D7-7042EB086E4E}"/>
                </a:ext>
              </a:extLst>
            </p:cNvPr>
            <p:cNvSpPr/>
            <p:nvPr/>
          </p:nvSpPr>
          <p:spPr>
            <a:xfrm rot="1944534">
              <a:off x="5489344" y="5751958"/>
              <a:ext cx="55418" cy="1314626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41437742-2600-922D-9F60-105FC9D9D769}"/>
              </a:ext>
            </a:extLst>
          </p:cNvPr>
          <p:cNvGrpSpPr/>
          <p:nvPr/>
        </p:nvGrpSpPr>
        <p:grpSpPr>
          <a:xfrm rot="16200000">
            <a:off x="7044993" y="6062567"/>
            <a:ext cx="1107300" cy="1234380"/>
            <a:chOff x="4794189" y="5737680"/>
            <a:chExt cx="1192093" cy="1328904"/>
          </a:xfrm>
        </p:grpSpPr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BC8E7049-6966-1A5E-A9F0-9FAFA3E964DE}"/>
                </a:ext>
              </a:extLst>
            </p:cNvPr>
            <p:cNvGrpSpPr/>
            <p:nvPr/>
          </p:nvGrpSpPr>
          <p:grpSpPr>
            <a:xfrm rot="21047995">
              <a:off x="4794189" y="5979851"/>
              <a:ext cx="1138990" cy="993956"/>
              <a:chOff x="2677600" y="4978510"/>
              <a:chExt cx="1012485" cy="967817"/>
            </a:xfrm>
          </p:grpSpPr>
          <p:sp>
            <p:nvSpPr>
              <p:cNvPr id="20" name="Rechteck 19">
                <a:extLst>
                  <a:ext uri="{FF2B5EF4-FFF2-40B4-BE49-F238E27FC236}">
                    <a16:creationId xmlns:a16="http://schemas.microsoft.com/office/drawing/2014/main" id="{B46769E6-0FCA-3FA5-5DAE-6DCDFE6BCFAB}"/>
                  </a:ext>
                </a:extLst>
              </p:cNvPr>
              <p:cNvSpPr/>
              <p:nvPr/>
            </p:nvSpPr>
            <p:spPr>
              <a:xfrm>
                <a:off x="2740096" y="5312918"/>
                <a:ext cx="134109" cy="633409"/>
              </a:xfrm>
              <a:prstGeom prst="rect">
                <a:avLst/>
              </a:prstGeom>
              <a:solidFill>
                <a:schemeClr val="bg1">
                  <a:lumMod val="75000"/>
                  <a:alpha val="50000"/>
                </a:schemeClr>
              </a:solidFill>
              <a:ln>
                <a:solidFill>
                  <a:schemeClr val="accent1">
                    <a:shade val="15000"/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hteck 21">
                <a:extLst>
                  <a:ext uri="{FF2B5EF4-FFF2-40B4-BE49-F238E27FC236}">
                    <a16:creationId xmlns:a16="http://schemas.microsoft.com/office/drawing/2014/main" id="{2B3C9E70-264B-63BB-04FA-F27323258D59}"/>
                  </a:ext>
                </a:extLst>
              </p:cNvPr>
              <p:cNvSpPr/>
              <p:nvPr/>
            </p:nvSpPr>
            <p:spPr>
              <a:xfrm rot="4277537">
                <a:off x="3215067" y="4637601"/>
                <a:ext cx="134109" cy="815927"/>
              </a:xfrm>
              <a:prstGeom prst="rect">
                <a:avLst/>
              </a:prstGeom>
              <a:solidFill>
                <a:schemeClr val="bg1">
                  <a:lumMod val="75000"/>
                  <a:alpha val="50000"/>
                </a:schemeClr>
              </a:solidFill>
              <a:ln>
                <a:solidFill>
                  <a:schemeClr val="accent1">
                    <a:shade val="15000"/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Ellipse 22">
                <a:extLst>
                  <a:ext uri="{FF2B5EF4-FFF2-40B4-BE49-F238E27FC236}">
                    <a16:creationId xmlns:a16="http://schemas.microsoft.com/office/drawing/2014/main" id="{58B44068-5C57-943A-4E01-426934E906E4}"/>
                  </a:ext>
                </a:extLst>
              </p:cNvPr>
              <p:cNvSpPr/>
              <p:nvPr/>
            </p:nvSpPr>
            <p:spPr>
              <a:xfrm>
                <a:off x="2677600" y="5085213"/>
                <a:ext cx="259100" cy="25910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1">
                    <a:shade val="15000"/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756EAF78-A6F4-8FE7-58F1-5C8573BAC88B}"/>
                </a:ext>
              </a:extLst>
            </p:cNvPr>
            <p:cNvGrpSpPr/>
            <p:nvPr/>
          </p:nvGrpSpPr>
          <p:grpSpPr>
            <a:xfrm rot="4208513" flipH="1">
              <a:off x="4921997" y="5995420"/>
              <a:ext cx="1039830" cy="1088741"/>
              <a:chOff x="2677600" y="4978510"/>
              <a:chExt cx="1012485" cy="967817"/>
            </a:xfrm>
          </p:grpSpPr>
          <p:sp>
            <p:nvSpPr>
              <p:cNvPr id="17" name="Rechteck 16">
                <a:extLst>
                  <a:ext uri="{FF2B5EF4-FFF2-40B4-BE49-F238E27FC236}">
                    <a16:creationId xmlns:a16="http://schemas.microsoft.com/office/drawing/2014/main" id="{CDAB68B0-8D19-2C49-4297-51C54F878BC6}"/>
                  </a:ext>
                </a:extLst>
              </p:cNvPr>
              <p:cNvSpPr/>
              <p:nvPr/>
            </p:nvSpPr>
            <p:spPr>
              <a:xfrm>
                <a:off x="2740096" y="5312918"/>
                <a:ext cx="134109" cy="633409"/>
              </a:xfrm>
              <a:prstGeom prst="rect">
                <a:avLst/>
              </a:prstGeom>
              <a:solidFill>
                <a:schemeClr val="bg1">
                  <a:lumMod val="75000"/>
                  <a:alpha val="50000"/>
                </a:schemeClr>
              </a:solidFill>
              <a:ln>
                <a:solidFill>
                  <a:schemeClr val="accent1">
                    <a:shade val="15000"/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hteck 17">
                <a:extLst>
                  <a:ext uri="{FF2B5EF4-FFF2-40B4-BE49-F238E27FC236}">
                    <a16:creationId xmlns:a16="http://schemas.microsoft.com/office/drawing/2014/main" id="{2FE8D6AF-0466-3236-096E-8FDAED1B7EFB}"/>
                  </a:ext>
                </a:extLst>
              </p:cNvPr>
              <p:cNvSpPr/>
              <p:nvPr/>
            </p:nvSpPr>
            <p:spPr>
              <a:xfrm rot="4277537">
                <a:off x="3215067" y="4637601"/>
                <a:ext cx="134109" cy="815927"/>
              </a:xfrm>
              <a:prstGeom prst="rect">
                <a:avLst/>
              </a:prstGeom>
              <a:pattFill prst="wdUpDiag">
                <a:fgClr>
                  <a:schemeClr val="bg1">
                    <a:lumMod val="75000"/>
                  </a:schemeClr>
                </a:fgClr>
                <a:bgClr>
                  <a:schemeClr val="bg1"/>
                </a:bgClr>
              </a:pattFill>
              <a:ln>
                <a:solidFill>
                  <a:schemeClr val="accent1">
                    <a:shade val="15000"/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Ellipse 18">
                <a:extLst>
                  <a:ext uri="{FF2B5EF4-FFF2-40B4-BE49-F238E27FC236}">
                    <a16:creationId xmlns:a16="http://schemas.microsoft.com/office/drawing/2014/main" id="{4F6EB3C1-EA65-1D7C-13AD-2BBE66DCDE56}"/>
                  </a:ext>
                </a:extLst>
              </p:cNvPr>
              <p:cNvSpPr/>
              <p:nvPr/>
            </p:nvSpPr>
            <p:spPr>
              <a:xfrm>
                <a:off x="2677600" y="5085213"/>
                <a:ext cx="259100" cy="25910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1">
                    <a:shade val="15000"/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71DC0CDE-9778-474C-E904-48D855DA0C2E}"/>
                </a:ext>
              </a:extLst>
            </p:cNvPr>
            <p:cNvSpPr/>
            <p:nvPr/>
          </p:nvSpPr>
          <p:spPr>
            <a:xfrm rot="1944534">
              <a:off x="5427334" y="5737680"/>
              <a:ext cx="118635" cy="1314626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256FBAED-4F63-957D-EC70-7EAA7E83C4AC}"/>
                </a:ext>
              </a:extLst>
            </p:cNvPr>
            <p:cNvSpPr/>
            <p:nvPr/>
          </p:nvSpPr>
          <p:spPr>
            <a:xfrm rot="1944534">
              <a:off x="5489344" y="5751958"/>
              <a:ext cx="55418" cy="1314626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3" name="Rechteck 162">
            <a:extLst>
              <a:ext uri="{FF2B5EF4-FFF2-40B4-BE49-F238E27FC236}">
                <a16:creationId xmlns:a16="http://schemas.microsoft.com/office/drawing/2014/main" id="{CCD71996-AFA7-0D4A-B5B9-2FF720B1CAB0}"/>
              </a:ext>
            </a:extLst>
          </p:cNvPr>
          <p:cNvSpPr/>
          <p:nvPr/>
        </p:nvSpPr>
        <p:spPr>
          <a:xfrm rot="1944534">
            <a:off x="5592326" y="9324894"/>
            <a:ext cx="140276" cy="122889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4" name="Gruppieren 133">
            <a:extLst>
              <a:ext uri="{FF2B5EF4-FFF2-40B4-BE49-F238E27FC236}">
                <a16:creationId xmlns:a16="http://schemas.microsoft.com/office/drawing/2014/main" id="{6366EEA3-8F9C-6DF8-3371-68D2DF4AA8A1}"/>
              </a:ext>
            </a:extLst>
          </p:cNvPr>
          <p:cNvGrpSpPr/>
          <p:nvPr/>
        </p:nvGrpSpPr>
        <p:grpSpPr>
          <a:xfrm>
            <a:off x="3772464" y="2023076"/>
            <a:ext cx="2910830" cy="3230332"/>
            <a:chOff x="3772464" y="2099275"/>
            <a:chExt cx="2910830" cy="3230332"/>
          </a:xfrm>
        </p:grpSpPr>
        <p:sp>
          <p:nvSpPr>
            <p:cNvPr id="170" name="Rechteck 169">
              <a:extLst>
                <a:ext uri="{FF2B5EF4-FFF2-40B4-BE49-F238E27FC236}">
                  <a16:creationId xmlns:a16="http://schemas.microsoft.com/office/drawing/2014/main" id="{E93A02FC-8496-B670-CD2C-9446E657C91B}"/>
                </a:ext>
              </a:extLst>
            </p:cNvPr>
            <p:cNvSpPr/>
            <p:nvPr/>
          </p:nvSpPr>
          <p:spPr>
            <a:xfrm rot="19447489" flipH="1">
              <a:off x="4718856" y="2641458"/>
              <a:ext cx="118635" cy="1314626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9" name="Rechteck 168">
              <a:extLst>
                <a:ext uri="{FF2B5EF4-FFF2-40B4-BE49-F238E27FC236}">
                  <a16:creationId xmlns:a16="http://schemas.microsoft.com/office/drawing/2014/main" id="{329A123D-CEDF-B2AF-00F2-F5D645189394}"/>
                </a:ext>
              </a:extLst>
            </p:cNvPr>
            <p:cNvSpPr/>
            <p:nvPr/>
          </p:nvSpPr>
          <p:spPr>
            <a:xfrm rot="2152511">
              <a:off x="5611142" y="2620496"/>
              <a:ext cx="118635" cy="1314626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D6E21601-A57A-5494-1059-146A5FE5945B}"/>
                </a:ext>
              </a:extLst>
            </p:cNvPr>
            <p:cNvGrpSpPr/>
            <p:nvPr/>
          </p:nvGrpSpPr>
          <p:grpSpPr>
            <a:xfrm>
              <a:off x="3772464" y="2418777"/>
              <a:ext cx="2910830" cy="2910830"/>
              <a:chOff x="-60233" y="5230706"/>
              <a:chExt cx="6848475" cy="6848475"/>
            </a:xfrm>
          </p:grpSpPr>
          <p:sp>
            <p:nvSpPr>
              <p:cNvPr id="40" name="Rechteck 39">
                <a:extLst>
                  <a:ext uri="{FF2B5EF4-FFF2-40B4-BE49-F238E27FC236}">
                    <a16:creationId xmlns:a16="http://schemas.microsoft.com/office/drawing/2014/main" id="{D01F29C1-375C-4015-BA1D-7EEC6D675147}"/>
                  </a:ext>
                </a:extLst>
              </p:cNvPr>
              <p:cNvSpPr/>
              <p:nvPr/>
            </p:nvSpPr>
            <p:spPr>
              <a:xfrm>
                <a:off x="2821080" y="9400413"/>
                <a:ext cx="1085850" cy="70628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hteck 40">
                <a:extLst>
                  <a:ext uri="{FF2B5EF4-FFF2-40B4-BE49-F238E27FC236}">
                    <a16:creationId xmlns:a16="http://schemas.microsoft.com/office/drawing/2014/main" id="{E0744A26-5744-3005-474B-00FAE3361F04}"/>
                  </a:ext>
                </a:extLst>
              </p:cNvPr>
              <p:cNvSpPr/>
              <p:nvPr/>
            </p:nvSpPr>
            <p:spPr>
              <a:xfrm>
                <a:off x="3192555" y="8850157"/>
                <a:ext cx="315525" cy="550256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hteck 43">
                <a:extLst>
                  <a:ext uri="{FF2B5EF4-FFF2-40B4-BE49-F238E27FC236}">
                    <a16:creationId xmlns:a16="http://schemas.microsoft.com/office/drawing/2014/main" id="{198418F4-5B26-02F1-DEE3-15DEBF96AE03}"/>
                  </a:ext>
                </a:extLst>
              </p:cNvPr>
              <p:cNvSpPr/>
              <p:nvPr/>
            </p:nvSpPr>
            <p:spPr>
              <a:xfrm>
                <a:off x="3192555" y="6968022"/>
                <a:ext cx="315525" cy="149025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Ellipse 44">
                <a:extLst>
                  <a:ext uri="{FF2B5EF4-FFF2-40B4-BE49-F238E27FC236}">
                    <a16:creationId xmlns:a16="http://schemas.microsoft.com/office/drawing/2014/main" id="{7E35EE5F-7A2A-8F4C-11B3-07E2C3C6D2A5}"/>
                  </a:ext>
                </a:extLst>
              </p:cNvPr>
              <p:cNvSpPr/>
              <p:nvPr/>
            </p:nvSpPr>
            <p:spPr>
              <a:xfrm>
                <a:off x="3059205" y="8348790"/>
                <a:ext cx="609600" cy="60960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Kreis: nicht ausgefüllt 45">
                <a:extLst>
                  <a:ext uri="{FF2B5EF4-FFF2-40B4-BE49-F238E27FC236}">
                    <a16:creationId xmlns:a16="http://schemas.microsoft.com/office/drawing/2014/main" id="{11F859BE-CD7F-6664-24EE-1C83A1D2D9EB}"/>
                  </a:ext>
                </a:extLst>
              </p:cNvPr>
              <p:cNvSpPr/>
              <p:nvPr/>
            </p:nvSpPr>
            <p:spPr>
              <a:xfrm>
                <a:off x="-60233" y="5230706"/>
                <a:ext cx="6848475" cy="6848475"/>
              </a:xfrm>
              <a:prstGeom prst="donut">
                <a:avLst>
                  <a:gd name="adj" fmla="val 2692"/>
                </a:avLst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Rechteck 46">
                <a:extLst>
                  <a:ext uri="{FF2B5EF4-FFF2-40B4-BE49-F238E27FC236}">
                    <a16:creationId xmlns:a16="http://schemas.microsoft.com/office/drawing/2014/main" id="{76B9A34F-0F42-7154-02DC-2F6575184DD2}"/>
                  </a:ext>
                </a:extLst>
              </p:cNvPr>
              <p:cNvSpPr/>
              <p:nvPr/>
            </p:nvSpPr>
            <p:spPr>
              <a:xfrm rot="4277537">
                <a:off x="4310046" y="5379165"/>
                <a:ext cx="315526" cy="191967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9" name="Rechteck 68">
                <a:extLst>
                  <a:ext uri="{FF2B5EF4-FFF2-40B4-BE49-F238E27FC236}">
                    <a16:creationId xmlns:a16="http://schemas.microsoft.com/office/drawing/2014/main" id="{CDE698BE-B654-4320-4363-B4769F4B89DB}"/>
                  </a:ext>
                </a:extLst>
              </p:cNvPr>
              <p:cNvSpPr/>
              <p:nvPr/>
            </p:nvSpPr>
            <p:spPr>
              <a:xfrm rot="17322463" flipH="1">
                <a:off x="2085834" y="5359832"/>
                <a:ext cx="315526" cy="1919678"/>
              </a:xfrm>
              <a:prstGeom prst="rect">
                <a:avLst/>
              </a:prstGeom>
              <a:pattFill prst="wdUpDiag">
                <a:fgClr>
                  <a:schemeClr val="bg1">
                    <a:lumMod val="75000"/>
                  </a:schemeClr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Ellipse 47">
                <a:extLst>
                  <a:ext uri="{FF2B5EF4-FFF2-40B4-BE49-F238E27FC236}">
                    <a16:creationId xmlns:a16="http://schemas.microsoft.com/office/drawing/2014/main" id="{5EE551C2-E488-5708-320A-670649F44A67}"/>
                  </a:ext>
                </a:extLst>
              </p:cNvPr>
              <p:cNvSpPr/>
              <p:nvPr/>
            </p:nvSpPr>
            <p:spPr>
              <a:xfrm>
                <a:off x="3045517" y="6432288"/>
                <a:ext cx="609600" cy="60960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1" name="Kreis: nicht ausgefüllt 60">
              <a:extLst>
                <a:ext uri="{FF2B5EF4-FFF2-40B4-BE49-F238E27FC236}">
                  <a16:creationId xmlns:a16="http://schemas.microsoft.com/office/drawing/2014/main" id="{96BB3E9C-276C-7AF3-4803-2B51E4E457B7}"/>
                </a:ext>
              </a:extLst>
            </p:cNvPr>
            <p:cNvSpPr/>
            <p:nvPr/>
          </p:nvSpPr>
          <p:spPr>
            <a:xfrm>
              <a:off x="4280045" y="2099275"/>
              <a:ext cx="1874097" cy="1874097"/>
            </a:xfrm>
            <a:prstGeom prst="donut">
              <a:avLst>
                <a:gd name="adj" fmla="val 2692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6" name="Textfeld 65">
              <a:extLst>
                <a:ext uri="{FF2B5EF4-FFF2-40B4-BE49-F238E27FC236}">
                  <a16:creationId xmlns:a16="http://schemas.microsoft.com/office/drawing/2014/main" id="{42CF5C15-3330-F50C-6765-970FF031C13B}"/>
                </a:ext>
              </a:extLst>
            </p:cNvPr>
            <p:cNvSpPr txBox="1"/>
            <p:nvPr/>
          </p:nvSpPr>
          <p:spPr>
            <a:xfrm>
              <a:off x="5368655" y="3026788"/>
              <a:ext cx="3884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feld 66">
                  <a:extLst>
                    <a:ext uri="{FF2B5EF4-FFF2-40B4-BE49-F238E27FC236}">
                      <a16:creationId xmlns:a16="http://schemas.microsoft.com/office/drawing/2014/main" id="{B80FD796-E54B-90DA-E790-8936F4C3B8A5}"/>
                    </a:ext>
                  </a:extLst>
                </p:cNvPr>
                <p:cNvSpPr txBox="1"/>
                <p:nvPr/>
              </p:nvSpPr>
              <p:spPr>
                <a:xfrm>
                  <a:off x="5273932" y="2472265"/>
                  <a:ext cx="41028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de-DE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de-DE" sz="1400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de-DE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67" name="Textfeld 66">
                  <a:extLst>
                    <a:ext uri="{FF2B5EF4-FFF2-40B4-BE49-F238E27FC236}">
                      <a16:creationId xmlns:a16="http://schemas.microsoft.com/office/drawing/2014/main" id="{B80FD796-E54B-90DA-E790-8936F4C3B8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3932" y="2472265"/>
                  <a:ext cx="410280" cy="400110"/>
                </a:xfrm>
                <a:prstGeom prst="rect">
                  <a:avLst/>
                </a:prstGeom>
                <a:blipFill>
                  <a:blip r:embed="rId2"/>
                  <a:stretch>
                    <a:fillRect r="-1194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Pfeil: gebogen 67">
              <a:extLst>
                <a:ext uri="{FF2B5EF4-FFF2-40B4-BE49-F238E27FC236}">
                  <a16:creationId xmlns:a16="http://schemas.microsoft.com/office/drawing/2014/main" id="{96EE1D96-5DCF-0604-C3D8-0D291722FEAC}"/>
                </a:ext>
              </a:extLst>
            </p:cNvPr>
            <p:cNvSpPr/>
            <p:nvPr/>
          </p:nvSpPr>
          <p:spPr>
            <a:xfrm rot="20304312" flipH="1">
              <a:off x="4962843" y="2805699"/>
              <a:ext cx="506933" cy="525048"/>
            </a:xfrm>
            <a:prstGeom prst="circularArrow">
              <a:avLst>
                <a:gd name="adj1" fmla="val 7185"/>
                <a:gd name="adj2" fmla="val 923709"/>
                <a:gd name="adj3" fmla="val 20442418"/>
                <a:gd name="adj4" fmla="val 9670801"/>
                <a:gd name="adj5" fmla="val 13351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32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feld 69">
                  <a:extLst>
                    <a:ext uri="{FF2B5EF4-FFF2-40B4-BE49-F238E27FC236}">
                      <a16:creationId xmlns:a16="http://schemas.microsoft.com/office/drawing/2014/main" id="{441E206E-7A07-DA3C-BCD3-B381D5E50133}"/>
                    </a:ext>
                  </a:extLst>
                </p:cNvPr>
                <p:cNvSpPr txBox="1"/>
                <p:nvPr/>
              </p:nvSpPr>
              <p:spPr>
                <a:xfrm>
                  <a:off x="4747954" y="2464476"/>
                  <a:ext cx="41028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de-DE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1400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de-DE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70" name="Textfeld 69">
                  <a:extLst>
                    <a:ext uri="{FF2B5EF4-FFF2-40B4-BE49-F238E27FC236}">
                      <a16:creationId xmlns:a16="http://schemas.microsoft.com/office/drawing/2014/main" id="{441E206E-7A07-DA3C-BCD3-B381D5E501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7954" y="2464476"/>
                  <a:ext cx="410280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1" name="Gerader Verbinder 70">
              <a:extLst>
                <a:ext uri="{FF2B5EF4-FFF2-40B4-BE49-F238E27FC236}">
                  <a16:creationId xmlns:a16="http://schemas.microsoft.com/office/drawing/2014/main" id="{F0D74BC9-7543-3D50-143A-09D5F1D186A2}"/>
                </a:ext>
              </a:extLst>
            </p:cNvPr>
            <p:cNvCxnSpPr>
              <a:cxnSpLocks/>
              <a:stCxn id="46" idx="0"/>
              <a:endCxn id="48" idx="0"/>
            </p:cNvCxnSpPr>
            <p:nvPr/>
          </p:nvCxnSpPr>
          <p:spPr>
            <a:xfrm flipH="1">
              <a:off x="5222061" y="2418777"/>
              <a:ext cx="5818" cy="510712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Rechteck 84">
            <a:extLst>
              <a:ext uri="{FF2B5EF4-FFF2-40B4-BE49-F238E27FC236}">
                <a16:creationId xmlns:a16="http://schemas.microsoft.com/office/drawing/2014/main" id="{69012B81-5B5F-3471-B292-81861C1A6851}"/>
              </a:ext>
            </a:extLst>
          </p:cNvPr>
          <p:cNvSpPr/>
          <p:nvPr/>
        </p:nvSpPr>
        <p:spPr>
          <a:xfrm rot="17519570" flipH="1">
            <a:off x="4284819" y="6124507"/>
            <a:ext cx="118635" cy="1314626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Rechteck 126">
            <a:extLst>
              <a:ext uri="{FF2B5EF4-FFF2-40B4-BE49-F238E27FC236}">
                <a16:creationId xmlns:a16="http://schemas.microsoft.com/office/drawing/2014/main" id="{2997E124-D2CC-C2D3-1B45-EEA01F4188C9}"/>
              </a:ext>
            </a:extLst>
          </p:cNvPr>
          <p:cNvSpPr/>
          <p:nvPr/>
        </p:nvSpPr>
        <p:spPr>
          <a:xfrm>
            <a:off x="3868651" y="6248968"/>
            <a:ext cx="2381363" cy="579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76200" prstMaterial="matte"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9" name="Rechteck 108">
            <a:extLst>
              <a:ext uri="{FF2B5EF4-FFF2-40B4-BE49-F238E27FC236}">
                <a16:creationId xmlns:a16="http://schemas.microsoft.com/office/drawing/2014/main" id="{F941617A-23FC-6034-DC49-1E609A306C7E}"/>
              </a:ext>
            </a:extLst>
          </p:cNvPr>
          <p:cNvSpPr/>
          <p:nvPr/>
        </p:nvSpPr>
        <p:spPr>
          <a:xfrm>
            <a:off x="4836521" y="7365114"/>
            <a:ext cx="461522" cy="30019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hteck 109">
            <a:extLst>
              <a:ext uri="{FF2B5EF4-FFF2-40B4-BE49-F238E27FC236}">
                <a16:creationId xmlns:a16="http://schemas.microsoft.com/office/drawing/2014/main" id="{8FB45004-3D04-ED75-0D9E-3F0C080D8EEB}"/>
              </a:ext>
            </a:extLst>
          </p:cNvPr>
          <p:cNvSpPr/>
          <p:nvPr/>
        </p:nvSpPr>
        <p:spPr>
          <a:xfrm>
            <a:off x="4994410" y="7131237"/>
            <a:ext cx="134109" cy="2338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Ellipse 111">
            <a:extLst>
              <a:ext uri="{FF2B5EF4-FFF2-40B4-BE49-F238E27FC236}">
                <a16:creationId xmlns:a16="http://schemas.microsoft.com/office/drawing/2014/main" id="{A1978827-2302-5FC8-6CB1-9EC114E12E3B}"/>
              </a:ext>
            </a:extLst>
          </p:cNvPr>
          <p:cNvSpPr/>
          <p:nvPr/>
        </p:nvSpPr>
        <p:spPr>
          <a:xfrm>
            <a:off x="4937732" y="6918140"/>
            <a:ext cx="259100" cy="2591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Kreis: nicht ausgefüllt 112">
            <a:extLst>
              <a:ext uri="{FF2B5EF4-FFF2-40B4-BE49-F238E27FC236}">
                <a16:creationId xmlns:a16="http://schemas.microsoft.com/office/drawing/2014/main" id="{A8B4DB0C-5783-8BDE-B438-B921A88DC5D7}"/>
              </a:ext>
            </a:extLst>
          </p:cNvPr>
          <p:cNvSpPr/>
          <p:nvPr/>
        </p:nvSpPr>
        <p:spPr>
          <a:xfrm>
            <a:off x="3611867" y="5592850"/>
            <a:ext cx="2910830" cy="2910830"/>
          </a:xfrm>
          <a:prstGeom prst="donut">
            <a:avLst>
              <a:gd name="adj" fmla="val 2692"/>
            </a:avLst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0" name="Pfeil: gebogen 129">
            <a:extLst>
              <a:ext uri="{FF2B5EF4-FFF2-40B4-BE49-F238E27FC236}">
                <a16:creationId xmlns:a16="http://schemas.microsoft.com/office/drawing/2014/main" id="{FA176C8C-F4FD-130B-23BD-53BB43C4CC23}"/>
              </a:ext>
            </a:extLst>
          </p:cNvPr>
          <p:cNvSpPr/>
          <p:nvPr/>
        </p:nvSpPr>
        <p:spPr>
          <a:xfrm rot="20304312" flipH="1">
            <a:off x="4803360" y="6787245"/>
            <a:ext cx="506933" cy="525048"/>
          </a:xfrm>
          <a:prstGeom prst="circularArrow">
            <a:avLst>
              <a:gd name="adj1" fmla="val 7185"/>
              <a:gd name="adj2" fmla="val 923709"/>
              <a:gd name="adj3" fmla="val 20442418"/>
              <a:gd name="adj4" fmla="val 9670801"/>
              <a:gd name="adj5" fmla="val 1335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200">
              <a:solidFill>
                <a:schemeClr val="tx1"/>
              </a:solidFill>
            </a:endParaRPr>
          </a:p>
        </p:txBody>
      </p:sp>
      <p:grpSp>
        <p:nvGrpSpPr>
          <p:cNvPr id="135" name="Gruppieren 134">
            <a:extLst>
              <a:ext uri="{FF2B5EF4-FFF2-40B4-BE49-F238E27FC236}">
                <a16:creationId xmlns:a16="http://schemas.microsoft.com/office/drawing/2014/main" id="{1BB08DFD-5212-7F6C-1DE3-46083A10C7F6}"/>
              </a:ext>
            </a:extLst>
          </p:cNvPr>
          <p:cNvGrpSpPr/>
          <p:nvPr/>
        </p:nvGrpSpPr>
        <p:grpSpPr>
          <a:xfrm>
            <a:off x="276789" y="2023076"/>
            <a:ext cx="2910830" cy="3230332"/>
            <a:chOff x="276789" y="2023076"/>
            <a:chExt cx="2910830" cy="3230332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90172B6C-EDEB-1C14-7378-602E53215FBF}"/>
                </a:ext>
              </a:extLst>
            </p:cNvPr>
            <p:cNvSpPr/>
            <p:nvPr/>
          </p:nvSpPr>
          <p:spPr>
            <a:xfrm>
              <a:off x="1501443" y="4114842"/>
              <a:ext cx="461522" cy="30019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B1C3B4BA-FF39-814E-24DA-F7DDBE7C31FC}"/>
                </a:ext>
              </a:extLst>
            </p:cNvPr>
            <p:cNvSpPr/>
            <p:nvPr/>
          </p:nvSpPr>
          <p:spPr>
            <a:xfrm>
              <a:off x="1659332" y="3880965"/>
              <a:ext cx="134109" cy="23387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DE24FF80-B0BE-24B5-C232-D7C5FDCBD500}"/>
                </a:ext>
              </a:extLst>
            </p:cNvPr>
            <p:cNvSpPr/>
            <p:nvPr/>
          </p:nvSpPr>
          <p:spPr>
            <a:xfrm>
              <a:off x="1659332" y="3080995"/>
              <a:ext cx="134109" cy="63340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6FD7654D-6B40-7CC3-A63B-F25BB4C2F518}"/>
                </a:ext>
              </a:extLst>
            </p:cNvPr>
            <p:cNvSpPr/>
            <p:nvPr/>
          </p:nvSpPr>
          <p:spPr>
            <a:xfrm>
              <a:off x="1602654" y="3667867"/>
              <a:ext cx="259100" cy="2591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Kreis: nicht ausgefüllt 8">
              <a:extLst>
                <a:ext uri="{FF2B5EF4-FFF2-40B4-BE49-F238E27FC236}">
                  <a16:creationId xmlns:a16="http://schemas.microsoft.com/office/drawing/2014/main" id="{D1A98818-CB39-00A8-4D73-B96EFB60A61F}"/>
                </a:ext>
              </a:extLst>
            </p:cNvPr>
            <p:cNvSpPr/>
            <p:nvPr/>
          </p:nvSpPr>
          <p:spPr>
            <a:xfrm>
              <a:off x="276789" y="2342578"/>
              <a:ext cx="2910830" cy="2910830"/>
            </a:xfrm>
            <a:prstGeom prst="donut">
              <a:avLst>
                <a:gd name="adj" fmla="val 2692"/>
              </a:avLst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0A59DCF6-BB57-4104-3FF7-2DBF8ED28245}"/>
                </a:ext>
              </a:extLst>
            </p:cNvPr>
            <p:cNvSpPr/>
            <p:nvPr/>
          </p:nvSpPr>
          <p:spPr>
            <a:xfrm>
              <a:off x="1659332" y="2078543"/>
              <a:ext cx="134109" cy="81592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3BE67E0C-DCF5-B9C7-907A-58EDF042FC0C}"/>
                </a:ext>
              </a:extLst>
            </p:cNvPr>
            <p:cNvSpPr/>
            <p:nvPr/>
          </p:nvSpPr>
          <p:spPr>
            <a:xfrm>
              <a:off x="1596836" y="2853290"/>
              <a:ext cx="259100" cy="2591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4" name="Gruppieren 53">
              <a:extLst>
                <a:ext uri="{FF2B5EF4-FFF2-40B4-BE49-F238E27FC236}">
                  <a16:creationId xmlns:a16="http://schemas.microsoft.com/office/drawing/2014/main" id="{D02E4AB8-0A78-FBF5-8706-0776D18F3DB8}"/>
                </a:ext>
              </a:extLst>
            </p:cNvPr>
            <p:cNvGrpSpPr/>
            <p:nvPr/>
          </p:nvGrpSpPr>
          <p:grpSpPr>
            <a:xfrm rot="900000">
              <a:off x="1697037" y="3790621"/>
              <a:ext cx="1440188" cy="379146"/>
              <a:chOff x="1721420" y="3596663"/>
              <a:chExt cx="1442192" cy="379146"/>
            </a:xfrm>
          </p:grpSpPr>
          <p:cxnSp>
            <p:nvCxnSpPr>
              <p:cNvPr id="13" name="Gerade Verbindung mit Pfeil 12">
                <a:extLst>
                  <a:ext uri="{FF2B5EF4-FFF2-40B4-BE49-F238E27FC236}">
                    <a16:creationId xmlns:a16="http://schemas.microsoft.com/office/drawing/2014/main" id="{A912CEC5-1423-7465-16D6-0FF3A59628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21420" y="3797168"/>
                <a:ext cx="144219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r Verbinder 13">
                <a:extLst>
                  <a:ext uri="{FF2B5EF4-FFF2-40B4-BE49-F238E27FC236}">
                    <a16:creationId xmlns:a16="http://schemas.microsoft.com/office/drawing/2014/main" id="{EA4E3043-A0FA-2137-2C5D-05499BB5B1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57583" y="3648866"/>
                <a:ext cx="0" cy="326943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A88E6AAF-D8F2-549A-894D-22A2B78B8D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1420" y="3596663"/>
                <a:ext cx="0" cy="379146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E454CE33-3B82-0498-7513-D1C9DE37DB32}"/>
                </a:ext>
              </a:extLst>
            </p:cNvPr>
            <p:cNvSpPr txBox="1"/>
            <p:nvPr/>
          </p:nvSpPr>
          <p:spPr>
            <a:xfrm>
              <a:off x="2376937" y="3714404"/>
              <a:ext cx="3884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  <p:sp>
          <p:nvSpPr>
            <p:cNvPr id="50" name="Kreis: nicht ausgefüllt 49">
              <a:extLst>
                <a:ext uri="{FF2B5EF4-FFF2-40B4-BE49-F238E27FC236}">
                  <a16:creationId xmlns:a16="http://schemas.microsoft.com/office/drawing/2014/main" id="{96805F6D-2615-0E9A-1E5D-EC539635625F}"/>
                </a:ext>
              </a:extLst>
            </p:cNvPr>
            <p:cNvSpPr/>
            <p:nvPr/>
          </p:nvSpPr>
          <p:spPr>
            <a:xfrm>
              <a:off x="778343" y="2023076"/>
              <a:ext cx="1874097" cy="1874097"/>
            </a:xfrm>
            <a:prstGeom prst="donut">
              <a:avLst>
                <a:gd name="adj" fmla="val 2692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56" name="Gruppieren 55">
              <a:extLst>
                <a:ext uri="{FF2B5EF4-FFF2-40B4-BE49-F238E27FC236}">
                  <a16:creationId xmlns:a16="http://schemas.microsoft.com/office/drawing/2014/main" id="{C811964F-8D3D-300C-407B-31667CA0EDD8}"/>
                </a:ext>
              </a:extLst>
            </p:cNvPr>
            <p:cNvGrpSpPr/>
            <p:nvPr/>
          </p:nvGrpSpPr>
          <p:grpSpPr>
            <a:xfrm rot="900000">
              <a:off x="1706538" y="2922671"/>
              <a:ext cx="882543" cy="379146"/>
              <a:chOff x="1721420" y="3596663"/>
              <a:chExt cx="1442192" cy="379146"/>
            </a:xfrm>
          </p:grpSpPr>
          <p:cxnSp>
            <p:nvCxnSpPr>
              <p:cNvPr id="57" name="Gerade Verbindung mit Pfeil 56">
                <a:extLst>
                  <a:ext uri="{FF2B5EF4-FFF2-40B4-BE49-F238E27FC236}">
                    <a16:creationId xmlns:a16="http://schemas.microsoft.com/office/drawing/2014/main" id="{57B1E8EC-F7F4-A2CF-BA0E-9D4F11E1A2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21420" y="3797168"/>
                <a:ext cx="144219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Gerader Verbinder 57">
                <a:extLst>
                  <a:ext uri="{FF2B5EF4-FFF2-40B4-BE49-F238E27FC236}">
                    <a16:creationId xmlns:a16="http://schemas.microsoft.com/office/drawing/2014/main" id="{8B95C89A-4526-CCC4-B4E1-58C8A7DEDA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57583" y="3648866"/>
                <a:ext cx="0" cy="326943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Gerader Verbinder 58">
                <a:extLst>
                  <a:ext uri="{FF2B5EF4-FFF2-40B4-BE49-F238E27FC236}">
                    <a16:creationId xmlns:a16="http://schemas.microsoft.com/office/drawing/2014/main" id="{4B482D74-D3B4-F750-0BE5-1DDEFA61FF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1420" y="3596663"/>
                <a:ext cx="0" cy="379146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feld 59">
                  <a:extLst>
                    <a:ext uri="{FF2B5EF4-FFF2-40B4-BE49-F238E27FC236}">
                      <a16:creationId xmlns:a16="http://schemas.microsoft.com/office/drawing/2014/main" id="{56051F9C-EEBF-D64A-0C30-C7774D23A608}"/>
                    </a:ext>
                  </a:extLst>
                </p:cNvPr>
                <p:cNvSpPr txBox="1"/>
                <p:nvPr/>
              </p:nvSpPr>
              <p:spPr>
                <a:xfrm>
                  <a:off x="1965482" y="2822031"/>
                  <a:ext cx="38844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de-DE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feld 59">
                  <a:extLst>
                    <a:ext uri="{FF2B5EF4-FFF2-40B4-BE49-F238E27FC236}">
                      <a16:creationId xmlns:a16="http://schemas.microsoft.com/office/drawing/2014/main" id="{56051F9C-EEBF-D64A-0C30-C7774D23A6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5482" y="2822031"/>
                  <a:ext cx="38844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2" name="Pfeil: gebogen 131">
              <a:extLst>
                <a:ext uri="{FF2B5EF4-FFF2-40B4-BE49-F238E27FC236}">
                  <a16:creationId xmlns:a16="http://schemas.microsoft.com/office/drawing/2014/main" id="{F966A198-1799-FCC5-4C94-F1C27E172E18}"/>
                </a:ext>
              </a:extLst>
            </p:cNvPr>
            <p:cNvSpPr/>
            <p:nvPr/>
          </p:nvSpPr>
          <p:spPr>
            <a:xfrm rot="20304312" flipH="1">
              <a:off x="1476485" y="2738645"/>
              <a:ext cx="506933" cy="525048"/>
            </a:xfrm>
            <a:prstGeom prst="circularArrow">
              <a:avLst>
                <a:gd name="adj1" fmla="val 7185"/>
                <a:gd name="adj2" fmla="val 923709"/>
                <a:gd name="adj3" fmla="val 20442418"/>
                <a:gd name="adj4" fmla="val 9670801"/>
                <a:gd name="adj5" fmla="val 13351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3200">
                <a:solidFill>
                  <a:schemeClr val="tx1"/>
                </a:solidFill>
              </a:endParaRPr>
            </a:p>
          </p:txBody>
        </p:sp>
      </p:grpSp>
      <p:sp>
        <p:nvSpPr>
          <p:cNvPr id="152" name="Ellipse 151">
            <a:extLst>
              <a:ext uri="{FF2B5EF4-FFF2-40B4-BE49-F238E27FC236}">
                <a16:creationId xmlns:a16="http://schemas.microsoft.com/office/drawing/2014/main" id="{2D8FFCCA-5C2D-441A-E0C0-68532DF15676}"/>
              </a:ext>
            </a:extLst>
          </p:cNvPr>
          <p:cNvSpPr/>
          <p:nvPr/>
        </p:nvSpPr>
        <p:spPr>
          <a:xfrm>
            <a:off x="5149250" y="10334611"/>
            <a:ext cx="305790" cy="3057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Kreis: nicht ausgefüllt 152">
            <a:extLst>
              <a:ext uri="{FF2B5EF4-FFF2-40B4-BE49-F238E27FC236}">
                <a16:creationId xmlns:a16="http://schemas.microsoft.com/office/drawing/2014/main" id="{54A5B2CC-A531-4B2D-8833-20A36B525F5E}"/>
              </a:ext>
            </a:extLst>
          </p:cNvPr>
          <p:cNvSpPr/>
          <p:nvPr/>
        </p:nvSpPr>
        <p:spPr>
          <a:xfrm>
            <a:off x="4013168" y="9198529"/>
            <a:ext cx="2577955" cy="2577955"/>
          </a:xfrm>
          <a:prstGeom prst="donut">
            <a:avLst>
              <a:gd name="adj" fmla="val 429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8" name="Stern: 6 Zacken 157">
            <a:extLst>
              <a:ext uri="{FF2B5EF4-FFF2-40B4-BE49-F238E27FC236}">
                <a16:creationId xmlns:a16="http://schemas.microsoft.com/office/drawing/2014/main" id="{A489B72E-8CFE-EE37-A753-203356D4AF74}"/>
              </a:ext>
            </a:extLst>
          </p:cNvPr>
          <p:cNvSpPr/>
          <p:nvPr/>
        </p:nvSpPr>
        <p:spPr>
          <a:xfrm rot="227872">
            <a:off x="4184717" y="9677895"/>
            <a:ext cx="190654" cy="190654"/>
          </a:xfrm>
          <a:prstGeom prst="star6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Pfeil: gebogen 163">
            <a:extLst>
              <a:ext uri="{FF2B5EF4-FFF2-40B4-BE49-F238E27FC236}">
                <a16:creationId xmlns:a16="http://schemas.microsoft.com/office/drawing/2014/main" id="{11E3EDFF-29DD-9485-3ADE-396B1A7CEF84}"/>
              </a:ext>
            </a:extLst>
          </p:cNvPr>
          <p:cNvSpPr/>
          <p:nvPr/>
        </p:nvSpPr>
        <p:spPr>
          <a:xfrm rot="20304312" flipH="1">
            <a:off x="4989127" y="10175632"/>
            <a:ext cx="675966" cy="700121"/>
          </a:xfrm>
          <a:prstGeom prst="circularArrow">
            <a:avLst>
              <a:gd name="adj1" fmla="val 7185"/>
              <a:gd name="adj2" fmla="val 923709"/>
              <a:gd name="adj3" fmla="val 20442418"/>
              <a:gd name="adj4" fmla="val 9670801"/>
              <a:gd name="adj5" fmla="val 1335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200">
              <a:solidFill>
                <a:schemeClr val="tx1"/>
              </a:solidFill>
            </a:endParaRPr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D8FCF065-36E1-780B-6056-20641BDE789D}"/>
              </a:ext>
            </a:extLst>
          </p:cNvPr>
          <p:cNvGrpSpPr/>
          <p:nvPr/>
        </p:nvGrpSpPr>
        <p:grpSpPr>
          <a:xfrm rot="15701359">
            <a:off x="8351023" y="3397057"/>
            <a:ext cx="1012485" cy="967817"/>
            <a:chOff x="2677600" y="4978510"/>
            <a:chExt cx="1012485" cy="967817"/>
          </a:xfrm>
        </p:grpSpPr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C384D5CE-B7D9-5E5D-A802-9F917FCD553F}"/>
                </a:ext>
              </a:extLst>
            </p:cNvPr>
            <p:cNvSpPr/>
            <p:nvPr/>
          </p:nvSpPr>
          <p:spPr>
            <a:xfrm>
              <a:off x="2740096" y="5312918"/>
              <a:ext cx="134109" cy="633409"/>
            </a:xfrm>
            <a:prstGeom prst="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C944F9C8-2D97-13EB-E5C7-B2A228A95FEF}"/>
                </a:ext>
              </a:extLst>
            </p:cNvPr>
            <p:cNvSpPr/>
            <p:nvPr/>
          </p:nvSpPr>
          <p:spPr>
            <a:xfrm rot="4277537">
              <a:off x="3215067" y="4637601"/>
              <a:ext cx="134109" cy="815927"/>
            </a:xfrm>
            <a:prstGeom prst="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3D074778-E0E8-275F-79D7-B473372708A6}"/>
                </a:ext>
              </a:extLst>
            </p:cNvPr>
            <p:cNvSpPr/>
            <p:nvPr/>
          </p:nvSpPr>
          <p:spPr>
            <a:xfrm>
              <a:off x="2677600" y="5085213"/>
              <a:ext cx="259100" cy="2591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A6B1117-4832-5F73-FA23-2C281BBAFDAD}"/>
              </a:ext>
            </a:extLst>
          </p:cNvPr>
          <p:cNvGrpSpPr/>
          <p:nvPr/>
        </p:nvGrpSpPr>
        <p:grpSpPr>
          <a:xfrm rot="20461877" flipH="1">
            <a:off x="9206964" y="3142638"/>
            <a:ext cx="1012485" cy="967817"/>
            <a:chOff x="2677600" y="4978510"/>
            <a:chExt cx="1012485" cy="967817"/>
          </a:xfrm>
        </p:grpSpPr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18419040-FE8D-859E-11E7-44FF6A2D8C7D}"/>
                </a:ext>
              </a:extLst>
            </p:cNvPr>
            <p:cNvSpPr/>
            <p:nvPr/>
          </p:nvSpPr>
          <p:spPr>
            <a:xfrm>
              <a:off x="2740096" y="5312918"/>
              <a:ext cx="134109" cy="633409"/>
            </a:xfrm>
            <a:prstGeom prst="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36B6EF24-CD47-B9D7-CBAE-D97F2187C544}"/>
                </a:ext>
              </a:extLst>
            </p:cNvPr>
            <p:cNvSpPr/>
            <p:nvPr/>
          </p:nvSpPr>
          <p:spPr>
            <a:xfrm rot="4277537">
              <a:off x="3215067" y="4637601"/>
              <a:ext cx="134109" cy="815927"/>
            </a:xfrm>
            <a:prstGeom prst="rect">
              <a:avLst/>
            </a:prstGeom>
            <a:solidFill>
              <a:schemeClr val="bg1">
                <a:lumMod val="75000"/>
                <a:alpha val="5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BA69D26F-6B32-882E-38B6-70E68EE230C3}"/>
                </a:ext>
              </a:extLst>
            </p:cNvPr>
            <p:cNvSpPr/>
            <p:nvPr/>
          </p:nvSpPr>
          <p:spPr>
            <a:xfrm>
              <a:off x="2677600" y="5085213"/>
              <a:ext cx="259100" cy="2591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8" name="Gruppieren 137">
            <a:extLst>
              <a:ext uri="{FF2B5EF4-FFF2-40B4-BE49-F238E27FC236}">
                <a16:creationId xmlns:a16="http://schemas.microsoft.com/office/drawing/2014/main" id="{804D9EC1-3CBA-936E-930C-48417F920679}"/>
              </a:ext>
            </a:extLst>
          </p:cNvPr>
          <p:cNvGrpSpPr/>
          <p:nvPr/>
        </p:nvGrpSpPr>
        <p:grpSpPr>
          <a:xfrm>
            <a:off x="225788" y="5545537"/>
            <a:ext cx="3104976" cy="3603510"/>
            <a:chOff x="482046" y="5795124"/>
            <a:chExt cx="2705573" cy="3139979"/>
          </a:xfrm>
        </p:grpSpPr>
        <p:sp>
          <p:nvSpPr>
            <p:cNvPr id="75" name="Halbbogen 74">
              <a:extLst>
                <a:ext uri="{FF2B5EF4-FFF2-40B4-BE49-F238E27FC236}">
                  <a16:creationId xmlns:a16="http://schemas.microsoft.com/office/drawing/2014/main" id="{A87049D7-3010-EEC8-401E-967D1885C80E}"/>
                </a:ext>
              </a:extLst>
            </p:cNvPr>
            <p:cNvSpPr/>
            <p:nvPr/>
          </p:nvSpPr>
          <p:spPr>
            <a:xfrm rot="11163210" flipH="1" flipV="1">
              <a:off x="482046" y="5795124"/>
              <a:ext cx="2194312" cy="3139979"/>
            </a:xfrm>
            <a:prstGeom prst="blockArc">
              <a:avLst>
                <a:gd name="adj1" fmla="val 16811896"/>
                <a:gd name="adj2" fmla="val 19710707"/>
                <a:gd name="adj3" fmla="val 1687"/>
              </a:avLst>
            </a:prstGeom>
            <a:solidFill>
              <a:srgbClr val="FFC000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Kreis: nicht ausgefüllt 94">
              <a:extLst>
                <a:ext uri="{FF2B5EF4-FFF2-40B4-BE49-F238E27FC236}">
                  <a16:creationId xmlns:a16="http://schemas.microsoft.com/office/drawing/2014/main" id="{8A3213FE-F572-FC9B-2A9F-C812B562EDF4}"/>
                </a:ext>
              </a:extLst>
            </p:cNvPr>
            <p:cNvSpPr/>
            <p:nvPr/>
          </p:nvSpPr>
          <p:spPr>
            <a:xfrm>
              <a:off x="876300" y="6268508"/>
              <a:ext cx="2028825" cy="212491"/>
            </a:xfrm>
            <a:prstGeom prst="donut">
              <a:avLst>
                <a:gd name="adj" fmla="val 28646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76200" prstMaterial="matte"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7" name="Stern: 6 Zacken 76">
              <a:extLst>
                <a:ext uri="{FF2B5EF4-FFF2-40B4-BE49-F238E27FC236}">
                  <a16:creationId xmlns:a16="http://schemas.microsoft.com/office/drawing/2014/main" id="{7418235B-9F6C-0AC4-F35E-CFA68279AF4D}"/>
                </a:ext>
              </a:extLst>
            </p:cNvPr>
            <p:cNvSpPr/>
            <p:nvPr/>
          </p:nvSpPr>
          <p:spPr>
            <a:xfrm rot="227872">
              <a:off x="2316735" y="6193965"/>
              <a:ext cx="190654" cy="190654"/>
            </a:xfrm>
            <a:prstGeom prst="star6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0" name="Gruppieren 99">
              <a:extLst>
                <a:ext uri="{FF2B5EF4-FFF2-40B4-BE49-F238E27FC236}">
                  <a16:creationId xmlns:a16="http://schemas.microsoft.com/office/drawing/2014/main" id="{379EF47B-EA6A-1E22-9D8C-8DFD978D5302}"/>
                </a:ext>
              </a:extLst>
            </p:cNvPr>
            <p:cNvGrpSpPr/>
            <p:nvPr/>
          </p:nvGrpSpPr>
          <p:grpSpPr>
            <a:xfrm>
              <a:off x="1750267" y="6417438"/>
              <a:ext cx="326303" cy="61293"/>
              <a:chOff x="1672508" y="7200899"/>
              <a:chExt cx="326303" cy="61293"/>
            </a:xfrm>
          </p:grpSpPr>
          <p:sp>
            <p:nvSpPr>
              <p:cNvPr id="99" name="Rechteck 98">
                <a:extLst>
                  <a:ext uri="{FF2B5EF4-FFF2-40B4-BE49-F238E27FC236}">
                    <a16:creationId xmlns:a16="http://schemas.microsoft.com/office/drawing/2014/main" id="{C382E6F7-C039-50AE-150C-5EE7F45FAE34}"/>
                  </a:ext>
                </a:extLst>
              </p:cNvPr>
              <p:cNvSpPr/>
              <p:nvPr/>
            </p:nvSpPr>
            <p:spPr>
              <a:xfrm>
                <a:off x="1682436" y="7200899"/>
                <a:ext cx="290457" cy="6129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7" name="Gerader Verbinder 96">
                <a:extLst>
                  <a:ext uri="{FF2B5EF4-FFF2-40B4-BE49-F238E27FC236}">
                    <a16:creationId xmlns:a16="http://schemas.microsoft.com/office/drawing/2014/main" id="{A44D37B5-DBE3-9D90-D82F-03E75CFDA3C2}"/>
                  </a:ext>
                </a:extLst>
              </p:cNvPr>
              <p:cNvCxnSpPr/>
              <p:nvPr/>
            </p:nvCxnSpPr>
            <p:spPr>
              <a:xfrm>
                <a:off x="1672508" y="7203280"/>
                <a:ext cx="32059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Gerader Verbinder 97">
                <a:extLst>
                  <a:ext uri="{FF2B5EF4-FFF2-40B4-BE49-F238E27FC236}">
                    <a16:creationId xmlns:a16="http://schemas.microsoft.com/office/drawing/2014/main" id="{2AB01BDB-7D7D-251B-7D29-42BEDE03360D}"/>
                  </a:ext>
                </a:extLst>
              </p:cNvPr>
              <p:cNvCxnSpPr/>
              <p:nvPr/>
            </p:nvCxnSpPr>
            <p:spPr>
              <a:xfrm>
                <a:off x="1678213" y="7262079"/>
                <a:ext cx="32059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Gruppieren 100">
              <a:extLst>
                <a:ext uri="{FF2B5EF4-FFF2-40B4-BE49-F238E27FC236}">
                  <a16:creationId xmlns:a16="http://schemas.microsoft.com/office/drawing/2014/main" id="{2FBBB546-EAEE-7D1C-FB87-08A84EB1ADFD}"/>
                </a:ext>
              </a:extLst>
            </p:cNvPr>
            <p:cNvGrpSpPr/>
            <p:nvPr/>
          </p:nvGrpSpPr>
          <p:grpSpPr>
            <a:xfrm rot="21088293">
              <a:off x="2307764" y="6404917"/>
              <a:ext cx="279618" cy="66525"/>
              <a:chOff x="1535064" y="7193970"/>
              <a:chExt cx="462865" cy="76314"/>
            </a:xfrm>
          </p:grpSpPr>
          <p:sp>
            <p:nvSpPr>
              <p:cNvPr id="102" name="Rechteck 101">
                <a:extLst>
                  <a:ext uri="{FF2B5EF4-FFF2-40B4-BE49-F238E27FC236}">
                    <a16:creationId xmlns:a16="http://schemas.microsoft.com/office/drawing/2014/main" id="{73BF76DA-0AC6-6F67-99F1-E0BF5004B199}"/>
                  </a:ext>
                </a:extLst>
              </p:cNvPr>
              <p:cNvSpPr/>
              <p:nvPr/>
            </p:nvSpPr>
            <p:spPr>
              <a:xfrm>
                <a:off x="1682436" y="7200899"/>
                <a:ext cx="290457" cy="6129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3" name="Gerader Verbinder 102">
                <a:extLst>
                  <a:ext uri="{FF2B5EF4-FFF2-40B4-BE49-F238E27FC236}">
                    <a16:creationId xmlns:a16="http://schemas.microsoft.com/office/drawing/2014/main" id="{6EAB9F40-507C-227E-680B-A2A6E649B3C0}"/>
                  </a:ext>
                </a:extLst>
              </p:cNvPr>
              <p:cNvCxnSpPr>
                <a:cxnSpLocks/>
              </p:cNvCxnSpPr>
              <p:nvPr/>
            </p:nvCxnSpPr>
            <p:spPr>
              <a:xfrm rot="511707" flipV="1">
                <a:off x="1611647" y="7193985"/>
                <a:ext cx="358257" cy="1116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Gerader Verbinder 103">
                <a:extLst>
                  <a:ext uri="{FF2B5EF4-FFF2-40B4-BE49-F238E27FC236}">
                    <a16:creationId xmlns:a16="http://schemas.microsoft.com/office/drawing/2014/main" id="{A0E65FF3-AF3F-1B4D-2690-463D948EBCF5}"/>
                  </a:ext>
                </a:extLst>
              </p:cNvPr>
              <p:cNvCxnSpPr>
                <a:cxnSpLocks/>
              </p:cNvCxnSpPr>
              <p:nvPr/>
            </p:nvCxnSpPr>
            <p:spPr>
              <a:xfrm rot="511707" flipV="1">
                <a:off x="1535064" y="7238118"/>
                <a:ext cx="462865" cy="321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6" name="Kreis: nicht ausgefüllt 75">
              <a:extLst>
                <a:ext uri="{FF2B5EF4-FFF2-40B4-BE49-F238E27FC236}">
                  <a16:creationId xmlns:a16="http://schemas.microsoft.com/office/drawing/2014/main" id="{99BCE46F-AB3C-7300-8813-2B6E91A3130B}"/>
                </a:ext>
              </a:extLst>
            </p:cNvPr>
            <p:cNvSpPr/>
            <p:nvPr/>
          </p:nvSpPr>
          <p:spPr>
            <a:xfrm>
              <a:off x="599066" y="5844264"/>
              <a:ext cx="2588553" cy="2588553"/>
            </a:xfrm>
            <a:prstGeom prst="donut">
              <a:avLst>
                <a:gd name="adj" fmla="val 2692"/>
              </a:avLst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3" name="Rechteck 92">
              <a:extLst>
                <a:ext uri="{FF2B5EF4-FFF2-40B4-BE49-F238E27FC236}">
                  <a16:creationId xmlns:a16="http://schemas.microsoft.com/office/drawing/2014/main" id="{69EAE154-37FE-B315-0769-672108639033}"/>
                </a:ext>
              </a:extLst>
            </p:cNvPr>
            <p:cNvSpPr>
              <a:spLocks/>
            </p:cNvSpPr>
            <p:nvPr/>
          </p:nvSpPr>
          <p:spPr>
            <a:xfrm rot="4040379">
              <a:off x="2451237" y="6286473"/>
              <a:ext cx="87063" cy="113796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Zylinder 78">
              <a:extLst>
                <a:ext uri="{FF2B5EF4-FFF2-40B4-BE49-F238E27FC236}">
                  <a16:creationId xmlns:a16="http://schemas.microsoft.com/office/drawing/2014/main" id="{3B4896B6-525A-FECE-5295-74E15069D462}"/>
                </a:ext>
              </a:extLst>
            </p:cNvPr>
            <p:cNvSpPr/>
            <p:nvPr/>
          </p:nvSpPr>
          <p:spPr>
            <a:xfrm>
              <a:off x="1800204" y="7138541"/>
              <a:ext cx="186278" cy="485868"/>
            </a:xfrm>
            <a:prstGeom prst="can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92" name="Ellipse 91">
              <a:extLst>
                <a:ext uri="{FF2B5EF4-FFF2-40B4-BE49-F238E27FC236}">
                  <a16:creationId xmlns:a16="http://schemas.microsoft.com/office/drawing/2014/main" id="{FE8D1956-265A-0285-8263-321516A36EE5}"/>
                </a:ext>
              </a:extLst>
            </p:cNvPr>
            <p:cNvSpPr/>
            <p:nvPr/>
          </p:nvSpPr>
          <p:spPr>
            <a:xfrm>
              <a:off x="1755752" y="6979241"/>
              <a:ext cx="299343" cy="299343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Kreis: nicht ausgefüllt 80">
              <a:extLst>
                <a:ext uri="{FF2B5EF4-FFF2-40B4-BE49-F238E27FC236}">
                  <a16:creationId xmlns:a16="http://schemas.microsoft.com/office/drawing/2014/main" id="{6EB8249B-7406-B5F5-6F8C-E352BEDE619E}"/>
                </a:ext>
              </a:extLst>
            </p:cNvPr>
            <p:cNvSpPr/>
            <p:nvPr/>
          </p:nvSpPr>
          <p:spPr>
            <a:xfrm>
              <a:off x="611981" y="6814593"/>
              <a:ext cx="2575638" cy="452107"/>
            </a:xfrm>
            <a:prstGeom prst="donut">
              <a:avLst>
                <a:gd name="adj" fmla="val 13391"/>
              </a:avLst>
            </a:prstGeom>
            <a:solidFill>
              <a:srgbClr val="FFC000"/>
            </a:solid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76200" prstMaterial="matte"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348FD1F5-5B37-618A-8839-D3035BB0E29B}"/>
                </a:ext>
              </a:extLst>
            </p:cNvPr>
            <p:cNvSpPr/>
            <p:nvPr/>
          </p:nvSpPr>
          <p:spPr>
            <a:xfrm>
              <a:off x="1507336" y="7578323"/>
              <a:ext cx="803294" cy="29934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hteck 113">
              <a:extLst>
                <a:ext uri="{FF2B5EF4-FFF2-40B4-BE49-F238E27FC236}">
                  <a16:creationId xmlns:a16="http://schemas.microsoft.com/office/drawing/2014/main" id="{81506B75-A274-58F0-77F2-798FA32E901D}"/>
                </a:ext>
              </a:extLst>
            </p:cNvPr>
            <p:cNvSpPr/>
            <p:nvPr/>
          </p:nvSpPr>
          <p:spPr>
            <a:xfrm rot="4076129">
              <a:off x="2413435" y="6711034"/>
              <a:ext cx="87732" cy="31935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5" name="Gerader Verbinder 104">
              <a:extLst>
                <a:ext uri="{FF2B5EF4-FFF2-40B4-BE49-F238E27FC236}">
                  <a16:creationId xmlns:a16="http://schemas.microsoft.com/office/drawing/2014/main" id="{0B5CE55F-DE13-8282-9EAF-C4CDF24715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52663" y="6746370"/>
              <a:ext cx="386678" cy="1638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Gerader Verbinder 105">
              <a:extLst>
                <a:ext uri="{FF2B5EF4-FFF2-40B4-BE49-F238E27FC236}">
                  <a16:creationId xmlns:a16="http://schemas.microsoft.com/office/drawing/2014/main" id="{81051765-59AC-F95D-005D-9682885BE0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10630" y="6827136"/>
              <a:ext cx="363279" cy="1513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8" name="Rechteck 117">
            <a:extLst>
              <a:ext uri="{FF2B5EF4-FFF2-40B4-BE49-F238E27FC236}">
                <a16:creationId xmlns:a16="http://schemas.microsoft.com/office/drawing/2014/main" id="{C6A49A0C-C460-DA8F-9B51-2E162C396133}"/>
              </a:ext>
            </a:extLst>
          </p:cNvPr>
          <p:cNvSpPr/>
          <p:nvPr/>
        </p:nvSpPr>
        <p:spPr>
          <a:xfrm>
            <a:off x="7060584" y="6248968"/>
            <a:ext cx="2381363" cy="579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76200" prstMaterial="matte"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1" name="Rechteck 120">
            <a:extLst>
              <a:ext uri="{FF2B5EF4-FFF2-40B4-BE49-F238E27FC236}">
                <a16:creationId xmlns:a16="http://schemas.microsoft.com/office/drawing/2014/main" id="{F0ABE8E2-8811-C01E-A92C-B2E2A855CBC1}"/>
              </a:ext>
            </a:extLst>
          </p:cNvPr>
          <p:cNvSpPr/>
          <p:nvPr/>
        </p:nvSpPr>
        <p:spPr>
          <a:xfrm>
            <a:off x="8028454" y="7365114"/>
            <a:ext cx="461522" cy="30019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hteck 121">
            <a:extLst>
              <a:ext uri="{FF2B5EF4-FFF2-40B4-BE49-F238E27FC236}">
                <a16:creationId xmlns:a16="http://schemas.microsoft.com/office/drawing/2014/main" id="{1BDA47AC-0AC5-403F-8096-166751AE0808}"/>
              </a:ext>
            </a:extLst>
          </p:cNvPr>
          <p:cNvSpPr/>
          <p:nvPr/>
        </p:nvSpPr>
        <p:spPr>
          <a:xfrm>
            <a:off x="8186343" y="7131237"/>
            <a:ext cx="134109" cy="2338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Ellipse 123">
            <a:extLst>
              <a:ext uri="{FF2B5EF4-FFF2-40B4-BE49-F238E27FC236}">
                <a16:creationId xmlns:a16="http://schemas.microsoft.com/office/drawing/2014/main" id="{A1664D22-5D7A-6139-C593-41F7C70D2912}"/>
              </a:ext>
            </a:extLst>
          </p:cNvPr>
          <p:cNvSpPr/>
          <p:nvPr/>
        </p:nvSpPr>
        <p:spPr>
          <a:xfrm>
            <a:off x="8129665" y="6918140"/>
            <a:ext cx="259100" cy="2591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Kreis: nicht ausgefüllt 124">
            <a:extLst>
              <a:ext uri="{FF2B5EF4-FFF2-40B4-BE49-F238E27FC236}">
                <a16:creationId xmlns:a16="http://schemas.microsoft.com/office/drawing/2014/main" id="{2122957E-60AD-AADD-E8E9-A077E9380858}"/>
              </a:ext>
            </a:extLst>
          </p:cNvPr>
          <p:cNvSpPr/>
          <p:nvPr/>
        </p:nvSpPr>
        <p:spPr>
          <a:xfrm>
            <a:off x="6803800" y="5592850"/>
            <a:ext cx="2910830" cy="2910830"/>
          </a:xfrm>
          <a:prstGeom prst="donut">
            <a:avLst>
              <a:gd name="adj" fmla="val 2692"/>
            </a:avLst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6" name="Pfeil: gebogen 125">
            <a:extLst>
              <a:ext uri="{FF2B5EF4-FFF2-40B4-BE49-F238E27FC236}">
                <a16:creationId xmlns:a16="http://schemas.microsoft.com/office/drawing/2014/main" id="{E8F9BDFF-9B84-473F-F9D6-C0272B9D0CEF}"/>
              </a:ext>
            </a:extLst>
          </p:cNvPr>
          <p:cNvSpPr/>
          <p:nvPr/>
        </p:nvSpPr>
        <p:spPr>
          <a:xfrm rot="20304312" flipH="1">
            <a:off x="7994729" y="6793953"/>
            <a:ext cx="506933" cy="525048"/>
          </a:xfrm>
          <a:prstGeom prst="circularArrow">
            <a:avLst>
              <a:gd name="adj1" fmla="val 7185"/>
              <a:gd name="adj2" fmla="val 923709"/>
              <a:gd name="adj3" fmla="val 20442418"/>
              <a:gd name="adj4" fmla="val 9670801"/>
              <a:gd name="adj5" fmla="val 1335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2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feld 127">
                <a:extLst>
                  <a:ext uri="{FF2B5EF4-FFF2-40B4-BE49-F238E27FC236}">
                    <a16:creationId xmlns:a16="http://schemas.microsoft.com/office/drawing/2014/main" id="{571AC5AE-1D56-7EC3-F939-6D0E62B537D3}"/>
                  </a:ext>
                </a:extLst>
              </p:cNvPr>
              <p:cNvSpPr txBox="1"/>
              <p:nvPr/>
            </p:nvSpPr>
            <p:spPr>
              <a:xfrm>
                <a:off x="8682910" y="6719093"/>
                <a:ext cx="410280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1400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de-DE" sz="1400" b="0" i="0" smtClean="0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m:rPr>
                              <m:sty m:val="p"/>
                            </m:rPr>
                            <a:rPr lang="de-DE" sz="1400" b="0" i="0" smtClean="0">
                              <a:latin typeface="Cambria Math" panose="02040503050406030204" pitchFamily="18" charset="0"/>
                            </a:rPr>
                            <m:t>II</m:t>
                          </m:r>
                        </m:sub>
                      </m:sSub>
                    </m:oMath>
                  </m:oMathPara>
                </a14:m>
                <a:endParaRPr lang="de-DE" sz="1400" b="0" dirty="0"/>
              </a:p>
            </p:txBody>
          </p:sp>
        </mc:Choice>
        <mc:Fallback xmlns="">
          <p:sp>
            <p:nvSpPr>
              <p:cNvPr id="128" name="Textfeld 127">
                <a:extLst>
                  <a:ext uri="{FF2B5EF4-FFF2-40B4-BE49-F238E27FC236}">
                    <a16:creationId xmlns:a16="http://schemas.microsoft.com/office/drawing/2014/main" id="{571AC5AE-1D56-7EC3-F939-6D0E62B53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2910" y="6719093"/>
                <a:ext cx="410280" cy="317203"/>
              </a:xfrm>
              <a:prstGeom prst="rect">
                <a:avLst/>
              </a:prstGeom>
              <a:blipFill>
                <a:blip r:embed="rId5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feld 128">
                <a:extLst>
                  <a:ext uri="{FF2B5EF4-FFF2-40B4-BE49-F238E27FC236}">
                    <a16:creationId xmlns:a16="http://schemas.microsoft.com/office/drawing/2014/main" id="{0F8D180C-5532-60B2-7C9F-8CF795CA5266}"/>
                  </a:ext>
                </a:extLst>
              </p:cNvPr>
              <p:cNvSpPr txBox="1"/>
              <p:nvPr/>
            </p:nvSpPr>
            <p:spPr>
              <a:xfrm>
                <a:off x="7361769" y="6669920"/>
                <a:ext cx="410280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1400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de-DE" sz="1400" b="0" i="0" smtClean="0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m:rPr>
                              <m:sty m:val="p"/>
                            </m:rPr>
                            <a:rPr lang="de-DE" sz="1400" b="0" i="0" smtClean="0">
                              <a:latin typeface="Cambria Math" panose="02040503050406030204" pitchFamily="18" charset="0"/>
                            </a:rPr>
                            <m:t>III</m:t>
                          </m:r>
                        </m:sub>
                      </m:sSub>
                    </m:oMath>
                  </m:oMathPara>
                </a14:m>
                <a:endParaRPr lang="de-DE" sz="1400" b="0" dirty="0"/>
              </a:p>
            </p:txBody>
          </p:sp>
        </mc:Choice>
        <mc:Fallback xmlns="">
          <p:sp>
            <p:nvSpPr>
              <p:cNvPr id="129" name="Textfeld 128">
                <a:extLst>
                  <a:ext uri="{FF2B5EF4-FFF2-40B4-BE49-F238E27FC236}">
                    <a16:creationId xmlns:a16="http://schemas.microsoft.com/office/drawing/2014/main" id="{0F8D180C-5532-60B2-7C9F-8CF795CA5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769" y="6669920"/>
                <a:ext cx="410280" cy="317203"/>
              </a:xfrm>
              <a:prstGeom prst="rect">
                <a:avLst/>
              </a:prstGeom>
              <a:blipFill>
                <a:blip r:embed="rId6"/>
                <a:stretch>
                  <a:fillRect r="-223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6" name="Gruppieren 205">
            <a:extLst>
              <a:ext uri="{FF2B5EF4-FFF2-40B4-BE49-F238E27FC236}">
                <a16:creationId xmlns:a16="http://schemas.microsoft.com/office/drawing/2014/main" id="{4D112BCF-E2B7-2C01-8C54-081739EA9730}"/>
              </a:ext>
            </a:extLst>
          </p:cNvPr>
          <p:cNvGrpSpPr/>
          <p:nvPr/>
        </p:nvGrpSpPr>
        <p:grpSpPr>
          <a:xfrm>
            <a:off x="218348" y="9173819"/>
            <a:ext cx="2969271" cy="3603510"/>
            <a:chOff x="218348" y="9173819"/>
            <a:chExt cx="2969271" cy="3603510"/>
          </a:xfrm>
        </p:grpSpPr>
        <p:sp>
          <p:nvSpPr>
            <p:cNvPr id="140" name="Halbbogen 139">
              <a:extLst>
                <a:ext uri="{FF2B5EF4-FFF2-40B4-BE49-F238E27FC236}">
                  <a16:creationId xmlns:a16="http://schemas.microsoft.com/office/drawing/2014/main" id="{92E4002A-0CCC-4C0F-D000-D03D8F017D26}"/>
                </a:ext>
              </a:extLst>
            </p:cNvPr>
            <p:cNvSpPr/>
            <p:nvPr/>
          </p:nvSpPr>
          <p:spPr>
            <a:xfrm rot="11163210" flipH="1" flipV="1">
              <a:off x="218348" y="9173819"/>
              <a:ext cx="2518241" cy="3603510"/>
            </a:xfrm>
            <a:prstGeom prst="blockArc">
              <a:avLst>
                <a:gd name="adj1" fmla="val 17074612"/>
                <a:gd name="adj2" fmla="val 19583853"/>
                <a:gd name="adj3" fmla="val 2128"/>
              </a:avLst>
            </a:prstGeom>
            <a:solidFill>
              <a:srgbClr val="FFC000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05" name="Gruppieren 204">
              <a:extLst>
                <a:ext uri="{FF2B5EF4-FFF2-40B4-BE49-F238E27FC236}">
                  <a16:creationId xmlns:a16="http://schemas.microsoft.com/office/drawing/2014/main" id="{D38EE206-80B9-074E-C239-EE05065F18F7}"/>
                </a:ext>
              </a:extLst>
            </p:cNvPr>
            <p:cNvGrpSpPr/>
            <p:nvPr/>
          </p:nvGrpSpPr>
          <p:grpSpPr>
            <a:xfrm>
              <a:off x="609664" y="9321144"/>
              <a:ext cx="2577955" cy="2577955"/>
              <a:chOff x="426056" y="9035900"/>
              <a:chExt cx="2970681" cy="2970681"/>
            </a:xfrm>
          </p:grpSpPr>
          <p:sp>
            <p:nvSpPr>
              <p:cNvPr id="160" name="Rechteck 159">
                <a:extLst>
                  <a:ext uri="{FF2B5EF4-FFF2-40B4-BE49-F238E27FC236}">
                    <a16:creationId xmlns:a16="http://schemas.microsoft.com/office/drawing/2014/main" id="{FBC82358-6027-577F-A6BF-FDFF8CF187E6}"/>
                  </a:ext>
                </a:extLst>
              </p:cNvPr>
              <p:cNvSpPr>
                <a:spLocks/>
              </p:cNvSpPr>
              <p:nvPr/>
            </p:nvSpPr>
            <p:spPr>
              <a:xfrm rot="3233191">
                <a:off x="2480951" y="9378564"/>
                <a:ext cx="99915" cy="1305951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Kreis: nicht ausgefüllt 153">
                <a:extLst>
                  <a:ext uri="{FF2B5EF4-FFF2-40B4-BE49-F238E27FC236}">
                    <a16:creationId xmlns:a16="http://schemas.microsoft.com/office/drawing/2014/main" id="{17B1056E-7435-76DC-C273-9FBA576DEC7F}"/>
                  </a:ext>
                </a:extLst>
              </p:cNvPr>
              <p:cNvSpPr/>
              <p:nvPr/>
            </p:nvSpPr>
            <p:spPr>
              <a:xfrm>
                <a:off x="744216" y="9522772"/>
                <a:ext cx="2328325" cy="243859"/>
              </a:xfrm>
              <a:prstGeom prst="donut">
                <a:avLst>
                  <a:gd name="adj" fmla="val 28646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76200" prstMaterial="matte"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5" name="Stern: 6 Zacken 154">
                <a:extLst>
                  <a:ext uri="{FF2B5EF4-FFF2-40B4-BE49-F238E27FC236}">
                    <a16:creationId xmlns:a16="http://schemas.microsoft.com/office/drawing/2014/main" id="{C5453CFB-CC07-7DFB-622E-A39E2C8FC227}"/>
                  </a:ext>
                </a:extLst>
              </p:cNvPr>
              <p:cNvSpPr/>
              <p:nvPr/>
            </p:nvSpPr>
            <p:spPr>
              <a:xfrm rot="227872">
                <a:off x="2397291" y="9437225"/>
                <a:ext cx="218799" cy="218799"/>
              </a:xfrm>
              <a:prstGeom prst="star6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6" name="Gruppieren 155">
                <a:extLst>
                  <a:ext uri="{FF2B5EF4-FFF2-40B4-BE49-F238E27FC236}">
                    <a16:creationId xmlns:a16="http://schemas.microsoft.com/office/drawing/2014/main" id="{57F186A8-4DD8-CC5F-B0DA-59CE80FC9FD8}"/>
                  </a:ext>
                </a:extLst>
              </p:cNvPr>
              <p:cNvGrpSpPr/>
              <p:nvPr/>
            </p:nvGrpSpPr>
            <p:grpSpPr>
              <a:xfrm>
                <a:off x="1747200" y="9693687"/>
                <a:ext cx="374473" cy="70341"/>
                <a:chOff x="1672508" y="7200899"/>
                <a:chExt cx="326303" cy="61293"/>
              </a:xfrm>
            </p:grpSpPr>
            <p:sp>
              <p:nvSpPr>
                <p:cNvPr id="183" name="Rechteck 182">
                  <a:extLst>
                    <a:ext uri="{FF2B5EF4-FFF2-40B4-BE49-F238E27FC236}">
                      <a16:creationId xmlns:a16="http://schemas.microsoft.com/office/drawing/2014/main" id="{5A6F00D7-F703-F4F6-F986-0A0891E98BAB}"/>
                    </a:ext>
                  </a:extLst>
                </p:cNvPr>
                <p:cNvSpPr/>
                <p:nvPr/>
              </p:nvSpPr>
              <p:spPr>
                <a:xfrm>
                  <a:off x="1682436" y="7200899"/>
                  <a:ext cx="290457" cy="6129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84" name="Gerader Verbinder 183">
                  <a:extLst>
                    <a:ext uri="{FF2B5EF4-FFF2-40B4-BE49-F238E27FC236}">
                      <a16:creationId xmlns:a16="http://schemas.microsoft.com/office/drawing/2014/main" id="{D0BC3448-DDE9-010D-3671-6630DEC85562}"/>
                    </a:ext>
                  </a:extLst>
                </p:cNvPr>
                <p:cNvCxnSpPr/>
                <p:nvPr/>
              </p:nvCxnSpPr>
              <p:spPr>
                <a:xfrm>
                  <a:off x="1672508" y="7203280"/>
                  <a:ext cx="320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Gerader Verbinder 184">
                  <a:extLst>
                    <a:ext uri="{FF2B5EF4-FFF2-40B4-BE49-F238E27FC236}">
                      <a16:creationId xmlns:a16="http://schemas.microsoft.com/office/drawing/2014/main" id="{B317F74F-D45F-6E88-7382-5E0CFCFEC101}"/>
                    </a:ext>
                  </a:extLst>
                </p:cNvPr>
                <p:cNvCxnSpPr/>
                <p:nvPr/>
              </p:nvCxnSpPr>
              <p:spPr>
                <a:xfrm>
                  <a:off x="1678213" y="7262079"/>
                  <a:ext cx="320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7" name="Gruppieren 156">
                <a:extLst>
                  <a:ext uri="{FF2B5EF4-FFF2-40B4-BE49-F238E27FC236}">
                    <a16:creationId xmlns:a16="http://schemas.microsoft.com/office/drawing/2014/main" id="{426CAD6D-22F7-263F-BC64-9D5DD852989F}"/>
                  </a:ext>
                </a:extLst>
              </p:cNvPr>
              <p:cNvGrpSpPr/>
              <p:nvPr/>
            </p:nvGrpSpPr>
            <p:grpSpPr>
              <a:xfrm rot="21088293">
                <a:off x="2404247" y="9687297"/>
                <a:ext cx="321927" cy="68179"/>
                <a:chOff x="1534528" y="7194042"/>
                <a:chExt cx="464352" cy="68150"/>
              </a:xfrm>
            </p:grpSpPr>
            <p:sp>
              <p:nvSpPr>
                <p:cNvPr id="180" name="Rechteck 179">
                  <a:extLst>
                    <a:ext uri="{FF2B5EF4-FFF2-40B4-BE49-F238E27FC236}">
                      <a16:creationId xmlns:a16="http://schemas.microsoft.com/office/drawing/2014/main" id="{C4A13D9D-87D9-5C14-7A62-57FF2B4F50A7}"/>
                    </a:ext>
                  </a:extLst>
                </p:cNvPr>
                <p:cNvSpPr/>
                <p:nvPr/>
              </p:nvSpPr>
              <p:spPr>
                <a:xfrm>
                  <a:off x="1682436" y="7200899"/>
                  <a:ext cx="290457" cy="6129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81" name="Gerader Verbinder 180">
                  <a:extLst>
                    <a:ext uri="{FF2B5EF4-FFF2-40B4-BE49-F238E27FC236}">
                      <a16:creationId xmlns:a16="http://schemas.microsoft.com/office/drawing/2014/main" id="{DAD2A3B9-D276-1687-A4FC-AD9465C7E6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11707" flipV="1">
                  <a:off x="1650202" y="7194042"/>
                  <a:ext cx="345633" cy="967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Gerader Verbinder 181">
                  <a:extLst>
                    <a:ext uri="{FF2B5EF4-FFF2-40B4-BE49-F238E27FC236}">
                      <a16:creationId xmlns:a16="http://schemas.microsoft.com/office/drawing/2014/main" id="{0F40AE3D-67E8-B14C-1A1E-0D7023B290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11707" flipV="1">
                  <a:off x="1534528" y="7238090"/>
                  <a:ext cx="464352" cy="233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9" name="Kreis: nicht ausgefüllt 158">
                <a:extLst>
                  <a:ext uri="{FF2B5EF4-FFF2-40B4-BE49-F238E27FC236}">
                    <a16:creationId xmlns:a16="http://schemas.microsoft.com/office/drawing/2014/main" id="{1D495140-BD43-F32E-5319-FACFD9B33D5A}"/>
                  </a:ext>
                </a:extLst>
              </p:cNvPr>
              <p:cNvSpPr/>
              <p:nvPr/>
            </p:nvSpPr>
            <p:spPr>
              <a:xfrm>
                <a:off x="426056" y="9035900"/>
                <a:ext cx="2970681" cy="2970681"/>
              </a:xfrm>
              <a:prstGeom prst="donut">
                <a:avLst>
                  <a:gd name="adj" fmla="val 2692"/>
                </a:avLst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1" name="Zylinder 160">
                <a:extLst>
                  <a:ext uri="{FF2B5EF4-FFF2-40B4-BE49-F238E27FC236}">
                    <a16:creationId xmlns:a16="http://schemas.microsoft.com/office/drawing/2014/main" id="{B60AC3A0-E397-F956-B617-23E810AE9CEE}"/>
                  </a:ext>
                </a:extLst>
              </p:cNvPr>
              <p:cNvSpPr/>
              <p:nvPr/>
            </p:nvSpPr>
            <p:spPr>
              <a:xfrm>
                <a:off x="1804509" y="10521241"/>
                <a:ext cx="213777" cy="557593"/>
              </a:xfrm>
              <a:prstGeom prst="can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/>
              </a:p>
            </p:txBody>
          </p:sp>
          <p:sp>
            <p:nvSpPr>
              <p:cNvPr id="162" name="Ellipse 161">
                <a:extLst>
                  <a:ext uri="{FF2B5EF4-FFF2-40B4-BE49-F238E27FC236}">
                    <a16:creationId xmlns:a16="http://schemas.microsoft.com/office/drawing/2014/main" id="{61B3CC89-65EA-7492-E92A-D62E8311AB26}"/>
                  </a:ext>
                </a:extLst>
              </p:cNvPr>
              <p:cNvSpPr/>
              <p:nvPr/>
            </p:nvSpPr>
            <p:spPr>
              <a:xfrm>
                <a:off x="1753494" y="10338425"/>
                <a:ext cx="343533" cy="343533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Kreis: nicht ausgefüllt 164">
                <a:extLst>
                  <a:ext uri="{FF2B5EF4-FFF2-40B4-BE49-F238E27FC236}">
                    <a16:creationId xmlns:a16="http://schemas.microsoft.com/office/drawing/2014/main" id="{180F920A-7311-0467-492B-251C68E64EB0}"/>
                  </a:ext>
                </a:extLst>
              </p:cNvPr>
              <p:cNvSpPr/>
              <p:nvPr/>
            </p:nvSpPr>
            <p:spPr>
              <a:xfrm>
                <a:off x="440877" y="10149471"/>
                <a:ext cx="2955860" cy="518848"/>
              </a:xfrm>
              <a:prstGeom prst="donut">
                <a:avLst>
                  <a:gd name="adj" fmla="val 13391"/>
                </a:avLst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76200" prstMaterial="matte"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Rechteck 165">
                <a:extLst>
                  <a:ext uri="{FF2B5EF4-FFF2-40B4-BE49-F238E27FC236}">
                    <a16:creationId xmlns:a16="http://schemas.microsoft.com/office/drawing/2014/main" id="{DF4405EE-3627-4A90-572E-AFD910C7068E}"/>
                  </a:ext>
                </a:extLst>
              </p:cNvPr>
              <p:cNvSpPr/>
              <p:nvPr/>
            </p:nvSpPr>
            <p:spPr>
              <a:xfrm>
                <a:off x="1468407" y="11025945"/>
                <a:ext cx="921878" cy="34353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7" name="Gruppieren 186">
                <a:extLst>
                  <a:ext uri="{FF2B5EF4-FFF2-40B4-BE49-F238E27FC236}">
                    <a16:creationId xmlns:a16="http://schemas.microsoft.com/office/drawing/2014/main" id="{19268443-C325-13A4-E5BD-BE19262C026C}"/>
                  </a:ext>
                </a:extLst>
              </p:cNvPr>
              <p:cNvGrpSpPr/>
              <p:nvPr/>
            </p:nvGrpSpPr>
            <p:grpSpPr>
              <a:xfrm>
                <a:off x="2109713" y="9778815"/>
                <a:ext cx="744486" cy="566356"/>
                <a:chOff x="2275061" y="9842903"/>
                <a:chExt cx="465825" cy="358460"/>
              </a:xfrm>
            </p:grpSpPr>
            <p:sp>
              <p:nvSpPr>
                <p:cNvPr id="167" name="Rechteck 166">
                  <a:extLst>
                    <a:ext uri="{FF2B5EF4-FFF2-40B4-BE49-F238E27FC236}">
                      <a16:creationId xmlns:a16="http://schemas.microsoft.com/office/drawing/2014/main" id="{4E7C6A27-74A1-BC56-B412-54F3D9DEE302}"/>
                    </a:ext>
                  </a:extLst>
                </p:cNvPr>
                <p:cNvSpPr/>
                <p:nvPr/>
              </p:nvSpPr>
              <p:spPr>
                <a:xfrm rot="3268941">
                  <a:off x="2484259" y="9794793"/>
                  <a:ext cx="64077" cy="44917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68" name="Gerader Verbinder 167">
                  <a:extLst>
                    <a:ext uri="{FF2B5EF4-FFF2-40B4-BE49-F238E27FC236}">
                      <a16:creationId xmlns:a16="http://schemas.microsoft.com/office/drawing/2014/main" id="{8A91469B-BE4B-FF18-FB25-79EC16743E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275061" y="9842903"/>
                  <a:ext cx="425757" cy="31500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Gerader Verbinder 178">
                  <a:extLst>
                    <a:ext uri="{FF2B5EF4-FFF2-40B4-BE49-F238E27FC236}">
                      <a16:creationId xmlns:a16="http://schemas.microsoft.com/office/drawing/2014/main" id="{0B188657-704D-59C9-396A-9D962C8146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15488" y="9903315"/>
                  <a:ext cx="408035" cy="29804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Textfeld 201">
                <a:extLst>
                  <a:ext uri="{FF2B5EF4-FFF2-40B4-BE49-F238E27FC236}">
                    <a16:creationId xmlns:a16="http://schemas.microsoft.com/office/drawing/2014/main" id="{DA07489E-F153-C3D1-477A-8BE347B75408}"/>
                  </a:ext>
                </a:extLst>
              </p:cNvPr>
              <p:cNvSpPr txBox="1"/>
              <p:nvPr/>
            </p:nvSpPr>
            <p:spPr>
              <a:xfrm>
                <a:off x="7606677" y="6354420"/>
                <a:ext cx="410280" cy="3172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1400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de-DE" sz="1400" b="0" i="0" smtClean="0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m:rPr>
                              <m:sty m:val="p"/>
                            </m:rPr>
                            <a:rPr lang="de-DE" sz="14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02" name="Textfeld 201">
                <a:extLst>
                  <a:ext uri="{FF2B5EF4-FFF2-40B4-BE49-F238E27FC236}">
                    <a16:creationId xmlns:a16="http://schemas.microsoft.com/office/drawing/2014/main" id="{DA07489E-F153-C3D1-477A-8BE347B75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677" y="6354420"/>
                <a:ext cx="410280" cy="31720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Textfeld 203">
                <a:extLst>
                  <a:ext uri="{FF2B5EF4-FFF2-40B4-BE49-F238E27FC236}">
                    <a16:creationId xmlns:a16="http://schemas.microsoft.com/office/drawing/2014/main" id="{BB8D9D14-BF12-0467-CBB5-1BF472902367}"/>
                  </a:ext>
                </a:extLst>
              </p:cNvPr>
              <p:cNvSpPr txBox="1"/>
              <p:nvPr/>
            </p:nvSpPr>
            <p:spPr>
              <a:xfrm>
                <a:off x="8489976" y="6289045"/>
                <a:ext cx="511347" cy="3172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1400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de-DE" sz="1400" b="0" i="0" smtClean="0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m:rPr>
                              <m:sty m:val="p"/>
                            </m:rPr>
                            <a:rPr lang="de-DE" sz="1400" b="0" i="0" smtClean="0">
                              <a:latin typeface="Cambria Math" panose="02040503050406030204" pitchFamily="18" charset="0"/>
                            </a:rPr>
                            <m:t>IV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04" name="Textfeld 203">
                <a:extLst>
                  <a:ext uri="{FF2B5EF4-FFF2-40B4-BE49-F238E27FC236}">
                    <a16:creationId xmlns:a16="http://schemas.microsoft.com/office/drawing/2014/main" id="{BB8D9D14-BF12-0467-CBB5-1BF472902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976" y="6289045"/>
                <a:ext cx="511347" cy="31720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4629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ruppieren 139">
            <a:extLst>
              <a:ext uri="{FF2B5EF4-FFF2-40B4-BE49-F238E27FC236}">
                <a16:creationId xmlns:a16="http://schemas.microsoft.com/office/drawing/2014/main" id="{B6627CC4-10C4-08EB-1411-34EF5DA4DD47}"/>
              </a:ext>
            </a:extLst>
          </p:cNvPr>
          <p:cNvGrpSpPr/>
          <p:nvPr/>
        </p:nvGrpSpPr>
        <p:grpSpPr>
          <a:xfrm rot="21353473" flipH="1">
            <a:off x="3257610" y="1770148"/>
            <a:ext cx="1230842" cy="141193"/>
            <a:chOff x="4347492" y="1721425"/>
            <a:chExt cx="1231107" cy="141193"/>
          </a:xfrm>
        </p:grpSpPr>
        <p:sp>
          <p:nvSpPr>
            <p:cNvPr id="154" name="Rechteck 153">
              <a:extLst>
                <a:ext uri="{FF2B5EF4-FFF2-40B4-BE49-F238E27FC236}">
                  <a16:creationId xmlns:a16="http://schemas.microsoft.com/office/drawing/2014/main" id="{A76B4466-611B-2E67-EA72-1873FA2C059F}"/>
                </a:ext>
              </a:extLst>
            </p:cNvPr>
            <p:cNvSpPr/>
            <p:nvPr/>
          </p:nvSpPr>
          <p:spPr>
            <a:xfrm rot="3951443">
              <a:off x="4891803" y="1178031"/>
              <a:ext cx="140276" cy="122889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hteck 154">
              <a:extLst>
                <a:ext uri="{FF2B5EF4-FFF2-40B4-BE49-F238E27FC236}">
                  <a16:creationId xmlns:a16="http://schemas.microsoft.com/office/drawing/2014/main" id="{3B72AE71-7F49-3E07-96A6-F07540C6EADF}"/>
                </a:ext>
              </a:extLst>
            </p:cNvPr>
            <p:cNvSpPr/>
            <p:nvPr/>
          </p:nvSpPr>
          <p:spPr>
            <a:xfrm rot="3951443">
              <a:off x="4928876" y="1142250"/>
              <a:ext cx="70547" cy="1228898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400D598B-E1E4-8E90-523E-12CB22D80F82}"/>
              </a:ext>
            </a:extLst>
          </p:cNvPr>
          <p:cNvGrpSpPr/>
          <p:nvPr/>
        </p:nvGrpSpPr>
        <p:grpSpPr>
          <a:xfrm rot="21353473">
            <a:off x="4393692" y="1707147"/>
            <a:ext cx="1235066" cy="140276"/>
            <a:chOff x="4347492" y="1722342"/>
            <a:chExt cx="1235066" cy="140276"/>
          </a:xfrm>
        </p:grpSpPr>
        <p:sp>
          <p:nvSpPr>
            <p:cNvPr id="163" name="Rechteck 162">
              <a:extLst>
                <a:ext uri="{FF2B5EF4-FFF2-40B4-BE49-F238E27FC236}">
                  <a16:creationId xmlns:a16="http://schemas.microsoft.com/office/drawing/2014/main" id="{CCD71996-AFA7-0D4A-B5B9-2FF720B1CAB0}"/>
                </a:ext>
              </a:extLst>
            </p:cNvPr>
            <p:cNvSpPr/>
            <p:nvPr/>
          </p:nvSpPr>
          <p:spPr>
            <a:xfrm rot="3951443">
              <a:off x="4891803" y="1178031"/>
              <a:ext cx="140276" cy="122889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hteck 104">
              <a:extLst>
                <a:ext uri="{FF2B5EF4-FFF2-40B4-BE49-F238E27FC236}">
                  <a16:creationId xmlns:a16="http://schemas.microsoft.com/office/drawing/2014/main" id="{8F968DFB-C5CE-BA0D-8096-08E0108F5C30}"/>
                </a:ext>
              </a:extLst>
            </p:cNvPr>
            <p:cNvSpPr/>
            <p:nvPr/>
          </p:nvSpPr>
          <p:spPr>
            <a:xfrm rot="3951443">
              <a:off x="4932835" y="1209846"/>
              <a:ext cx="70547" cy="1228898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" name="Halbbogen 50">
            <a:extLst>
              <a:ext uri="{FF2B5EF4-FFF2-40B4-BE49-F238E27FC236}">
                <a16:creationId xmlns:a16="http://schemas.microsoft.com/office/drawing/2014/main" id="{2047C6B2-4907-46D8-FEF0-502E3775EA4F}"/>
              </a:ext>
            </a:extLst>
          </p:cNvPr>
          <p:cNvSpPr/>
          <p:nvPr/>
        </p:nvSpPr>
        <p:spPr>
          <a:xfrm rot="11163210" flipH="1" flipV="1">
            <a:off x="825248" y="5618049"/>
            <a:ext cx="3799364" cy="5436748"/>
          </a:xfrm>
          <a:prstGeom prst="blockArc">
            <a:avLst>
              <a:gd name="adj1" fmla="val 16811896"/>
              <a:gd name="adj2" fmla="val 19710707"/>
              <a:gd name="adj3" fmla="val 1687"/>
            </a:avLst>
          </a:prstGeom>
          <a:solidFill>
            <a:srgbClr val="FFC000"/>
          </a:solidFill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Stern: 6 Zacken 52">
            <a:extLst>
              <a:ext uri="{FF2B5EF4-FFF2-40B4-BE49-F238E27FC236}">
                <a16:creationId xmlns:a16="http://schemas.microsoft.com/office/drawing/2014/main" id="{1387696C-5EAB-9890-7B16-57ECB2A4A69F}"/>
              </a:ext>
            </a:extLst>
          </p:cNvPr>
          <p:cNvSpPr/>
          <p:nvPr/>
        </p:nvSpPr>
        <p:spPr>
          <a:xfrm rot="227872">
            <a:off x="4011324" y="6324977"/>
            <a:ext cx="322937" cy="322937"/>
          </a:xfrm>
          <a:prstGeom prst="star6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Würfel 95">
            <a:extLst>
              <a:ext uri="{FF2B5EF4-FFF2-40B4-BE49-F238E27FC236}">
                <a16:creationId xmlns:a16="http://schemas.microsoft.com/office/drawing/2014/main" id="{B7645D6A-758A-ED15-EFA0-8BDE3CF6D3BB}"/>
              </a:ext>
            </a:extLst>
          </p:cNvPr>
          <p:cNvSpPr/>
          <p:nvPr/>
        </p:nvSpPr>
        <p:spPr>
          <a:xfrm rot="13735647" flipH="1">
            <a:off x="3538363" y="6218139"/>
            <a:ext cx="365019" cy="1324990"/>
          </a:xfrm>
          <a:custGeom>
            <a:avLst/>
            <a:gdLst>
              <a:gd name="connsiteX0" fmla="*/ 0 w 388447"/>
              <a:gd name="connsiteY0" fmla="*/ 69369 h 1348545"/>
              <a:gd name="connsiteX1" fmla="*/ 319078 w 388447"/>
              <a:gd name="connsiteY1" fmla="*/ 69369 h 1348545"/>
              <a:gd name="connsiteX2" fmla="*/ 319078 w 388447"/>
              <a:gd name="connsiteY2" fmla="*/ 1348545 h 1348545"/>
              <a:gd name="connsiteX3" fmla="*/ 0 w 388447"/>
              <a:gd name="connsiteY3" fmla="*/ 1348545 h 1348545"/>
              <a:gd name="connsiteX4" fmla="*/ 0 w 388447"/>
              <a:gd name="connsiteY4" fmla="*/ 69369 h 1348545"/>
              <a:gd name="connsiteX0" fmla="*/ 319078 w 388447"/>
              <a:gd name="connsiteY0" fmla="*/ 69369 h 1348545"/>
              <a:gd name="connsiteX1" fmla="*/ 388447 w 388447"/>
              <a:gd name="connsiteY1" fmla="*/ 0 h 1348545"/>
              <a:gd name="connsiteX2" fmla="*/ 388447 w 388447"/>
              <a:gd name="connsiteY2" fmla="*/ 1279176 h 1348545"/>
              <a:gd name="connsiteX3" fmla="*/ 319078 w 388447"/>
              <a:gd name="connsiteY3" fmla="*/ 1348545 h 1348545"/>
              <a:gd name="connsiteX4" fmla="*/ 319078 w 388447"/>
              <a:gd name="connsiteY4" fmla="*/ 69369 h 1348545"/>
              <a:gd name="connsiteX0" fmla="*/ 0 w 388447"/>
              <a:gd name="connsiteY0" fmla="*/ 69369 h 1348545"/>
              <a:gd name="connsiteX1" fmla="*/ 69369 w 388447"/>
              <a:gd name="connsiteY1" fmla="*/ 0 h 1348545"/>
              <a:gd name="connsiteX2" fmla="*/ 388447 w 388447"/>
              <a:gd name="connsiteY2" fmla="*/ 0 h 1348545"/>
              <a:gd name="connsiteX3" fmla="*/ 319078 w 388447"/>
              <a:gd name="connsiteY3" fmla="*/ 69369 h 1348545"/>
              <a:gd name="connsiteX4" fmla="*/ 0 w 388447"/>
              <a:gd name="connsiteY4" fmla="*/ 69369 h 1348545"/>
              <a:gd name="connsiteX0" fmla="*/ 0 w 388447"/>
              <a:gd name="connsiteY0" fmla="*/ 69369 h 1348545"/>
              <a:gd name="connsiteX1" fmla="*/ 69369 w 388447"/>
              <a:gd name="connsiteY1" fmla="*/ 0 h 1348545"/>
              <a:gd name="connsiteX2" fmla="*/ 388447 w 388447"/>
              <a:gd name="connsiteY2" fmla="*/ 0 h 1348545"/>
              <a:gd name="connsiteX3" fmla="*/ 388447 w 388447"/>
              <a:gd name="connsiteY3" fmla="*/ 1279176 h 1348545"/>
              <a:gd name="connsiteX4" fmla="*/ 319078 w 388447"/>
              <a:gd name="connsiteY4" fmla="*/ 1348545 h 1348545"/>
              <a:gd name="connsiteX5" fmla="*/ 0 w 388447"/>
              <a:gd name="connsiteY5" fmla="*/ 1348545 h 1348545"/>
              <a:gd name="connsiteX6" fmla="*/ 0 w 388447"/>
              <a:gd name="connsiteY6" fmla="*/ 69369 h 1348545"/>
              <a:gd name="connsiteX7" fmla="*/ 0 w 388447"/>
              <a:gd name="connsiteY7" fmla="*/ 69369 h 1348545"/>
              <a:gd name="connsiteX8" fmla="*/ 319078 w 388447"/>
              <a:gd name="connsiteY8" fmla="*/ 69369 h 1348545"/>
              <a:gd name="connsiteX9" fmla="*/ 388447 w 388447"/>
              <a:gd name="connsiteY9" fmla="*/ 0 h 1348545"/>
              <a:gd name="connsiteX10" fmla="*/ 319078 w 388447"/>
              <a:gd name="connsiteY10" fmla="*/ 69369 h 1348545"/>
              <a:gd name="connsiteX11" fmla="*/ 319078 w 388447"/>
              <a:gd name="connsiteY11" fmla="*/ 1348545 h 1348545"/>
              <a:gd name="connsiteX0" fmla="*/ 0 w 388447"/>
              <a:gd name="connsiteY0" fmla="*/ 69369 h 1348545"/>
              <a:gd name="connsiteX1" fmla="*/ 319078 w 388447"/>
              <a:gd name="connsiteY1" fmla="*/ 69369 h 1348545"/>
              <a:gd name="connsiteX2" fmla="*/ 319078 w 388447"/>
              <a:gd name="connsiteY2" fmla="*/ 1348545 h 1348545"/>
              <a:gd name="connsiteX3" fmla="*/ 0 w 388447"/>
              <a:gd name="connsiteY3" fmla="*/ 1348545 h 1348545"/>
              <a:gd name="connsiteX4" fmla="*/ 0 w 388447"/>
              <a:gd name="connsiteY4" fmla="*/ 69369 h 1348545"/>
              <a:gd name="connsiteX0" fmla="*/ 319078 w 388447"/>
              <a:gd name="connsiteY0" fmla="*/ 69369 h 1348545"/>
              <a:gd name="connsiteX1" fmla="*/ 388447 w 388447"/>
              <a:gd name="connsiteY1" fmla="*/ 0 h 1348545"/>
              <a:gd name="connsiteX2" fmla="*/ 388447 w 388447"/>
              <a:gd name="connsiteY2" fmla="*/ 1279176 h 1348545"/>
              <a:gd name="connsiteX3" fmla="*/ 319078 w 388447"/>
              <a:gd name="connsiteY3" fmla="*/ 1348545 h 1348545"/>
              <a:gd name="connsiteX4" fmla="*/ 319078 w 388447"/>
              <a:gd name="connsiteY4" fmla="*/ 69369 h 1348545"/>
              <a:gd name="connsiteX0" fmla="*/ 0 w 388447"/>
              <a:gd name="connsiteY0" fmla="*/ 69369 h 1348545"/>
              <a:gd name="connsiteX1" fmla="*/ 69369 w 388447"/>
              <a:gd name="connsiteY1" fmla="*/ 0 h 1348545"/>
              <a:gd name="connsiteX2" fmla="*/ 388447 w 388447"/>
              <a:gd name="connsiteY2" fmla="*/ 0 h 1348545"/>
              <a:gd name="connsiteX3" fmla="*/ 319078 w 388447"/>
              <a:gd name="connsiteY3" fmla="*/ 69369 h 1348545"/>
              <a:gd name="connsiteX4" fmla="*/ 0 w 388447"/>
              <a:gd name="connsiteY4" fmla="*/ 69369 h 1348545"/>
              <a:gd name="connsiteX0" fmla="*/ 0 w 388447"/>
              <a:gd name="connsiteY0" fmla="*/ 69369 h 1348545"/>
              <a:gd name="connsiteX1" fmla="*/ 69369 w 388447"/>
              <a:gd name="connsiteY1" fmla="*/ 0 h 1348545"/>
              <a:gd name="connsiteX2" fmla="*/ 388447 w 388447"/>
              <a:gd name="connsiteY2" fmla="*/ 0 h 1348545"/>
              <a:gd name="connsiteX3" fmla="*/ 388447 w 388447"/>
              <a:gd name="connsiteY3" fmla="*/ 1279176 h 1348545"/>
              <a:gd name="connsiteX4" fmla="*/ 319078 w 388447"/>
              <a:gd name="connsiteY4" fmla="*/ 1348545 h 1348545"/>
              <a:gd name="connsiteX5" fmla="*/ 5455 w 388447"/>
              <a:gd name="connsiteY5" fmla="*/ 1006867 h 1348545"/>
              <a:gd name="connsiteX6" fmla="*/ 0 w 388447"/>
              <a:gd name="connsiteY6" fmla="*/ 69369 h 1348545"/>
              <a:gd name="connsiteX7" fmla="*/ 0 w 388447"/>
              <a:gd name="connsiteY7" fmla="*/ 69369 h 1348545"/>
              <a:gd name="connsiteX8" fmla="*/ 319078 w 388447"/>
              <a:gd name="connsiteY8" fmla="*/ 69369 h 1348545"/>
              <a:gd name="connsiteX9" fmla="*/ 388447 w 388447"/>
              <a:gd name="connsiteY9" fmla="*/ 0 h 1348545"/>
              <a:gd name="connsiteX10" fmla="*/ 319078 w 388447"/>
              <a:gd name="connsiteY10" fmla="*/ 69369 h 1348545"/>
              <a:gd name="connsiteX11" fmla="*/ 319078 w 388447"/>
              <a:gd name="connsiteY11" fmla="*/ 1348545 h 1348545"/>
              <a:gd name="connsiteX0" fmla="*/ 0 w 388447"/>
              <a:gd name="connsiteY0" fmla="*/ 69369 h 1348545"/>
              <a:gd name="connsiteX1" fmla="*/ 319078 w 388447"/>
              <a:gd name="connsiteY1" fmla="*/ 69369 h 1348545"/>
              <a:gd name="connsiteX2" fmla="*/ 319078 w 388447"/>
              <a:gd name="connsiteY2" fmla="*/ 1348545 h 1348545"/>
              <a:gd name="connsiteX3" fmla="*/ 5455 w 388447"/>
              <a:gd name="connsiteY3" fmla="*/ 1006867 h 1348545"/>
              <a:gd name="connsiteX4" fmla="*/ 0 w 388447"/>
              <a:gd name="connsiteY4" fmla="*/ 69369 h 1348545"/>
              <a:gd name="connsiteX0" fmla="*/ 319078 w 388447"/>
              <a:gd name="connsiteY0" fmla="*/ 69369 h 1348545"/>
              <a:gd name="connsiteX1" fmla="*/ 388447 w 388447"/>
              <a:gd name="connsiteY1" fmla="*/ 0 h 1348545"/>
              <a:gd name="connsiteX2" fmla="*/ 388447 w 388447"/>
              <a:gd name="connsiteY2" fmla="*/ 1279176 h 1348545"/>
              <a:gd name="connsiteX3" fmla="*/ 319078 w 388447"/>
              <a:gd name="connsiteY3" fmla="*/ 1348545 h 1348545"/>
              <a:gd name="connsiteX4" fmla="*/ 319078 w 388447"/>
              <a:gd name="connsiteY4" fmla="*/ 69369 h 1348545"/>
              <a:gd name="connsiteX0" fmla="*/ 0 w 388447"/>
              <a:gd name="connsiteY0" fmla="*/ 69369 h 1348545"/>
              <a:gd name="connsiteX1" fmla="*/ 69369 w 388447"/>
              <a:gd name="connsiteY1" fmla="*/ 0 h 1348545"/>
              <a:gd name="connsiteX2" fmla="*/ 388447 w 388447"/>
              <a:gd name="connsiteY2" fmla="*/ 0 h 1348545"/>
              <a:gd name="connsiteX3" fmla="*/ 319078 w 388447"/>
              <a:gd name="connsiteY3" fmla="*/ 69369 h 1348545"/>
              <a:gd name="connsiteX4" fmla="*/ 0 w 388447"/>
              <a:gd name="connsiteY4" fmla="*/ 69369 h 1348545"/>
              <a:gd name="connsiteX0" fmla="*/ 0 w 388447"/>
              <a:gd name="connsiteY0" fmla="*/ 69369 h 1348545"/>
              <a:gd name="connsiteX1" fmla="*/ 69369 w 388447"/>
              <a:gd name="connsiteY1" fmla="*/ 0 h 1348545"/>
              <a:gd name="connsiteX2" fmla="*/ 388447 w 388447"/>
              <a:gd name="connsiteY2" fmla="*/ 0 h 1348545"/>
              <a:gd name="connsiteX3" fmla="*/ 388447 w 388447"/>
              <a:gd name="connsiteY3" fmla="*/ 1279176 h 1348545"/>
              <a:gd name="connsiteX4" fmla="*/ 319078 w 388447"/>
              <a:gd name="connsiteY4" fmla="*/ 1348545 h 1348545"/>
              <a:gd name="connsiteX5" fmla="*/ 5455 w 388447"/>
              <a:gd name="connsiteY5" fmla="*/ 1006867 h 1348545"/>
              <a:gd name="connsiteX6" fmla="*/ 0 w 388447"/>
              <a:gd name="connsiteY6" fmla="*/ 69369 h 1348545"/>
              <a:gd name="connsiteX7" fmla="*/ 0 w 388447"/>
              <a:gd name="connsiteY7" fmla="*/ 69369 h 1348545"/>
              <a:gd name="connsiteX8" fmla="*/ 319078 w 388447"/>
              <a:gd name="connsiteY8" fmla="*/ 69369 h 1348545"/>
              <a:gd name="connsiteX9" fmla="*/ 388447 w 388447"/>
              <a:gd name="connsiteY9" fmla="*/ 0 h 1348545"/>
              <a:gd name="connsiteX10" fmla="*/ 319078 w 388447"/>
              <a:gd name="connsiteY10" fmla="*/ 69369 h 1348545"/>
              <a:gd name="connsiteX11" fmla="*/ 319078 w 388447"/>
              <a:gd name="connsiteY11" fmla="*/ 1348545 h 1348545"/>
              <a:gd name="connsiteX0" fmla="*/ 0 w 388447"/>
              <a:gd name="connsiteY0" fmla="*/ 69369 h 1348545"/>
              <a:gd name="connsiteX1" fmla="*/ 319078 w 388447"/>
              <a:gd name="connsiteY1" fmla="*/ 69369 h 1348545"/>
              <a:gd name="connsiteX2" fmla="*/ 319078 w 388447"/>
              <a:gd name="connsiteY2" fmla="*/ 1348545 h 1348545"/>
              <a:gd name="connsiteX3" fmla="*/ 5455 w 388447"/>
              <a:gd name="connsiteY3" fmla="*/ 1006867 h 1348545"/>
              <a:gd name="connsiteX4" fmla="*/ 0 w 388447"/>
              <a:gd name="connsiteY4" fmla="*/ 69369 h 1348545"/>
              <a:gd name="connsiteX0" fmla="*/ 319078 w 388447"/>
              <a:gd name="connsiteY0" fmla="*/ 69369 h 1348545"/>
              <a:gd name="connsiteX1" fmla="*/ 388447 w 388447"/>
              <a:gd name="connsiteY1" fmla="*/ 0 h 1348545"/>
              <a:gd name="connsiteX2" fmla="*/ 388447 w 388447"/>
              <a:gd name="connsiteY2" fmla="*/ 1279176 h 1348545"/>
              <a:gd name="connsiteX3" fmla="*/ 319078 w 388447"/>
              <a:gd name="connsiteY3" fmla="*/ 1348545 h 1348545"/>
              <a:gd name="connsiteX4" fmla="*/ 319078 w 388447"/>
              <a:gd name="connsiteY4" fmla="*/ 69369 h 1348545"/>
              <a:gd name="connsiteX0" fmla="*/ 0 w 388447"/>
              <a:gd name="connsiteY0" fmla="*/ 69369 h 1348545"/>
              <a:gd name="connsiteX1" fmla="*/ 69369 w 388447"/>
              <a:gd name="connsiteY1" fmla="*/ 0 h 1348545"/>
              <a:gd name="connsiteX2" fmla="*/ 388447 w 388447"/>
              <a:gd name="connsiteY2" fmla="*/ 0 h 1348545"/>
              <a:gd name="connsiteX3" fmla="*/ 319078 w 388447"/>
              <a:gd name="connsiteY3" fmla="*/ 69369 h 1348545"/>
              <a:gd name="connsiteX4" fmla="*/ 0 w 388447"/>
              <a:gd name="connsiteY4" fmla="*/ 69369 h 1348545"/>
              <a:gd name="connsiteX0" fmla="*/ 0 w 388447"/>
              <a:gd name="connsiteY0" fmla="*/ 69369 h 1348545"/>
              <a:gd name="connsiteX1" fmla="*/ 69369 w 388447"/>
              <a:gd name="connsiteY1" fmla="*/ 0 h 1348545"/>
              <a:gd name="connsiteX2" fmla="*/ 388447 w 388447"/>
              <a:gd name="connsiteY2" fmla="*/ 0 h 1348545"/>
              <a:gd name="connsiteX3" fmla="*/ 388447 w 388447"/>
              <a:gd name="connsiteY3" fmla="*/ 1279176 h 1348545"/>
              <a:gd name="connsiteX4" fmla="*/ 319078 w 388447"/>
              <a:gd name="connsiteY4" fmla="*/ 1348545 h 1348545"/>
              <a:gd name="connsiteX5" fmla="*/ 5455 w 388447"/>
              <a:gd name="connsiteY5" fmla="*/ 1006867 h 1348545"/>
              <a:gd name="connsiteX6" fmla="*/ 0 w 388447"/>
              <a:gd name="connsiteY6" fmla="*/ 69369 h 1348545"/>
              <a:gd name="connsiteX7" fmla="*/ 0 w 388447"/>
              <a:gd name="connsiteY7" fmla="*/ 69369 h 1348545"/>
              <a:gd name="connsiteX8" fmla="*/ 319078 w 388447"/>
              <a:gd name="connsiteY8" fmla="*/ 69369 h 1348545"/>
              <a:gd name="connsiteX9" fmla="*/ 388447 w 388447"/>
              <a:gd name="connsiteY9" fmla="*/ 0 h 1348545"/>
              <a:gd name="connsiteX10" fmla="*/ 319078 w 388447"/>
              <a:gd name="connsiteY10" fmla="*/ 69369 h 1348545"/>
              <a:gd name="connsiteX11" fmla="*/ 275714 w 388447"/>
              <a:gd name="connsiteY11" fmla="*/ 1269744 h 1348545"/>
              <a:gd name="connsiteX0" fmla="*/ 0 w 388447"/>
              <a:gd name="connsiteY0" fmla="*/ 69369 h 1348545"/>
              <a:gd name="connsiteX1" fmla="*/ 319078 w 388447"/>
              <a:gd name="connsiteY1" fmla="*/ 69369 h 1348545"/>
              <a:gd name="connsiteX2" fmla="*/ 319078 w 388447"/>
              <a:gd name="connsiteY2" fmla="*/ 1348545 h 1348545"/>
              <a:gd name="connsiteX3" fmla="*/ 5455 w 388447"/>
              <a:gd name="connsiteY3" fmla="*/ 1006867 h 1348545"/>
              <a:gd name="connsiteX4" fmla="*/ 0 w 388447"/>
              <a:gd name="connsiteY4" fmla="*/ 69369 h 1348545"/>
              <a:gd name="connsiteX0" fmla="*/ 319078 w 388447"/>
              <a:gd name="connsiteY0" fmla="*/ 69369 h 1348545"/>
              <a:gd name="connsiteX1" fmla="*/ 388447 w 388447"/>
              <a:gd name="connsiteY1" fmla="*/ 0 h 1348545"/>
              <a:gd name="connsiteX2" fmla="*/ 388447 w 388447"/>
              <a:gd name="connsiteY2" fmla="*/ 1279176 h 1348545"/>
              <a:gd name="connsiteX3" fmla="*/ 319078 w 388447"/>
              <a:gd name="connsiteY3" fmla="*/ 1348545 h 1348545"/>
              <a:gd name="connsiteX4" fmla="*/ 319078 w 388447"/>
              <a:gd name="connsiteY4" fmla="*/ 69369 h 1348545"/>
              <a:gd name="connsiteX0" fmla="*/ 0 w 388447"/>
              <a:gd name="connsiteY0" fmla="*/ 69369 h 1348545"/>
              <a:gd name="connsiteX1" fmla="*/ 69369 w 388447"/>
              <a:gd name="connsiteY1" fmla="*/ 0 h 1348545"/>
              <a:gd name="connsiteX2" fmla="*/ 388447 w 388447"/>
              <a:gd name="connsiteY2" fmla="*/ 0 h 1348545"/>
              <a:gd name="connsiteX3" fmla="*/ 319078 w 388447"/>
              <a:gd name="connsiteY3" fmla="*/ 69369 h 1348545"/>
              <a:gd name="connsiteX4" fmla="*/ 0 w 388447"/>
              <a:gd name="connsiteY4" fmla="*/ 69369 h 1348545"/>
              <a:gd name="connsiteX0" fmla="*/ 0 w 388447"/>
              <a:gd name="connsiteY0" fmla="*/ 69369 h 1348545"/>
              <a:gd name="connsiteX1" fmla="*/ 69369 w 388447"/>
              <a:gd name="connsiteY1" fmla="*/ 0 h 1348545"/>
              <a:gd name="connsiteX2" fmla="*/ 388447 w 388447"/>
              <a:gd name="connsiteY2" fmla="*/ 0 h 1348545"/>
              <a:gd name="connsiteX3" fmla="*/ 388447 w 388447"/>
              <a:gd name="connsiteY3" fmla="*/ 1279176 h 1348545"/>
              <a:gd name="connsiteX4" fmla="*/ 268955 w 388447"/>
              <a:gd name="connsiteY4" fmla="*/ 1278161 h 1348545"/>
              <a:gd name="connsiteX5" fmla="*/ 5455 w 388447"/>
              <a:gd name="connsiteY5" fmla="*/ 1006867 h 1348545"/>
              <a:gd name="connsiteX6" fmla="*/ 0 w 388447"/>
              <a:gd name="connsiteY6" fmla="*/ 69369 h 1348545"/>
              <a:gd name="connsiteX7" fmla="*/ 0 w 388447"/>
              <a:gd name="connsiteY7" fmla="*/ 69369 h 1348545"/>
              <a:gd name="connsiteX8" fmla="*/ 319078 w 388447"/>
              <a:gd name="connsiteY8" fmla="*/ 69369 h 1348545"/>
              <a:gd name="connsiteX9" fmla="*/ 388447 w 388447"/>
              <a:gd name="connsiteY9" fmla="*/ 0 h 1348545"/>
              <a:gd name="connsiteX10" fmla="*/ 319078 w 388447"/>
              <a:gd name="connsiteY10" fmla="*/ 69369 h 1348545"/>
              <a:gd name="connsiteX11" fmla="*/ 275714 w 388447"/>
              <a:gd name="connsiteY11" fmla="*/ 1269744 h 1348545"/>
              <a:gd name="connsiteX0" fmla="*/ 0 w 388447"/>
              <a:gd name="connsiteY0" fmla="*/ 69369 h 1348545"/>
              <a:gd name="connsiteX1" fmla="*/ 319078 w 388447"/>
              <a:gd name="connsiteY1" fmla="*/ 69369 h 1348545"/>
              <a:gd name="connsiteX2" fmla="*/ 319078 w 388447"/>
              <a:gd name="connsiteY2" fmla="*/ 1348545 h 1348545"/>
              <a:gd name="connsiteX3" fmla="*/ 5455 w 388447"/>
              <a:gd name="connsiteY3" fmla="*/ 1006867 h 1348545"/>
              <a:gd name="connsiteX4" fmla="*/ 0 w 388447"/>
              <a:gd name="connsiteY4" fmla="*/ 69369 h 1348545"/>
              <a:gd name="connsiteX0" fmla="*/ 319078 w 388447"/>
              <a:gd name="connsiteY0" fmla="*/ 69369 h 1348545"/>
              <a:gd name="connsiteX1" fmla="*/ 388447 w 388447"/>
              <a:gd name="connsiteY1" fmla="*/ 0 h 1348545"/>
              <a:gd name="connsiteX2" fmla="*/ 388447 w 388447"/>
              <a:gd name="connsiteY2" fmla="*/ 1279176 h 1348545"/>
              <a:gd name="connsiteX3" fmla="*/ 276121 w 388447"/>
              <a:gd name="connsiteY3" fmla="*/ 1265387 h 1348545"/>
              <a:gd name="connsiteX4" fmla="*/ 319078 w 388447"/>
              <a:gd name="connsiteY4" fmla="*/ 69369 h 1348545"/>
              <a:gd name="connsiteX0" fmla="*/ 0 w 388447"/>
              <a:gd name="connsiteY0" fmla="*/ 69369 h 1348545"/>
              <a:gd name="connsiteX1" fmla="*/ 69369 w 388447"/>
              <a:gd name="connsiteY1" fmla="*/ 0 h 1348545"/>
              <a:gd name="connsiteX2" fmla="*/ 388447 w 388447"/>
              <a:gd name="connsiteY2" fmla="*/ 0 h 1348545"/>
              <a:gd name="connsiteX3" fmla="*/ 319078 w 388447"/>
              <a:gd name="connsiteY3" fmla="*/ 69369 h 1348545"/>
              <a:gd name="connsiteX4" fmla="*/ 0 w 388447"/>
              <a:gd name="connsiteY4" fmla="*/ 69369 h 1348545"/>
              <a:gd name="connsiteX0" fmla="*/ 0 w 388447"/>
              <a:gd name="connsiteY0" fmla="*/ 69369 h 1348545"/>
              <a:gd name="connsiteX1" fmla="*/ 69369 w 388447"/>
              <a:gd name="connsiteY1" fmla="*/ 0 h 1348545"/>
              <a:gd name="connsiteX2" fmla="*/ 388447 w 388447"/>
              <a:gd name="connsiteY2" fmla="*/ 0 h 1348545"/>
              <a:gd name="connsiteX3" fmla="*/ 388447 w 388447"/>
              <a:gd name="connsiteY3" fmla="*/ 1279176 h 1348545"/>
              <a:gd name="connsiteX4" fmla="*/ 268955 w 388447"/>
              <a:gd name="connsiteY4" fmla="*/ 1278161 h 1348545"/>
              <a:gd name="connsiteX5" fmla="*/ 5455 w 388447"/>
              <a:gd name="connsiteY5" fmla="*/ 1006867 h 1348545"/>
              <a:gd name="connsiteX6" fmla="*/ 0 w 388447"/>
              <a:gd name="connsiteY6" fmla="*/ 69369 h 1348545"/>
              <a:gd name="connsiteX7" fmla="*/ 0 w 388447"/>
              <a:gd name="connsiteY7" fmla="*/ 69369 h 1348545"/>
              <a:gd name="connsiteX8" fmla="*/ 319078 w 388447"/>
              <a:gd name="connsiteY8" fmla="*/ 69369 h 1348545"/>
              <a:gd name="connsiteX9" fmla="*/ 388447 w 388447"/>
              <a:gd name="connsiteY9" fmla="*/ 0 h 1348545"/>
              <a:gd name="connsiteX10" fmla="*/ 319078 w 388447"/>
              <a:gd name="connsiteY10" fmla="*/ 69369 h 1348545"/>
              <a:gd name="connsiteX11" fmla="*/ 275714 w 388447"/>
              <a:gd name="connsiteY11" fmla="*/ 1269744 h 1348545"/>
              <a:gd name="connsiteX0" fmla="*/ 0 w 388447"/>
              <a:gd name="connsiteY0" fmla="*/ 69369 h 1288904"/>
              <a:gd name="connsiteX1" fmla="*/ 319078 w 388447"/>
              <a:gd name="connsiteY1" fmla="*/ 69369 h 1288904"/>
              <a:gd name="connsiteX2" fmla="*/ 264966 w 388447"/>
              <a:gd name="connsiteY2" fmla="*/ 1288904 h 1288904"/>
              <a:gd name="connsiteX3" fmla="*/ 5455 w 388447"/>
              <a:gd name="connsiteY3" fmla="*/ 1006867 h 1288904"/>
              <a:gd name="connsiteX4" fmla="*/ 0 w 388447"/>
              <a:gd name="connsiteY4" fmla="*/ 69369 h 1288904"/>
              <a:gd name="connsiteX0" fmla="*/ 319078 w 388447"/>
              <a:gd name="connsiteY0" fmla="*/ 69369 h 1288904"/>
              <a:gd name="connsiteX1" fmla="*/ 388447 w 388447"/>
              <a:gd name="connsiteY1" fmla="*/ 0 h 1288904"/>
              <a:gd name="connsiteX2" fmla="*/ 388447 w 388447"/>
              <a:gd name="connsiteY2" fmla="*/ 1279176 h 1288904"/>
              <a:gd name="connsiteX3" fmla="*/ 276121 w 388447"/>
              <a:gd name="connsiteY3" fmla="*/ 1265387 h 1288904"/>
              <a:gd name="connsiteX4" fmla="*/ 319078 w 388447"/>
              <a:gd name="connsiteY4" fmla="*/ 69369 h 1288904"/>
              <a:gd name="connsiteX0" fmla="*/ 0 w 388447"/>
              <a:gd name="connsiteY0" fmla="*/ 69369 h 1288904"/>
              <a:gd name="connsiteX1" fmla="*/ 69369 w 388447"/>
              <a:gd name="connsiteY1" fmla="*/ 0 h 1288904"/>
              <a:gd name="connsiteX2" fmla="*/ 388447 w 388447"/>
              <a:gd name="connsiteY2" fmla="*/ 0 h 1288904"/>
              <a:gd name="connsiteX3" fmla="*/ 319078 w 388447"/>
              <a:gd name="connsiteY3" fmla="*/ 69369 h 1288904"/>
              <a:gd name="connsiteX4" fmla="*/ 0 w 388447"/>
              <a:gd name="connsiteY4" fmla="*/ 69369 h 1288904"/>
              <a:gd name="connsiteX0" fmla="*/ 0 w 388447"/>
              <a:gd name="connsiteY0" fmla="*/ 69369 h 1288904"/>
              <a:gd name="connsiteX1" fmla="*/ 69369 w 388447"/>
              <a:gd name="connsiteY1" fmla="*/ 0 h 1288904"/>
              <a:gd name="connsiteX2" fmla="*/ 388447 w 388447"/>
              <a:gd name="connsiteY2" fmla="*/ 0 h 1288904"/>
              <a:gd name="connsiteX3" fmla="*/ 388447 w 388447"/>
              <a:gd name="connsiteY3" fmla="*/ 1279176 h 1288904"/>
              <a:gd name="connsiteX4" fmla="*/ 268955 w 388447"/>
              <a:gd name="connsiteY4" fmla="*/ 1278161 h 1288904"/>
              <a:gd name="connsiteX5" fmla="*/ 5455 w 388447"/>
              <a:gd name="connsiteY5" fmla="*/ 1006867 h 1288904"/>
              <a:gd name="connsiteX6" fmla="*/ 0 w 388447"/>
              <a:gd name="connsiteY6" fmla="*/ 69369 h 1288904"/>
              <a:gd name="connsiteX7" fmla="*/ 0 w 388447"/>
              <a:gd name="connsiteY7" fmla="*/ 69369 h 1288904"/>
              <a:gd name="connsiteX8" fmla="*/ 319078 w 388447"/>
              <a:gd name="connsiteY8" fmla="*/ 69369 h 1288904"/>
              <a:gd name="connsiteX9" fmla="*/ 388447 w 388447"/>
              <a:gd name="connsiteY9" fmla="*/ 0 h 1288904"/>
              <a:gd name="connsiteX10" fmla="*/ 319078 w 388447"/>
              <a:gd name="connsiteY10" fmla="*/ 69369 h 1288904"/>
              <a:gd name="connsiteX11" fmla="*/ 275714 w 388447"/>
              <a:gd name="connsiteY11" fmla="*/ 1269744 h 1288904"/>
              <a:gd name="connsiteX0" fmla="*/ 0 w 436210"/>
              <a:gd name="connsiteY0" fmla="*/ 69369 h 1288904"/>
              <a:gd name="connsiteX1" fmla="*/ 319078 w 436210"/>
              <a:gd name="connsiteY1" fmla="*/ 69369 h 1288904"/>
              <a:gd name="connsiteX2" fmla="*/ 264966 w 436210"/>
              <a:gd name="connsiteY2" fmla="*/ 1288904 h 1288904"/>
              <a:gd name="connsiteX3" fmla="*/ 5455 w 436210"/>
              <a:gd name="connsiteY3" fmla="*/ 1006867 h 1288904"/>
              <a:gd name="connsiteX4" fmla="*/ 0 w 436210"/>
              <a:gd name="connsiteY4" fmla="*/ 69369 h 1288904"/>
              <a:gd name="connsiteX0" fmla="*/ 319078 w 436210"/>
              <a:gd name="connsiteY0" fmla="*/ 69369 h 1288904"/>
              <a:gd name="connsiteX1" fmla="*/ 388447 w 436210"/>
              <a:gd name="connsiteY1" fmla="*/ 0 h 1288904"/>
              <a:gd name="connsiteX2" fmla="*/ 388447 w 436210"/>
              <a:gd name="connsiteY2" fmla="*/ 1279176 h 1288904"/>
              <a:gd name="connsiteX3" fmla="*/ 276121 w 436210"/>
              <a:gd name="connsiteY3" fmla="*/ 1265387 h 1288904"/>
              <a:gd name="connsiteX4" fmla="*/ 319078 w 436210"/>
              <a:gd name="connsiteY4" fmla="*/ 69369 h 1288904"/>
              <a:gd name="connsiteX0" fmla="*/ 0 w 436210"/>
              <a:gd name="connsiteY0" fmla="*/ 69369 h 1288904"/>
              <a:gd name="connsiteX1" fmla="*/ 69369 w 436210"/>
              <a:gd name="connsiteY1" fmla="*/ 0 h 1288904"/>
              <a:gd name="connsiteX2" fmla="*/ 388447 w 436210"/>
              <a:gd name="connsiteY2" fmla="*/ 0 h 1288904"/>
              <a:gd name="connsiteX3" fmla="*/ 319078 w 436210"/>
              <a:gd name="connsiteY3" fmla="*/ 69369 h 1288904"/>
              <a:gd name="connsiteX4" fmla="*/ 0 w 436210"/>
              <a:gd name="connsiteY4" fmla="*/ 69369 h 1288904"/>
              <a:gd name="connsiteX0" fmla="*/ 0 w 436210"/>
              <a:gd name="connsiteY0" fmla="*/ 69369 h 1288904"/>
              <a:gd name="connsiteX1" fmla="*/ 69369 w 436210"/>
              <a:gd name="connsiteY1" fmla="*/ 0 h 1288904"/>
              <a:gd name="connsiteX2" fmla="*/ 388447 w 436210"/>
              <a:gd name="connsiteY2" fmla="*/ 0 h 1288904"/>
              <a:gd name="connsiteX3" fmla="*/ 388447 w 436210"/>
              <a:gd name="connsiteY3" fmla="*/ 1279176 h 1288904"/>
              <a:gd name="connsiteX4" fmla="*/ 268955 w 436210"/>
              <a:gd name="connsiteY4" fmla="*/ 1278161 h 1288904"/>
              <a:gd name="connsiteX5" fmla="*/ 5455 w 436210"/>
              <a:gd name="connsiteY5" fmla="*/ 1006867 h 1288904"/>
              <a:gd name="connsiteX6" fmla="*/ 0 w 436210"/>
              <a:gd name="connsiteY6" fmla="*/ 69369 h 1288904"/>
              <a:gd name="connsiteX7" fmla="*/ 0 w 436210"/>
              <a:gd name="connsiteY7" fmla="*/ 69369 h 1288904"/>
              <a:gd name="connsiteX8" fmla="*/ 319078 w 436210"/>
              <a:gd name="connsiteY8" fmla="*/ 69369 h 1288904"/>
              <a:gd name="connsiteX9" fmla="*/ 436210 w 436210"/>
              <a:gd name="connsiteY9" fmla="*/ 63698 h 1288904"/>
              <a:gd name="connsiteX10" fmla="*/ 319078 w 436210"/>
              <a:gd name="connsiteY10" fmla="*/ 69369 h 1288904"/>
              <a:gd name="connsiteX11" fmla="*/ 275714 w 436210"/>
              <a:gd name="connsiteY11" fmla="*/ 1269744 h 1288904"/>
              <a:gd name="connsiteX0" fmla="*/ 0 w 484150"/>
              <a:gd name="connsiteY0" fmla="*/ 69369 h 1288904"/>
              <a:gd name="connsiteX1" fmla="*/ 319078 w 484150"/>
              <a:gd name="connsiteY1" fmla="*/ 69369 h 1288904"/>
              <a:gd name="connsiteX2" fmla="*/ 264966 w 484150"/>
              <a:gd name="connsiteY2" fmla="*/ 1288904 h 1288904"/>
              <a:gd name="connsiteX3" fmla="*/ 5455 w 484150"/>
              <a:gd name="connsiteY3" fmla="*/ 1006867 h 1288904"/>
              <a:gd name="connsiteX4" fmla="*/ 0 w 484150"/>
              <a:gd name="connsiteY4" fmla="*/ 69369 h 1288904"/>
              <a:gd name="connsiteX0" fmla="*/ 319078 w 484150"/>
              <a:gd name="connsiteY0" fmla="*/ 69369 h 1288904"/>
              <a:gd name="connsiteX1" fmla="*/ 388447 w 484150"/>
              <a:gd name="connsiteY1" fmla="*/ 0 h 1288904"/>
              <a:gd name="connsiteX2" fmla="*/ 388447 w 484150"/>
              <a:gd name="connsiteY2" fmla="*/ 1279176 h 1288904"/>
              <a:gd name="connsiteX3" fmla="*/ 276121 w 484150"/>
              <a:gd name="connsiteY3" fmla="*/ 1265387 h 1288904"/>
              <a:gd name="connsiteX4" fmla="*/ 319078 w 484150"/>
              <a:gd name="connsiteY4" fmla="*/ 69369 h 1288904"/>
              <a:gd name="connsiteX0" fmla="*/ 0 w 484150"/>
              <a:gd name="connsiteY0" fmla="*/ 69369 h 1288904"/>
              <a:gd name="connsiteX1" fmla="*/ 69369 w 484150"/>
              <a:gd name="connsiteY1" fmla="*/ 0 h 1288904"/>
              <a:gd name="connsiteX2" fmla="*/ 388447 w 484150"/>
              <a:gd name="connsiteY2" fmla="*/ 0 h 1288904"/>
              <a:gd name="connsiteX3" fmla="*/ 319078 w 484150"/>
              <a:gd name="connsiteY3" fmla="*/ 69369 h 1288904"/>
              <a:gd name="connsiteX4" fmla="*/ 0 w 484150"/>
              <a:gd name="connsiteY4" fmla="*/ 69369 h 1288904"/>
              <a:gd name="connsiteX0" fmla="*/ 0 w 484150"/>
              <a:gd name="connsiteY0" fmla="*/ 69369 h 1288904"/>
              <a:gd name="connsiteX1" fmla="*/ 69369 w 484150"/>
              <a:gd name="connsiteY1" fmla="*/ 0 h 1288904"/>
              <a:gd name="connsiteX2" fmla="*/ 388447 w 484150"/>
              <a:gd name="connsiteY2" fmla="*/ 0 h 1288904"/>
              <a:gd name="connsiteX3" fmla="*/ 388447 w 484150"/>
              <a:gd name="connsiteY3" fmla="*/ 1279176 h 1288904"/>
              <a:gd name="connsiteX4" fmla="*/ 268955 w 484150"/>
              <a:gd name="connsiteY4" fmla="*/ 1278161 h 1288904"/>
              <a:gd name="connsiteX5" fmla="*/ 5455 w 484150"/>
              <a:gd name="connsiteY5" fmla="*/ 1006867 h 1288904"/>
              <a:gd name="connsiteX6" fmla="*/ 0 w 484150"/>
              <a:gd name="connsiteY6" fmla="*/ 69369 h 1288904"/>
              <a:gd name="connsiteX7" fmla="*/ 0 w 484150"/>
              <a:gd name="connsiteY7" fmla="*/ 69369 h 1288904"/>
              <a:gd name="connsiteX8" fmla="*/ 319078 w 484150"/>
              <a:gd name="connsiteY8" fmla="*/ 69369 h 1288904"/>
              <a:gd name="connsiteX9" fmla="*/ 484150 w 484150"/>
              <a:gd name="connsiteY9" fmla="*/ 61733 h 1288904"/>
              <a:gd name="connsiteX10" fmla="*/ 319078 w 484150"/>
              <a:gd name="connsiteY10" fmla="*/ 69369 h 1288904"/>
              <a:gd name="connsiteX11" fmla="*/ 275714 w 484150"/>
              <a:gd name="connsiteY11" fmla="*/ 1269744 h 1288904"/>
              <a:gd name="connsiteX0" fmla="*/ 0 w 484150"/>
              <a:gd name="connsiteY0" fmla="*/ 69369 h 1288904"/>
              <a:gd name="connsiteX1" fmla="*/ 319078 w 484150"/>
              <a:gd name="connsiteY1" fmla="*/ 69369 h 1288904"/>
              <a:gd name="connsiteX2" fmla="*/ 264966 w 484150"/>
              <a:gd name="connsiteY2" fmla="*/ 1288904 h 1288904"/>
              <a:gd name="connsiteX3" fmla="*/ 5455 w 484150"/>
              <a:gd name="connsiteY3" fmla="*/ 1006867 h 1288904"/>
              <a:gd name="connsiteX4" fmla="*/ 0 w 484150"/>
              <a:gd name="connsiteY4" fmla="*/ 69369 h 1288904"/>
              <a:gd name="connsiteX0" fmla="*/ 319078 w 484150"/>
              <a:gd name="connsiteY0" fmla="*/ 69369 h 1288904"/>
              <a:gd name="connsiteX1" fmla="*/ 388447 w 484150"/>
              <a:gd name="connsiteY1" fmla="*/ 0 h 1288904"/>
              <a:gd name="connsiteX2" fmla="*/ 388447 w 484150"/>
              <a:gd name="connsiteY2" fmla="*/ 1279176 h 1288904"/>
              <a:gd name="connsiteX3" fmla="*/ 276121 w 484150"/>
              <a:gd name="connsiteY3" fmla="*/ 1265387 h 1288904"/>
              <a:gd name="connsiteX4" fmla="*/ 319078 w 484150"/>
              <a:gd name="connsiteY4" fmla="*/ 69369 h 1288904"/>
              <a:gd name="connsiteX0" fmla="*/ 0 w 484150"/>
              <a:gd name="connsiteY0" fmla="*/ 69369 h 1288904"/>
              <a:gd name="connsiteX1" fmla="*/ 69369 w 484150"/>
              <a:gd name="connsiteY1" fmla="*/ 0 h 1288904"/>
              <a:gd name="connsiteX2" fmla="*/ 388447 w 484150"/>
              <a:gd name="connsiteY2" fmla="*/ 0 h 1288904"/>
              <a:gd name="connsiteX3" fmla="*/ 319078 w 484150"/>
              <a:gd name="connsiteY3" fmla="*/ 69369 h 1288904"/>
              <a:gd name="connsiteX4" fmla="*/ 0 w 484150"/>
              <a:gd name="connsiteY4" fmla="*/ 69369 h 1288904"/>
              <a:gd name="connsiteX0" fmla="*/ 0 w 484150"/>
              <a:gd name="connsiteY0" fmla="*/ 69369 h 1288904"/>
              <a:gd name="connsiteX1" fmla="*/ 69369 w 484150"/>
              <a:gd name="connsiteY1" fmla="*/ 0 h 1288904"/>
              <a:gd name="connsiteX2" fmla="*/ 460792 w 484150"/>
              <a:gd name="connsiteY2" fmla="*/ 56180 h 1288904"/>
              <a:gd name="connsiteX3" fmla="*/ 388447 w 484150"/>
              <a:gd name="connsiteY3" fmla="*/ 1279176 h 1288904"/>
              <a:gd name="connsiteX4" fmla="*/ 268955 w 484150"/>
              <a:gd name="connsiteY4" fmla="*/ 1278161 h 1288904"/>
              <a:gd name="connsiteX5" fmla="*/ 5455 w 484150"/>
              <a:gd name="connsiteY5" fmla="*/ 1006867 h 1288904"/>
              <a:gd name="connsiteX6" fmla="*/ 0 w 484150"/>
              <a:gd name="connsiteY6" fmla="*/ 69369 h 1288904"/>
              <a:gd name="connsiteX7" fmla="*/ 0 w 484150"/>
              <a:gd name="connsiteY7" fmla="*/ 69369 h 1288904"/>
              <a:gd name="connsiteX8" fmla="*/ 319078 w 484150"/>
              <a:gd name="connsiteY8" fmla="*/ 69369 h 1288904"/>
              <a:gd name="connsiteX9" fmla="*/ 484150 w 484150"/>
              <a:gd name="connsiteY9" fmla="*/ 61733 h 1288904"/>
              <a:gd name="connsiteX10" fmla="*/ 319078 w 484150"/>
              <a:gd name="connsiteY10" fmla="*/ 69369 h 1288904"/>
              <a:gd name="connsiteX11" fmla="*/ 275714 w 484150"/>
              <a:gd name="connsiteY11" fmla="*/ 1269744 h 1288904"/>
              <a:gd name="connsiteX0" fmla="*/ 0 w 484150"/>
              <a:gd name="connsiteY0" fmla="*/ 69369 h 1288904"/>
              <a:gd name="connsiteX1" fmla="*/ 319078 w 484150"/>
              <a:gd name="connsiteY1" fmla="*/ 69369 h 1288904"/>
              <a:gd name="connsiteX2" fmla="*/ 264966 w 484150"/>
              <a:gd name="connsiteY2" fmla="*/ 1288904 h 1288904"/>
              <a:gd name="connsiteX3" fmla="*/ 5455 w 484150"/>
              <a:gd name="connsiteY3" fmla="*/ 1006867 h 1288904"/>
              <a:gd name="connsiteX4" fmla="*/ 0 w 484150"/>
              <a:gd name="connsiteY4" fmla="*/ 69369 h 1288904"/>
              <a:gd name="connsiteX0" fmla="*/ 319078 w 484150"/>
              <a:gd name="connsiteY0" fmla="*/ 69369 h 1288904"/>
              <a:gd name="connsiteX1" fmla="*/ 388447 w 484150"/>
              <a:gd name="connsiteY1" fmla="*/ 0 h 1288904"/>
              <a:gd name="connsiteX2" fmla="*/ 388447 w 484150"/>
              <a:gd name="connsiteY2" fmla="*/ 1279176 h 1288904"/>
              <a:gd name="connsiteX3" fmla="*/ 276121 w 484150"/>
              <a:gd name="connsiteY3" fmla="*/ 1265387 h 1288904"/>
              <a:gd name="connsiteX4" fmla="*/ 319078 w 484150"/>
              <a:gd name="connsiteY4" fmla="*/ 69369 h 1288904"/>
              <a:gd name="connsiteX0" fmla="*/ 0 w 484150"/>
              <a:gd name="connsiteY0" fmla="*/ 69369 h 1288904"/>
              <a:gd name="connsiteX1" fmla="*/ 69369 w 484150"/>
              <a:gd name="connsiteY1" fmla="*/ 0 h 1288904"/>
              <a:gd name="connsiteX2" fmla="*/ 478210 w 484150"/>
              <a:gd name="connsiteY2" fmla="*/ 61436 h 1288904"/>
              <a:gd name="connsiteX3" fmla="*/ 319078 w 484150"/>
              <a:gd name="connsiteY3" fmla="*/ 69369 h 1288904"/>
              <a:gd name="connsiteX4" fmla="*/ 0 w 484150"/>
              <a:gd name="connsiteY4" fmla="*/ 69369 h 1288904"/>
              <a:gd name="connsiteX0" fmla="*/ 0 w 484150"/>
              <a:gd name="connsiteY0" fmla="*/ 69369 h 1288904"/>
              <a:gd name="connsiteX1" fmla="*/ 69369 w 484150"/>
              <a:gd name="connsiteY1" fmla="*/ 0 h 1288904"/>
              <a:gd name="connsiteX2" fmla="*/ 460792 w 484150"/>
              <a:gd name="connsiteY2" fmla="*/ 56180 h 1288904"/>
              <a:gd name="connsiteX3" fmla="*/ 388447 w 484150"/>
              <a:gd name="connsiteY3" fmla="*/ 1279176 h 1288904"/>
              <a:gd name="connsiteX4" fmla="*/ 268955 w 484150"/>
              <a:gd name="connsiteY4" fmla="*/ 1278161 h 1288904"/>
              <a:gd name="connsiteX5" fmla="*/ 5455 w 484150"/>
              <a:gd name="connsiteY5" fmla="*/ 1006867 h 1288904"/>
              <a:gd name="connsiteX6" fmla="*/ 0 w 484150"/>
              <a:gd name="connsiteY6" fmla="*/ 69369 h 1288904"/>
              <a:gd name="connsiteX7" fmla="*/ 0 w 484150"/>
              <a:gd name="connsiteY7" fmla="*/ 69369 h 1288904"/>
              <a:gd name="connsiteX8" fmla="*/ 319078 w 484150"/>
              <a:gd name="connsiteY8" fmla="*/ 69369 h 1288904"/>
              <a:gd name="connsiteX9" fmla="*/ 484150 w 484150"/>
              <a:gd name="connsiteY9" fmla="*/ 61733 h 1288904"/>
              <a:gd name="connsiteX10" fmla="*/ 319078 w 484150"/>
              <a:gd name="connsiteY10" fmla="*/ 69369 h 1288904"/>
              <a:gd name="connsiteX11" fmla="*/ 275714 w 484150"/>
              <a:gd name="connsiteY11" fmla="*/ 1269744 h 1288904"/>
              <a:gd name="connsiteX0" fmla="*/ 0 w 484150"/>
              <a:gd name="connsiteY0" fmla="*/ 69369 h 1288904"/>
              <a:gd name="connsiteX1" fmla="*/ 319078 w 484150"/>
              <a:gd name="connsiteY1" fmla="*/ 69369 h 1288904"/>
              <a:gd name="connsiteX2" fmla="*/ 264966 w 484150"/>
              <a:gd name="connsiteY2" fmla="*/ 1288904 h 1288904"/>
              <a:gd name="connsiteX3" fmla="*/ 5455 w 484150"/>
              <a:gd name="connsiteY3" fmla="*/ 1006867 h 1288904"/>
              <a:gd name="connsiteX4" fmla="*/ 0 w 484150"/>
              <a:gd name="connsiteY4" fmla="*/ 69369 h 1288904"/>
              <a:gd name="connsiteX0" fmla="*/ 319078 w 484150"/>
              <a:gd name="connsiteY0" fmla="*/ 69369 h 1288904"/>
              <a:gd name="connsiteX1" fmla="*/ 483663 w 484150"/>
              <a:gd name="connsiteY1" fmla="*/ 58973 h 1288904"/>
              <a:gd name="connsiteX2" fmla="*/ 388447 w 484150"/>
              <a:gd name="connsiteY2" fmla="*/ 1279176 h 1288904"/>
              <a:gd name="connsiteX3" fmla="*/ 276121 w 484150"/>
              <a:gd name="connsiteY3" fmla="*/ 1265387 h 1288904"/>
              <a:gd name="connsiteX4" fmla="*/ 319078 w 484150"/>
              <a:gd name="connsiteY4" fmla="*/ 69369 h 1288904"/>
              <a:gd name="connsiteX0" fmla="*/ 0 w 484150"/>
              <a:gd name="connsiteY0" fmla="*/ 69369 h 1288904"/>
              <a:gd name="connsiteX1" fmla="*/ 69369 w 484150"/>
              <a:gd name="connsiteY1" fmla="*/ 0 h 1288904"/>
              <a:gd name="connsiteX2" fmla="*/ 478210 w 484150"/>
              <a:gd name="connsiteY2" fmla="*/ 61436 h 1288904"/>
              <a:gd name="connsiteX3" fmla="*/ 319078 w 484150"/>
              <a:gd name="connsiteY3" fmla="*/ 69369 h 1288904"/>
              <a:gd name="connsiteX4" fmla="*/ 0 w 484150"/>
              <a:gd name="connsiteY4" fmla="*/ 69369 h 1288904"/>
              <a:gd name="connsiteX0" fmla="*/ 0 w 484150"/>
              <a:gd name="connsiteY0" fmla="*/ 69369 h 1288904"/>
              <a:gd name="connsiteX1" fmla="*/ 69369 w 484150"/>
              <a:gd name="connsiteY1" fmla="*/ 0 h 1288904"/>
              <a:gd name="connsiteX2" fmla="*/ 460792 w 484150"/>
              <a:gd name="connsiteY2" fmla="*/ 56180 h 1288904"/>
              <a:gd name="connsiteX3" fmla="*/ 388447 w 484150"/>
              <a:gd name="connsiteY3" fmla="*/ 1279176 h 1288904"/>
              <a:gd name="connsiteX4" fmla="*/ 268955 w 484150"/>
              <a:gd name="connsiteY4" fmla="*/ 1278161 h 1288904"/>
              <a:gd name="connsiteX5" fmla="*/ 5455 w 484150"/>
              <a:gd name="connsiteY5" fmla="*/ 1006867 h 1288904"/>
              <a:gd name="connsiteX6" fmla="*/ 0 w 484150"/>
              <a:gd name="connsiteY6" fmla="*/ 69369 h 1288904"/>
              <a:gd name="connsiteX7" fmla="*/ 0 w 484150"/>
              <a:gd name="connsiteY7" fmla="*/ 69369 h 1288904"/>
              <a:gd name="connsiteX8" fmla="*/ 319078 w 484150"/>
              <a:gd name="connsiteY8" fmla="*/ 69369 h 1288904"/>
              <a:gd name="connsiteX9" fmla="*/ 484150 w 484150"/>
              <a:gd name="connsiteY9" fmla="*/ 61733 h 1288904"/>
              <a:gd name="connsiteX10" fmla="*/ 319078 w 484150"/>
              <a:gd name="connsiteY10" fmla="*/ 69369 h 1288904"/>
              <a:gd name="connsiteX11" fmla="*/ 275714 w 484150"/>
              <a:gd name="connsiteY11" fmla="*/ 1269744 h 1288904"/>
              <a:gd name="connsiteX0" fmla="*/ 0 w 484150"/>
              <a:gd name="connsiteY0" fmla="*/ 69369 h 1288904"/>
              <a:gd name="connsiteX1" fmla="*/ 319078 w 484150"/>
              <a:gd name="connsiteY1" fmla="*/ 69369 h 1288904"/>
              <a:gd name="connsiteX2" fmla="*/ 264966 w 484150"/>
              <a:gd name="connsiteY2" fmla="*/ 1288904 h 1288904"/>
              <a:gd name="connsiteX3" fmla="*/ 5455 w 484150"/>
              <a:gd name="connsiteY3" fmla="*/ 1006867 h 1288904"/>
              <a:gd name="connsiteX4" fmla="*/ 0 w 484150"/>
              <a:gd name="connsiteY4" fmla="*/ 69369 h 1288904"/>
              <a:gd name="connsiteX0" fmla="*/ 319078 w 484150"/>
              <a:gd name="connsiteY0" fmla="*/ 69369 h 1288904"/>
              <a:gd name="connsiteX1" fmla="*/ 483663 w 484150"/>
              <a:gd name="connsiteY1" fmla="*/ 58973 h 1288904"/>
              <a:gd name="connsiteX2" fmla="*/ 388447 w 484150"/>
              <a:gd name="connsiteY2" fmla="*/ 1279176 h 1288904"/>
              <a:gd name="connsiteX3" fmla="*/ 276121 w 484150"/>
              <a:gd name="connsiteY3" fmla="*/ 1265387 h 1288904"/>
              <a:gd name="connsiteX4" fmla="*/ 319078 w 484150"/>
              <a:gd name="connsiteY4" fmla="*/ 69369 h 1288904"/>
              <a:gd name="connsiteX0" fmla="*/ 0 w 484150"/>
              <a:gd name="connsiteY0" fmla="*/ 69369 h 1288904"/>
              <a:gd name="connsiteX1" fmla="*/ 69369 w 484150"/>
              <a:gd name="connsiteY1" fmla="*/ 0 h 1288904"/>
              <a:gd name="connsiteX2" fmla="*/ 478210 w 484150"/>
              <a:gd name="connsiteY2" fmla="*/ 61436 h 1288904"/>
              <a:gd name="connsiteX3" fmla="*/ 319078 w 484150"/>
              <a:gd name="connsiteY3" fmla="*/ 69369 h 1288904"/>
              <a:gd name="connsiteX4" fmla="*/ 0 w 484150"/>
              <a:gd name="connsiteY4" fmla="*/ 69369 h 1288904"/>
              <a:gd name="connsiteX0" fmla="*/ 0 w 484150"/>
              <a:gd name="connsiteY0" fmla="*/ 69369 h 1288904"/>
              <a:gd name="connsiteX1" fmla="*/ 69369 w 484150"/>
              <a:gd name="connsiteY1" fmla="*/ 0 h 1288904"/>
              <a:gd name="connsiteX2" fmla="*/ 460792 w 484150"/>
              <a:gd name="connsiteY2" fmla="*/ 56180 h 1288904"/>
              <a:gd name="connsiteX3" fmla="*/ 388536 w 484150"/>
              <a:gd name="connsiteY3" fmla="*/ 1246344 h 1288904"/>
              <a:gd name="connsiteX4" fmla="*/ 268955 w 484150"/>
              <a:gd name="connsiteY4" fmla="*/ 1278161 h 1288904"/>
              <a:gd name="connsiteX5" fmla="*/ 5455 w 484150"/>
              <a:gd name="connsiteY5" fmla="*/ 1006867 h 1288904"/>
              <a:gd name="connsiteX6" fmla="*/ 0 w 484150"/>
              <a:gd name="connsiteY6" fmla="*/ 69369 h 1288904"/>
              <a:gd name="connsiteX7" fmla="*/ 0 w 484150"/>
              <a:gd name="connsiteY7" fmla="*/ 69369 h 1288904"/>
              <a:gd name="connsiteX8" fmla="*/ 319078 w 484150"/>
              <a:gd name="connsiteY8" fmla="*/ 69369 h 1288904"/>
              <a:gd name="connsiteX9" fmla="*/ 484150 w 484150"/>
              <a:gd name="connsiteY9" fmla="*/ 61733 h 1288904"/>
              <a:gd name="connsiteX10" fmla="*/ 319078 w 484150"/>
              <a:gd name="connsiteY10" fmla="*/ 69369 h 1288904"/>
              <a:gd name="connsiteX11" fmla="*/ 275714 w 484150"/>
              <a:gd name="connsiteY11" fmla="*/ 1269744 h 1288904"/>
              <a:gd name="connsiteX0" fmla="*/ 0 w 484150"/>
              <a:gd name="connsiteY0" fmla="*/ 69369 h 1288904"/>
              <a:gd name="connsiteX1" fmla="*/ 319078 w 484150"/>
              <a:gd name="connsiteY1" fmla="*/ 69369 h 1288904"/>
              <a:gd name="connsiteX2" fmla="*/ 264966 w 484150"/>
              <a:gd name="connsiteY2" fmla="*/ 1288904 h 1288904"/>
              <a:gd name="connsiteX3" fmla="*/ 5455 w 484150"/>
              <a:gd name="connsiteY3" fmla="*/ 1006867 h 1288904"/>
              <a:gd name="connsiteX4" fmla="*/ 0 w 484150"/>
              <a:gd name="connsiteY4" fmla="*/ 69369 h 1288904"/>
              <a:gd name="connsiteX0" fmla="*/ 319078 w 484150"/>
              <a:gd name="connsiteY0" fmla="*/ 69369 h 1288904"/>
              <a:gd name="connsiteX1" fmla="*/ 483663 w 484150"/>
              <a:gd name="connsiteY1" fmla="*/ 58973 h 1288904"/>
              <a:gd name="connsiteX2" fmla="*/ 407584 w 484150"/>
              <a:gd name="connsiteY2" fmla="*/ 1234169 h 1288904"/>
              <a:gd name="connsiteX3" fmla="*/ 276121 w 484150"/>
              <a:gd name="connsiteY3" fmla="*/ 1265387 h 1288904"/>
              <a:gd name="connsiteX4" fmla="*/ 319078 w 484150"/>
              <a:gd name="connsiteY4" fmla="*/ 69369 h 1288904"/>
              <a:gd name="connsiteX0" fmla="*/ 0 w 484150"/>
              <a:gd name="connsiteY0" fmla="*/ 69369 h 1288904"/>
              <a:gd name="connsiteX1" fmla="*/ 69369 w 484150"/>
              <a:gd name="connsiteY1" fmla="*/ 0 h 1288904"/>
              <a:gd name="connsiteX2" fmla="*/ 478210 w 484150"/>
              <a:gd name="connsiteY2" fmla="*/ 61436 h 1288904"/>
              <a:gd name="connsiteX3" fmla="*/ 319078 w 484150"/>
              <a:gd name="connsiteY3" fmla="*/ 69369 h 1288904"/>
              <a:gd name="connsiteX4" fmla="*/ 0 w 484150"/>
              <a:gd name="connsiteY4" fmla="*/ 69369 h 1288904"/>
              <a:gd name="connsiteX0" fmla="*/ 0 w 484150"/>
              <a:gd name="connsiteY0" fmla="*/ 69369 h 1288904"/>
              <a:gd name="connsiteX1" fmla="*/ 69369 w 484150"/>
              <a:gd name="connsiteY1" fmla="*/ 0 h 1288904"/>
              <a:gd name="connsiteX2" fmla="*/ 460792 w 484150"/>
              <a:gd name="connsiteY2" fmla="*/ 56180 h 1288904"/>
              <a:gd name="connsiteX3" fmla="*/ 388536 w 484150"/>
              <a:gd name="connsiteY3" fmla="*/ 1246344 h 1288904"/>
              <a:gd name="connsiteX4" fmla="*/ 268955 w 484150"/>
              <a:gd name="connsiteY4" fmla="*/ 1278161 h 1288904"/>
              <a:gd name="connsiteX5" fmla="*/ 5455 w 484150"/>
              <a:gd name="connsiteY5" fmla="*/ 1006867 h 1288904"/>
              <a:gd name="connsiteX6" fmla="*/ 0 w 484150"/>
              <a:gd name="connsiteY6" fmla="*/ 69369 h 1288904"/>
              <a:gd name="connsiteX7" fmla="*/ 0 w 484150"/>
              <a:gd name="connsiteY7" fmla="*/ 69369 h 1288904"/>
              <a:gd name="connsiteX8" fmla="*/ 319078 w 484150"/>
              <a:gd name="connsiteY8" fmla="*/ 69369 h 1288904"/>
              <a:gd name="connsiteX9" fmla="*/ 484150 w 484150"/>
              <a:gd name="connsiteY9" fmla="*/ 61733 h 1288904"/>
              <a:gd name="connsiteX10" fmla="*/ 319078 w 484150"/>
              <a:gd name="connsiteY10" fmla="*/ 69369 h 1288904"/>
              <a:gd name="connsiteX11" fmla="*/ 275714 w 484150"/>
              <a:gd name="connsiteY11" fmla="*/ 1269744 h 1288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4150" h="1288904" stroke="0" extrusionOk="0">
                <a:moveTo>
                  <a:pt x="0" y="69369"/>
                </a:moveTo>
                <a:lnTo>
                  <a:pt x="319078" y="69369"/>
                </a:lnTo>
                <a:lnTo>
                  <a:pt x="264966" y="1288904"/>
                </a:lnTo>
                <a:lnTo>
                  <a:pt x="5455" y="1006867"/>
                </a:lnTo>
                <a:cubicBezTo>
                  <a:pt x="3637" y="694368"/>
                  <a:pt x="1818" y="381868"/>
                  <a:pt x="0" y="69369"/>
                </a:cubicBezTo>
                <a:close/>
              </a:path>
              <a:path w="484150" h="1288904" fill="darkenLess" stroke="0" extrusionOk="0">
                <a:moveTo>
                  <a:pt x="319078" y="69369"/>
                </a:moveTo>
                <a:lnTo>
                  <a:pt x="483663" y="58973"/>
                </a:lnTo>
                <a:lnTo>
                  <a:pt x="407584" y="1234169"/>
                </a:lnTo>
                <a:lnTo>
                  <a:pt x="276121" y="1265387"/>
                </a:lnTo>
                <a:lnTo>
                  <a:pt x="319078" y="69369"/>
                </a:lnTo>
                <a:close/>
              </a:path>
              <a:path w="484150" h="1288904" fill="lightenLess" stroke="0" extrusionOk="0">
                <a:moveTo>
                  <a:pt x="0" y="69369"/>
                </a:moveTo>
                <a:lnTo>
                  <a:pt x="69369" y="0"/>
                </a:lnTo>
                <a:lnTo>
                  <a:pt x="478210" y="61436"/>
                </a:lnTo>
                <a:lnTo>
                  <a:pt x="319078" y="69369"/>
                </a:lnTo>
                <a:lnTo>
                  <a:pt x="0" y="69369"/>
                </a:lnTo>
                <a:close/>
              </a:path>
              <a:path w="484150" h="1288904" fill="none" extrusionOk="0">
                <a:moveTo>
                  <a:pt x="0" y="69369"/>
                </a:moveTo>
                <a:lnTo>
                  <a:pt x="69369" y="0"/>
                </a:lnTo>
                <a:lnTo>
                  <a:pt x="460792" y="56180"/>
                </a:lnTo>
                <a:lnTo>
                  <a:pt x="388536" y="1246344"/>
                </a:lnTo>
                <a:lnTo>
                  <a:pt x="268955" y="1278161"/>
                </a:lnTo>
                <a:lnTo>
                  <a:pt x="5455" y="1006867"/>
                </a:lnTo>
                <a:cubicBezTo>
                  <a:pt x="5455" y="580475"/>
                  <a:pt x="0" y="495761"/>
                  <a:pt x="0" y="69369"/>
                </a:cubicBezTo>
                <a:close/>
                <a:moveTo>
                  <a:pt x="0" y="69369"/>
                </a:moveTo>
                <a:lnTo>
                  <a:pt x="319078" y="69369"/>
                </a:lnTo>
                <a:lnTo>
                  <a:pt x="484150" y="61733"/>
                </a:lnTo>
                <a:moveTo>
                  <a:pt x="319078" y="69369"/>
                </a:moveTo>
                <a:lnTo>
                  <a:pt x="275714" y="1269744"/>
                </a:lnTo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06D3ADE-F525-F341-72F5-B5DAD210D7CD}"/>
              </a:ext>
            </a:extLst>
          </p:cNvPr>
          <p:cNvSpPr/>
          <p:nvPr/>
        </p:nvSpPr>
        <p:spPr>
          <a:xfrm>
            <a:off x="7419024" y="785798"/>
            <a:ext cx="140276" cy="122889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2CC2017-88FE-B3DB-129E-AA202D23F0E2}"/>
              </a:ext>
            </a:extLst>
          </p:cNvPr>
          <p:cNvSpPr/>
          <p:nvPr/>
        </p:nvSpPr>
        <p:spPr>
          <a:xfrm>
            <a:off x="7489161" y="815011"/>
            <a:ext cx="63566" cy="1228898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2" name="Ellipse 151">
            <a:extLst>
              <a:ext uri="{FF2B5EF4-FFF2-40B4-BE49-F238E27FC236}">
                <a16:creationId xmlns:a16="http://schemas.microsoft.com/office/drawing/2014/main" id="{2D8FFCCA-5C2D-441A-E0C0-68532DF15676}"/>
              </a:ext>
            </a:extLst>
          </p:cNvPr>
          <p:cNvSpPr/>
          <p:nvPr/>
        </p:nvSpPr>
        <p:spPr>
          <a:xfrm>
            <a:off x="4315423" y="1921880"/>
            <a:ext cx="305790" cy="3057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Kreis: nicht ausgefüllt 152">
            <a:extLst>
              <a:ext uri="{FF2B5EF4-FFF2-40B4-BE49-F238E27FC236}">
                <a16:creationId xmlns:a16="http://schemas.microsoft.com/office/drawing/2014/main" id="{54A5B2CC-A531-4B2D-8833-20A36B525F5E}"/>
              </a:ext>
            </a:extLst>
          </p:cNvPr>
          <p:cNvSpPr/>
          <p:nvPr/>
        </p:nvSpPr>
        <p:spPr>
          <a:xfrm>
            <a:off x="3179341" y="785798"/>
            <a:ext cx="2577955" cy="2577955"/>
          </a:xfrm>
          <a:prstGeom prst="donut">
            <a:avLst>
              <a:gd name="adj" fmla="val 429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8" name="Stern: 6 Zacken 157">
            <a:extLst>
              <a:ext uri="{FF2B5EF4-FFF2-40B4-BE49-F238E27FC236}">
                <a16:creationId xmlns:a16="http://schemas.microsoft.com/office/drawing/2014/main" id="{A489B72E-8CFE-EE37-A753-203356D4AF74}"/>
              </a:ext>
            </a:extLst>
          </p:cNvPr>
          <p:cNvSpPr/>
          <p:nvPr/>
        </p:nvSpPr>
        <p:spPr>
          <a:xfrm rot="227872">
            <a:off x="4295170" y="730226"/>
            <a:ext cx="190654" cy="190654"/>
          </a:xfrm>
          <a:prstGeom prst="star6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Pfeil: gebogen 163">
            <a:extLst>
              <a:ext uri="{FF2B5EF4-FFF2-40B4-BE49-F238E27FC236}">
                <a16:creationId xmlns:a16="http://schemas.microsoft.com/office/drawing/2014/main" id="{11E3EDFF-29DD-9485-3ADE-396B1A7CEF84}"/>
              </a:ext>
            </a:extLst>
          </p:cNvPr>
          <p:cNvSpPr/>
          <p:nvPr/>
        </p:nvSpPr>
        <p:spPr>
          <a:xfrm rot="20304312" flipH="1">
            <a:off x="4136292" y="1762900"/>
            <a:ext cx="675966" cy="700121"/>
          </a:xfrm>
          <a:prstGeom prst="circularArrow">
            <a:avLst>
              <a:gd name="adj1" fmla="val 7185"/>
              <a:gd name="adj2" fmla="val 923709"/>
              <a:gd name="adj3" fmla="val 20442418"/>
              <a:gd name="adj4" fmla="val 9670801"/>
              <a:gd name="adj5" fmla="val 1335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2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feld 164">
                <a:extLst>
                  <a:ext uri="{FF2B5EF4-FFF2-40B4-BE49-F238E27FC236}">
                    <a16:creationId xmlns:a16="http://schemas.microsoft.com/office/drawing/2014/main" id="{9EF1DD06-D1EC-7911-662D-CC1503D64BB7}"/>
                  </a:ext>
                </a:extLst>
              </p:cNvPr>
              <p:cNvSpPr txBox="1"/>
              <p:nvPr/>
            </p:nvSpPr>
            <p:spPr>
              <a:xfrm>
                <a:off x="6892957" y="1407090"/>
                <a:ext cx="410280" cy="6462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de-DE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𝐼𝐼</m:t>
                          </m:r>
                        </m:sub>
                      </m:sSub>
                    </m:oMath>
                  </m:oMathPara>
                </a14:m>
                <a:endParaRPr lang="de-DE" sz="1400" b="0" dirty="0"/>
              </a:p>
              <a:p>
                <a:r>
                  <a:rPr lang="de-DE" sz="2000" dirty="0"/>
                  <a:t> </a:t>
                </a:r>
              </a:p>
            </p:txBody>
          </p:sp>
        </mc:Choice>
        <mc:Fallback xmlns="">
          <p:sp>
            <p:nvSpPr>
              <p:cNvPr id="165" name="Textfeld 164">
                <a:extLst>
                  <a:ext uri="{FF2B5EF4-FFF2-40B4-BE49-F238E27FC236}">
                    <a16:creationId xmlns:a16="http://schemas.microsoft.com/office/drawing/2014/main" id="{9EF1DD06-D1EC-7911-662D-CC1503D64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957" y="1407090"/>
                <a:ext cx="410280" cy="646267"/>
              </a:xfrm>
              <a:prstGeom prst="rect">
                <a:avLst/>
              </a:prstGeom>
              <a:blipFill>
                <a:blip r:embed="rId2"/>
                <a:stretch>
                  <a:fillRect r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llipse 10">
            <a:extLst>
              <a:ext uri="{FF2B5EF4-FFF2-40B4-BE49-F238E27FC236}">
                <a16:creationId xmlns:a16="http://schemas.microsoft.com/office/drawing/2014/main" id="{00EA8A0B-7556-A679-0D25-1F707E906B26}"/>
              </a:ext>
            </a:extLst>
          </p:cNvPr>
          <p:cNvSpPr/>
          <p:nvPr/>
        </p:nvSpPr>
        <p:spPr>
          <a:xfrm>
            <a:off x="7336267" y="1921880"/>
            <a:ext cx="305790" cy="3057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Kreis: nicht ausgefüllt 11">
            <a:extLst>
              <a:ext uri="{FF2B5EF4-FFF2-40B4-BE49-F238E27FC236}">
                <a16:creationId xmlns:a16="http://schemas.microsoft.com/office/drawing/2014/main" id="{D87EFFC7-33EB-4819-07B4-B63F36747480}"/>
              </a:ext>
            </a:extLst>
          </p:cNvPr>
          <p:cNvSpPr/>
          <p:nvPr/>
        </p:nvSpPr>
        <p:spPr>
          <a:xfrm>
            <a:off x="6200185" y="785798"/>
            <a:ext cx="2577955" cy="2577955"/>
          </a:xfrm>
          <a:prstGeom prst="donut">
            <a:avLst>
              <a:gd name="adj" fmla="val 429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Stern: 6 Zacken 15">
            <a:extLst>
              <a:ext uri="{FF2B5EF4-FFF2-40B4-BE49-F238E27FC236}">
                <a16:creationId xmlns:a16="http://schemas.microsoft.com/office/drawing/2014/main" id="{03E30A7A-4141-6204-AC26-4D4A4F816309}"/>
              </a:ext>
            </a:extLst>
          </p:cNvPr>
          <p:cNvSpPr/>
          <p:nvPr/>
        </p:nvSpPr>
        <p:spPr>
          <a:xfrm rot="227872">
            <a:off x="7393834" y="730226"/>
            <a:ext cx="190654" cy="190654"/>
          </a:xfrm>
          <a:prstGeom prst="star6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feil: gebogen 16">
            <a:extLst>
              <a:ext uri="{FF2B5EF4-FFF2-40B4-BE49-F238E27FC236}">
                <a16:creationId xmlns:a16="http://schemas.microsoft.com/office/drawing/2014/main" id="{1D73B5C7-A74B-FABA-3764-7822C211B10C}"/>
              </a:ext>
            </a:extLst>
          </p:cNvPr>
          <p:cNvSpPr/>
          <p:nvPr/>
        </p:nvSpPr>
        <p:spPr>
          <a:xfrm rot="20304312" flipH="1">
            <a:off x="7176144" y="1762901"/>
            <a:ext cx="675966" cy="700121"/>
          </a:xfrm>
          <a:prstGeom prst="circularArrow">
            <a:avLst>
              <a:gd name="adj1" fmla="val 7185"/>
              <a:gd name="adj2" fmla="val 923709"/>
              <a:gd name="adj3" fmla="val 20442418"/>
              <a:gd name="adj4" fmla="val 9670801"/>
              <a:gd name="adj5" fmla="val 1335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2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B29305C7-2D58-4565-B3B5-9B3178DC4791}"/>
                  </a:ext>
                </a:extLst>
              </p:cNvPr>
              <p:cNvSpPr txBox="1"/>
              <p:nvPr/>
            </p:nvSpPr>
            <p:spPr>
              <a:xfrm>
                <a:off x="7592330" y="1395949"/>
                <a:ext cx="487680" cy="3172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1400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B29305C7-2D58-4565-B3B5-9B3178DC4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2330" y="1395949"/>
                <a:ext cx="487680" cy="3172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Kreis: nicht ausgefüllt 51">
            <a:extLst>
              <a:ext uri="{FF2B5EF4-FFF2-40B4-BE49-F238E27FC236}">
                <a16:creationId xmlns:a16="http://schemas.microsoft.com/office/drawing/2014/main" id="{EF89DCB4-C6F1-1DED-7BFA-CD6F110D4291}"/>
              </a:ext>
            </a:extLst>
          </p:cNvPr>
          <p:cNvSpPr/>
          <p:nvPr/>
        </p:nvSpPr>
        <p:spPr>
          <a:xfrm>
            <a:off x="1101875" y="5732641"/>
            <a:ext cx="4384583" cy="4384583"/>
          </a:xfrm>
          <a:prstGeom prst="donut">
            <a:avLst>
              <a:gd name="adj" fmla="val 2692"/>
            </a:avLst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5" name="Zylinder 54">
            <a:extLst>
              <a:ext uri="{FF2B5EF4-FFF2-40B4-BE49-F238E27FC236}">
                <a16:creationId xmlns:a16="http://schemas.microsoft.com/office/drawing/2014/main" id="{05C4857F-2622-CF5E-2D4E-E4B6B28B614F}"/>
              </a:ext>
            </a:extLst>
          </p:cNvPr>
          <p:cNvSpPr/>
          <p:nvPr/>
        </p:nvSpPr>
        <p:spPr>
          <a:xfrm>
            <a:off x="2676584" y="8634433"/>
            <a:ext cx="1235167" cy="819762"/>
          </a:xfrm>
          <a:prstGeom prst="ca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72" name="Zylinder 71">
            <a:extLst>
              <a:ext uri="{FF2B5EF4-FFF2-40B4-BE49-F238E27FC236}">
                <a16:creationId xmlns:a16="http://schemas.microsoft.com/office/drawing/2014/main" id="{7430A4C7-55C0-0593-ABF1-3083E539B35A}"/>
              </a:ext>
            </a:extLst>
          </p:cNvPr>
          <p:cNvSpPr/>
          <p:nvPr/>
        </p:nvSpPr>
        <p:spPr>
          <a:xfrm>
            <a:off x="3136405" y="7924933"/>
            <a:ext cx="315525" cy="822981"/>
          </a:xfrm>
          <a:prstGeom prst="ca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73" name="Zylinder 72">
            <a:extLst>
              <a:ext uri="{FF2B5EF4-FFF2-40B4-BE49-F238E27FC236}">
                <a16:creationId xmlns:a16="http://schemas.microsoft.com/office/drawing/2014/main" id="{52F84EED-BDB6-83B4-8908-33F573B409A8}"/>
              </a:ext>
            </a:extLst>
          </p:cNvPr>
          <p:cNvSpPr/>
          <p:nvPr/>
        </p:nvSpPr>
        <p:spPr>
          <a:xfrm rot="5400000" flipH="1">
            <a:off x="3127243" y="7442563"/>
            <a:ext cx="315525" cy="822981"/>
          </a:xfrm>
          <a:prstGeom prst="ca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74" name="Kreis: nicht ausgefüllt 73">
            <a:extLst>
              <a:ext uri="{FF2B5EF4-FFF2-40B4-BE49-F238E27FC236}">
                <a16:creationId xmlns:a16="http://schemas.microsoft.com/office/drawing/2014/main" id="{D4C1FC85-BF50-A4DE-8808-D7798660E703}"/>
              </a:ext>
            </a:extLst>
          </p:cNvPr>
          <p:cNvSpPr/>
          <p:nvPr/>
        </p:nvSpPr>
        <p:spPr>
          <a:xfrm>
            <a:off x="1101874" y="7376219"/>
            <a:ext cx="4375819" cy="765794"/>
          </a:xfrm>
          <a:prstGeom prst="donut">
            <a:avLst>
              <a:gd name="adj" fmla="val 13391"/>
            </a:avLst>
          </a:prstGeom>
          <a:solidFill>
            <a:srgbClr val="FFC00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76200" prstMaterial="matte"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3" name="Würfel 82">
            <a:extLst>
              <a:ext uri="{FF2B5EF4-FFF2-40B4-BE49-F238E27FC236}">
                <a16:creationId xmlns:a16="http://schemas.microsoft.com/office/drawing/2014/main" id="{5691A1E2-8E6E-C185-446B-D3949879BC2F}"/>
              </a:ext>
            </a:extLst>
          </p:cNvPr>
          <p:cNvSpPr/>
          <p:nvPr/>
        </p:nvSpPr>
        <p:spPr>
          <a:xfrm>
            <a:off x="3120407" y="7274969"/>
            <a:ext cx="388447" cy="497049"/>
          </a:xfrm>
          <a:prstGeom prst="cube">
            <a:avLst>
              <a:gd name="adj" fmla="val 17858"/>
            </a:avLst>
          </a:prstGeom>
          <a:solidFill>
            <a:schemeClr val="bg1">
              <a:lumMod val="75000"/>
            </a:schemeClr>
          </a:solidFill>
          <a:scene3d>
            <a:camera prst="orthographicFront">
              <a:rot lat="60000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84" name="Zylinder 83">
            <a:extLst>
              <a:ext uri="{FF2B5EF4-FFF2-40B4-BE49-F238E27FC236}">
                <a16:creationId xmlns:a16="http://schemas.microsoft.com/office/drawing/2014/main" id="{7AE9E80C-1BF7-DD8E-2244-38EF13A0F2A2}"/>
              </a:ext>
            </a:extLst>
          </p:cNvPr>
          <p:cNvSpPr/>
          <p:nvPr/>
        </p:nvSpPr>
        <p:spPr>
          <a:xfrm rot="5400000" flipH="1">
            <a:off x="3124816" y="6822761"/>
            <a:ext cx="315525" cy="822981"/>
          </a:xfrm>
          <a:prstGeom prst="ca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125ED952-D8FA-D0B7-5CFB-4E9308328BBB}"/>
              </a:ext>
            </a:extLst>
          </p:cNvPr>
          <p:cNvGrpSpPr/>
          <p:nvPr/>
        </p:nvGrpSpPr>
        <p:grpSpPr>
          <a:xfrm>
            <a:off x="-232819" y="647967"/>
            <a:ext cx="2969271" cy="3603510"/>
            <a:chOff x="218348" y="9173819"/>
            <a:chExt cx="2969271" cy="3603510"/>
          </a:xfrm>
        </p:grpSpPr>
        <p:sp>
          <p:nvSpPr>
            <p:cNvPr id="114" name="Halbbogen 113">
              <a:extLst>
                <a:ext uri="{FF2B5EF4-FFF2-40B4-BE49-F238E27FC236}">
                  <a16:creationId xmlns:a16="http://schemas.microsoft.com/office/drawing/2014/main" id="{4767BDC6-FD81-DA57-7B5C-973EA892D779}"/>
                </a:ext>
              </a:extLst>
            </p:cNvPr>
            <p:cNvSpPr/>
            <p:nvPr/>
          </p:nvSpPr>
          <p:spPr>
            <a:xfrm rot="11163210" flipH="1" flipV="1">
              <a:off x="218348" y="9173819"/>
              <a:ext cx="2518241" cy="3603510"/>
            </a:xfrm>
            <a:prstGeom prst="blockArc">
              <a:avLst>
                <a:gd name="adj1" fmla="val 17074612"/>
                <a:gd name="adj2" fmla="val 19583853"/>
                <a:gd name="adj3" fmla="val 2128"/>
              </a:avLst>
            </a:prstGeom>
            <a:solidFill>
              <a:srgbClr val="FFC000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5" name="Gruppieren 114">
              <a:extLst>
                <a:ext uri="{FF2B5EF4-FFF2-40B4-BE49-F238E27FC236}">
                  <a16:creationId xmlns:a16="http://schemas.microsoft.com/office/drawing/2014/main" id="{6BF2E007-2D40-E039-A510-958A6B86CB1D}"/>
                </a:ext>
              </a:extLst>
            </p:cNvPr>
            <p:cNvGrpSpPr/>
            <p:nvPr/>
          </p:nvGrpSpPr>
          <p:grpSpPr>
            <a:xfrm>
              <a:off x="609664" y="9321144"/>
              <a:ext cx="2577955" cy="2577955"/>
              <a:chOff x="426056" y="9035900"/>
              <a:chExt cx="2970681" cy="2970681"/>
            </a:xfrm>
          </p:grpSpPr>
          <p:sp>
            <p:nvSpPr>
              <p:cNvPr id="116" name="Rechteck 115">
                <a:extLst>
                  <a:ext uri="{FF2B5EF4-FFF2-40B4-BE49-F238E27FC236}">
                    <a16:creationId xmlns:a16="http://schemas.microsoft.com/office/drawing/2014/main" id="{1147689F-E571-F191-179F-73A2E7D40B09}"/>
                  </a:ext>
                </a:extLst>
              </p:cNvPr>
              <p:cNvSpPr>
                <a:spLocks/>
              </p:cNvSpPr>
              <p:nvPr/>
            </p:nvSpPr>
            <p:spPr>
              <a:xfrm rot="3233191">
                <a:off x="2480951" y="9378564"/>
                <a:ext cx="99915" cy="1305951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Kreis: nicht ausgefüllt 116">
                <a:extLst>
                  <a:ext uri="{FF2B5EF4-FFF2-40B4-BE49-F238E27FC236}">
                    <a16:creationId xmlns:a16="http://schemas.microsoft.com/office/drawing/2014/main" id="{C3C322B4-EEC3-F96A-8A21-9065489A3010}"/>
                  </a:ext>
                </a:extLst>
              </p:cNvPr>
              <p:cNvSpPr/>
              <p:nvPr/>
            </p:nvSpPr>
            <p:spPr>
              <a:xfrm>
                <a:off x="744216" y="9522772"/>
                <a:ext cx="2328325" cy="243859"/>
              </a:xfrm>
              <a:prstGeom prst="donut">
                <a:avLst>
                  <a:gd name="adj" fmla="val 28646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76200" prstMaterial="matte"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8" name="Stern: 6 Zacken 117">
                <a:extLst>
                  <a:ext uri="{FF2B5EF4-FFF2-40B4-BE49-F238E27FC236}">
                    <a16:creationId xmlns:a16="http://schemas.microsoft.com/office/drawing/2014/main" id="{1CB6AAF7-2353-F805-320C-4DB78BA6F5B6}"/>
                  </a:ext>
                </a:extLst>
              </p:cNvPr>
              <p:cNvSpPr/>
              <p:nvPr/>
            </p:nvSpPr>
            <p:spPr>
              <a:xfrm rot="227872">
                <a:off x="2397291" y="9437225"/>
                <a:ext cx="218799" cy="218799"/>
              </a:xfrm>
              <a:prstGeom prst="star6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9" name="Gruppieren 118">
                <a:extLst>
                  <a:ext uri="{FF2B5EF4-FFF2-40B4-BE49-F238E27FC236}">
                    <a16:creationId xmlns:a16="http://schemas.microsoft.com/office/drawing/2014/main" id="{9F85C831-6E70-A0F1-A55D-FE1737980BCE}"/>
                  </a:ext>
                </a:extLst>
              </p:cNvPr>
              <p:cNvGrpSpPr/>
              <p:nvPr/>
            </p:nvGrpSpPr>
            <p:grpSpPr>
              <a:xfrm>
                <a:off x="1747200" y="9693687"/>
                <a:ext cx="374473" cy="70341"/>
                <a:chOff x="1672508" y="7200899"/>
                <a:chExt cx="326303" cy="61293"/>
              </a:xfrm>
            </p:grpSpPr>
            <p:sp>
              <p:nvSpPr>
                <p:cNvPr id="136" name="Rechteck 135">
                  <a:extLst>
                    <a:ext uri="{FF2B5EF4-FFF2-40B4-BE49-F238E27FC236}">
                      <a16:creationId xmlns:a16="http://schemas.microsoft.com/office/drawing/2014/main" id="{72C610B2-7CBF-6F68-34E8-486B0276882E}"/>
                    </a:ext>
                  </a:extLst>
                </p:cNvPr>
                <p:cNvSpPr/>
                <p:nvPr/>
              </p:nvSpPr>
              <p:spPr>
                <a:xfrm>
                  <a:off x="1682436" y="7200899"/>
                  <a:ext cx="290457" cy="6129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37" name="Gerader Verbinder 136">
                  <a:extLst>
                    <a:ext uri="{FF2B5EF4-FFF2-40B4-BE49-F238E27FC236}">
                      <a16:creationId xmlns:a16="http://schemas.microsoft.com/office/drawing/2014/main" id="{5F37FF3A-2B0F-C155-4040-8B71CCC8DF5E}"/>
                    </a:ext>
                  </a:extLst>
                </p:cNvPr>
                <p:cNvCxnSpPr/>
                <p:nvPr/>
              </p:nvCxnSpPr>
              <p:spPr>
                <a:xfrm>
                  <a:off x="1672508" y="7203280"/>
                  <a:ext cx="320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Gerader Verbinder 137">
                  <a:extLst>
                    <a:ext uri="{FF2B5EF4-FFF2-40B4-BE49-F238E27FC236}">
                      <a16:creationId xmlns:a16="http://schemas.microsoft.com/office/drawing/2014/main" id="{03E371B4-43D9-FC43-D59F-E1309082F984}"/>
                    </a:ext>
                  </a:extLst>
                </p:cNvPr>
                <p:cNvCxnSpPr/>
                <p:nvPr/>
              </p:nvCxnSpPr>
              <p:spPr>
                <a:xfrm>
                  <a:off x="1678213" y="7262079"/>
                  <a:ext cx="320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0" name="Gruppieren 119">
                <a:extLst>
                  <a:ext uri="{FF2B5EF4-FFF2-40B4-BE49-F238E27FC236}">
                    <a16:creationId xmlns:a16="http://schemas.microsoft.com/office/drawing/2014/main" id="{2F4B57DC-64A8-F6FE-ED72-859282FCE3F8}"/>
                  </a:ext>
                </a:extLst>
              </p:cNvPr>
              <p:cNvGrpSpPr/>
              <p:nvPr/>
            </p:nvGrpSpPr>
            <p:grpSpPr>
              <a:xfrm rot="21088293">
                <a:off x="2404247" y="9687297"/>
                <a:ext cx="321927" cy="68179"/>
                <a:chOff x="1534528" y="7194042"/>
                <a:chExt cx="464352" cy="68150"/>
              </a:xfrm>
            </p:grpSpPr>
            <p:sp>
              <p:nvSpPr>
                <p:cNvPr id="133" name="Rechteck 132">
                  <a:extLst>
                    <a:ext uri="{FF2B5EF4-FFF2-40B4-BE49-F238E27FC236}">
                      <a16:creationId xmlns:a16="http://schemas.microsoft.com/office/drawing/2014/main" id="{E10861CD-9975-3F52-9049-D8F344E89AEC}"/>
                    </a:ext>
                  </a:extLst>
                </p:cNvPr>
                <p:cNvSpPr/>
                <p:nvPr/>
              </p:nvSpPr>
              <p:spPr>
                <a:xfrm>
                  <a:off x="1682436" y="7200899"/>
                  <a:ext cx="290457" cy="6129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34" name="Gerader Verbinder 133">
                  <a:extLst>
                    <a:ext uri="{FF2B5EF4-FFF2-40B4-BE49-F238E27FC236}">
                      <a16:creationId xmlns:a16="http://schemas.microsoft.com/office/drawing/2014/main" id="{8AD2D526-40CF-C962-2A57-52124E582B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11707" flipV="1">
                  <a:off x="1650202" y="7194042"/>
                  <a:ext cx="345633" cy="967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Gerader Verbinder 134">
                  <a:extLst>
                    <a:ext uri="{FF2B5EF4-FFF2-40B4-BE49-F238E27FC236}">
                      <a16:creationId xmlns:a16="http://schemas.microsoft.com/office/drawing/2014/main" id="{6AFBEFF7-F8D1-A161-6450-F9F73E5167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11707" flipV="1">
                  <a:off x="1534528" y="7238090"/>
                  <a:ext cx="464352" cy="233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1" name="Kreis: nicht ausgefüllt 120">
                <a:extLst>
                  <a:ext uri="{FF2B5EF4-FFF2-40B4-BE49-F238E27FC236}">
                    <a16:creationId xmlns:a16="http://schemas.microsoft.com/office/drawing/2014/main" id="{4841D256-7618-53EF-993C-F1400AF17196}"/>
                  </a:ext>
                </a:extLst>
              </p:cNvPr>
              <p:cNvSpPr/>
              <p:nvPr/>
            </p:nvSpPr>
            <p:spPr>
              <a:xfrm>
                <a:off x="426056" y="9035900"/>
                <a:ext cx="2970681" cy="2970681"/>
              </a:xfrm>
              <a:prstGeom prst="donut">
                <a:avLst>
                  <a:gd name="adj" fmla="val 2692"/>
                </a:avLst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Zylinder 121">
                <a:extLst>
                  <a:ext uri="{FF2B5EF4-FFF2-40B4-BE49-F238E27FC236}">
                    <a16:creationId xmlns:a16="http://schemas.microsoft.com/office/drawing/2014/main" id="{A8701020-C60D-6EA6-41A8-489C89CF85A8}"/>
                  </a:ext>
                </a:extLst>
              </p:cNvPr>
              <p:cNvSpPr/>
              <p:nvPr/>
            </p:nvSpPr>
            <p:spPr>
              <a:xfrm>
                <a:off x="1804509" y="10521241"/>
                <a:ext cx="213777" cy="557593"/>
              </a:xfrm>
              <a:prstGeom prst="can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/>
              </a:p>
            </p:txBody>
          </p:sp>
          <p:sp>
            <p:nvSpPr>
              <p:cNvPr id="123" name="Ellipse 122">
                <a:extLst>
                  <a:ext uri="{FF2B5EF4-FFF2-40B4-BE49-F238E27FC236}">
                    <a16:creationId xmlns:a16="http://schemas.microsoft.com/office/drawing/2014/main" id="{4081EB57-B83D-6826-91ED-211A4EA2113C}"/>
                  </a:ext>
                </a:extLst>
              </p:cNvPr>
              <p:cNvSpPr/>
              <p:nvPr/>
            </p:nvSpPr>
            <p:spPr>
              <a:xfrm>
                <a:off x="1753494" y="10338425"/>
                <a:ext cx="343533" cy="343533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Kreis: nicht ausgefüllt 123">
                <a:extLst>
                  <a:ext uri="{FF2B5EF4-FFF2-40B4-BE49-F238E27FC236}">
                    <a16:creationId xmlns:a16="http://schemas.microsoft.com/office/drawing/2014/main" id="{C7B9B1E1-C30C-2913-4946-84D7FA09B673}"/>
                  </a:ext>
                </a:extLst>
              </p:cNvPr>
              <p:cNvSpPr/>
              <p:nvPr/>
            </p:nvSpPr>
            <p:spPr>
              <a:xfrm>
                <a:off x="440877" y="10149471"/>
                <a:ext cx="2955860" cy="518848"/>
              </a:xfrm>
              <a:prstGeom prst="donut">
                <a:avLst>
                  <a:gd name="adj" fmla="val 13391"/>
                </a:avLst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76200" prstMaterial="matte"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5" name="Rechteck 124">
                <a:extLst>
                  <a:ext uri="{FF2B5EF4-FFF2-40B4-BE49-F238E27FC236}">
                    <a16:creationId xmlns:a16="http://schemas.microsoft.com/office/drawing/2014/main" id="{A051B69B-5022-3181-7E1B-7B3282E37CA3}"/>
                  </a:ext>
                </a:extLst>
              </p:cNvPr>
              <p:cNvSpPr/>
              <p:nvPr/>
            </p:nvSpPr>
            <p:spPr>
              <a:xfrm>
                <a:off x="1468407" y="11025945"/>
                <a:ext cx="921878" cy="34353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6" name="Gruppieren 125">
                <a:extLst>
                  <a:ext uri="{FF2B5EF4-FFF2-40B4-BE49-F238E27FC236}">
                    <a16:creationId xmlns:a16="http://schemas.microsoft.com/office/drawing/2014/main" id="{18AA1E4B-57AE-F34B-780A-B82158D0B948}"/>
                  </a:ext>
                </a:extLst>
              </p:cNvPr>
              <p:cNvGrpSpPr/>
              <p:nvPr/>
            </p:nvGrpSpPr>
            <p:grpSpPr>
              <a:xfrm>
                <a:off x="2109713" y="9778815"/>
                <a:ext cx="744486" cy="566356"/>
                <a:chOff x="2275061" y="9842903"/>
                <a:chExt cx="465825" cy="358460"/>
              </a:xfrm>
            </p:grpSpPr>
            <p:sp>
              <p:nvSpPr>
                <p:cNvPr id="128" name="Rechteck 127">
                  <a:extLst>
                    <a:ext uri="{FF2B5EF4-FFF2-40B4-BE49-F238E27FC236}">
                      <a16:creationId xmlns:a16="http://schemas.microsoft.com/office/drawing/2014/main" id="{FF4C59F0-9362-611C-2496-B8BABF32A177}"/>
                    </a:ext>
                  </a:extLst>
                </p:cNvPr>
                <p:cNvSpPr/>
                <p:nvPr/>
              </p:nvSpPr>
              <p:spPr>
                <a:xfrm rot="3268941">
                  <a:off x="2484259" y="9794793"/>
                  <a:ext cx="64077" cy="44917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29" name="Gerader Verbinder 128">
                  <a:extLst>
                    <a:ext uri="{FF2B5EF4-FFF2-40B4-BE49-F238E27FC236}">
                      <a16:creationId xmlns:a16="http://schemas.microsoft.com/office/drawing/2014/main" id="{5A3E9F04-92B9-8794-6782-5F666FBA8B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275061" y="9842903"/>
                  <a:ext cx="425757" cy="31500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Gerader Verbinder 130">
                  <a:extLst>
                    <a:ext uri="{FF2B5EF4-FFF2-40B4-BE49-F238E27FC236}">
                      <a16:creationId xmlns:a16="http://schemas.microsoft.com/office/drawing/2014/main" id="{EC98913A-3202-4F86-A486-D4CA67CF88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15488" y="9903315"/>
                  <a:ext cx="408035" cy="29804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844598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C349EE5B-7A0D-0908-5E60-6AD6C1EED9C8}"/>
              </a:ext>
            </a:extLst>
          </p:cNvPr>
          <p:cNvGrpSpPr/>
          <p:nvPr/>
        </p:nvGrpSpPr>
        <p:grpSpPr>
          <a:xfrm>
            <a:off x="260456" y="3230446"/>
            <a:ext cx="6268065" cy="4589174"/>
            <a:chOff x="260456" y="3230446"/>
            <a:chExt cx="6268065" cy="4589174"/>
          </a:xfrm>
        </p:grpSpPr>
        <p:sp>
          <p:nvSpPr>
            <p:cNvPr id="76" name="Pfeil: gebogen 75">
              <a:extLst>
                <a:ext uri="{FF2B5EF4-FFF2-40B4-BE49-F238E27FC236}">
                  <a16:creationId xmlns:a16="http://schemas.microsoft.com/office/drawing/2014/main" id="{6BE2814B-3C9C-D32A-C7F3-3D9C96BD047E}"/>
                </a:ext>
              </a:extLst>
            </p:cNvPr>
            <p:cNvSpPr/>
            <p:nvPr/>
          </p:nvSpPr>
          <p:spPr>
            <a:xfrm rot="5400000" flipH="1">
              <a:off x="2390997" y="4281483"/>
              <a:ext cx="454567" cy="265772"/>
            </a:xfrm>
            <a:prstGeom prst="circularArrow">
              <a:avLst>
                <a:gd name="adj1" fmla="val 14849"/>
                <a:gd name="adj2" fmla="val 1324347"/>
                <a:gd name="adj3" fmla="val 1077952"/>
                <a:gd name="adj4" fmla="val 8706306"/>
                <a:gd name="adj5" fmla="val 1628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3200" dirty="0">
                <a:solidFill>
                  <a:schemeClr val="tx1"/>
                </a:solidFill>
              </a:endParaRPr>
            </a:p>
          </p:txBody>
        </p:sp>
        <p:sp>
          <p:nvSpPr>
            <p:cNvPr id="61" name="Würfel 60">
              <a:extLst>
                <a:ext uri="{FF2B5EF4-FFF2-40B4-BE49-F238E27FC236}">
                  <a16:creationId xmlns:a16="http://schemas.microsoft.com/office/drawing/2014/main" id="{5362C87B-C3A1-6305-51D2-9A514558C0A6}"/>
                </a:ext>
              </a:extLst>
            </p:cNvPr>
            <p:cNvSpPr/>
            <p:nvPr/>
          </p:nvSpPr>
          <p:spPr>
            <a:xfrm rot="5400000" flipH="1">
              <a:off x="4710665" y="4135169"/>
              <a:ext cx="1028700" cy="349041"/>
            </a:xfrm>
            <a:prstGeom prst="cube">
              <a:avLst>
                <a:gd name="adj" fmla="val 46034"/>
              </a:avLst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Würfel 62">
              <a:extLst>
                <a:ext uri="{FF2B5EF4-FFF2-40B4-BE49-F238E27FC236}">
                  <a16:creationId xmlns:a16="http://schemas.microsoft.com/office/drawing/2014/main" id="{151D82E6-A51C-1B68-58E7-CA356802D402}"/>
                </a:ext>
              </a:extLst>
            </p:cNvPr>
            <p:cNvSpPr/>
            <p:nvPr/>
          </p:nvSpPr>
          <p:spPr>
            <a:xfrm rot="5400000" flipH="1">
              <a:off x="5593846" y="3444819"/>
              <a:ext cx="285750" cy="986790"/>
            </a:xfrm>
            <a:prstGeom prst="cube">
              <a:avLst>
                <a:gd name="adj" fmla="val 58333"/>
              </a:avLst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Gerade Verbindung mit Pfeil 58">
              <a:extLst>
                <a:ext uri="{FF2B5EF4-FFF2-40B4-BE49-F238E27FC236}">
                  <a16:creationId xmlns:a16="http://schemas.microsoft.com/office/drawing/2014/main" id="{B5A775B6-9369-0C62-5799-B5632BD64B87}"/>
                </a:ext>
              </a:extLst>
            </p:cNvPr>
            <p:cNvCxnSpPr>
              <a:cxnSpLocks/>
            </p:cNvCxnSpPr>
            <p:nvPr/>
          </p:nvCxnSpPr>
          <p:spPr>
            <a:xfrm>
              <a:off x="2596615" y="4388039"/>
              <a:ext cx="1107440" cy="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r Verbinder 54">
              <a:extLst>
                <a:ext uri="{FF2B5EF4-FFF2-40B4-BE49-F238E27FC236}">
                  <a16:creationId xmlns:a16="http://schemas.microsoft.com/office/drawing/2014/main" id="{BB2E2FBD-C61D-66E7-3A4E-0F933A40D0BC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>
              <a:off x="1783406" y="5877791"/>
              <a:ext cx="13142" cy="1941829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mit Pfeil 45">
              <a:extLst>
                <a:ext uri="{FF2B5EF4-FFF2-40B4-BE49-F238E27FC236}">
                  <a16:creationId xmlns:a16="http://schemas.microsoft.com/office/drawing/2014/main" id="{B7FD1B22-9292-67A2-384B-8BC3A7FF02ED}"/>
                </a:ext>
              </a:extLst>
            </p:cNvPr>
            <p:cNvCxnSpPr/>
            <p:nvPr/>
          </p:nvCxnSpPr>
          <p:spPr>
            <a:xfrm flipH="1">
              <a:off x="741755" y="4389377"/>
              <a:ext cx="1032598" cy="6362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mit Pfeil 24">
              <a:extLst>
                <a:ext uri="{FF2B5EF4-FFF2-40B4-BE49-F238E27FC236}">
                  <a16:creationId xmlns:a16="http://schemas.microsoft.com/office/drawing/2014/main" id="{2528B44A-EFE9-1548-254C-79E99056B7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5300" y="4389377"/>
              <a:ext cx="1184375" cy="2884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Zylinder 5">
              <a:extLst>
                <a:ext uri="{FF2B5EF4-FFF2-40B4-BE49-F238E27FC236}">
                  <a16:creationId xmlns:a16="http://schemas.microsoft.com/office/drawing/2014/main" id="{48ABA05D-B8D1-06D1-5E53-54D584ACAE35}"/>
                </a:ext>
              </a:extLst>
            </p:cNvPr>
            <p:cNvSpPr/>
            <p:nvPr/>
          </p:nvSpPr>
          <p:spPr>
            <a:xfrm>
              <a:off x="1500773" y="5736475"/>
              <a:ext cx="565265" cy="1246909"/>
            </a:xfrm>
            <a:prstGeom prst="ca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Zylinder 7">
              <a:extLst>
                <a:ext uri="{FF2B5EF4-FFF2-40B4-BE49-F238E27FC236}">
                  <a16:creationId xmlns:a16="http://schemas.microsoft.com/office/drawing/2014/main" id="{DAA0DD04-1C6A-179D-D6A3-F31CC002F473}"/>
                </a:ext>
              </a:extLst>
            </p:cNvPr>
            <p:cNvSpPr/>
            <p:nvPr/>
          </p:nvSpPr>
          <p:spPr>
            <a:xfrm rot="5400000">
              <a:off x="3576321" y="3768807"/>
              <a:ext cx="565265" cy="1246909"/>
            </a:xfrm>
            <a:prstGeom prst="ca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Gerade Verbindung mit Pfeil 18">
              <a:extLst>
                <a:ext uri="{FF2B5EF4-FFF2-40B4-BE49-F238E27FC236}">
                  <a16:creationId xmlns:a16="http://schemas.microsoft.com/office/drawing/2014/main" id="{A2E0FBB4-F22D-0491-5F22-CEBBA548B9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65300" y="3403600"/>
              <a:ext cx="18106" cy="2396375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Zylinder 6">
              <a:extLst>
                <a:ext uri="{FF2B5EF4-FFF2-40B4-BE49-F238E27FC236}">
                  <a16:creationId xmlns:a16="http://schemas.microsoft.com/office/drawing/2014/main" id="{E4DD7499-3910-AE80-A11F-FD1FCF672456}"/>
                </a:ext>
              </a:extLst>
            </p:cNvPr>
            <p:cNvSpPr/>
            <p:nvPr/>
          </p:nvSpPr>
          <p:spPr>
            <a:xfrm rot="14701776">
              <a:off x="1523135" y="3888444"/>
              <a:ext cx="546827" cy="1051852"/>
            </a:xfrm>
            <a:prstGeom prst="can">
              <a:avLst>
                <a:gd name="adj" fmla="val 73999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Gerade Verbindung mit Pfeil 26">
              <a:extLst>
                <a:ext uri="{FF2B5EF4-FFF2-40B4-BE49-F238E27FC236}">
                  <a16:creationId xmlns:a16="http://schemas.microsoft.com/office/drawing/2014/main" id="{A50C3925-A1C7-ED33-4D9E-11AF739F39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088" y="4532470"/>
              <a:ext cx="1113685" cy="529208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3B8A7495-CB2B-E1D3-02E9-022DDAE2CE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0982" y="4390029"/>
              <a:ext cx="658609" cy="5042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feld 46">
                  <a:extLst>
                    <a:ext uri="{FF2B5EF4-FFF2-40B4-BE49-F238E27FC236}">
                      <a16:creationId xmlns:a16="http://schemas.microsoft.com/office/drawing/2014/main" id="{E4B87126-5B18-8698-60E2-3CEB33E72C6C}"/>
                    </a:ext>
                  </a:extLst>
                </p:cNvPr>
                <p:cNvSpPr txBox="1"/>
                <p:nvPr/>
              </p:nvSpPr>
              <p:spPr>
                <a:xfrm flipH="1">
                  <a:off x="1796548" y="3255063"/>
                  <a:ext cx="4113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de-DE" b="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de-DE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feld 46">
                  <a:extLst>
                    <a:ext uri="{FF2B5EF4-FFF2-40B4-BE49-F238E27FC236}">
                      <a16:creationId xmlns:a16="http://schemas.microsoft.com/office/drawing/2014/main" id="{E4B87126-5B18-8698-60E2-3CEB33E72C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796548" y="3255063"/>
                  <a:ext cx="411314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feld 47">
                  <a:extLst>
                    <a:ext uri="{FF2B5EF4-FFF2-40B4-BE49-F238E27FC236}">
                      <a16:creationId xmlns:a16="http://schemas.microsoft.com/office/drawing/2014/main" id="{33A7DC10-0C72-79DE-005F-41413565B0D3}"/>
                    </a:ext>
                  </a:extLst>
                </p:cNvPr>
                <p:cNvSpPr txBox="1"/>
                <p:nvPr/>
              </p:nvSpPr>
              <p:spPr>
                <a:xfrm flipH="1">
                  <a:off x="1295116" y="3230446"/>
                  <a:ext cx="4113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de-DE" b="0" i="0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de-DE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feld 47">
                  <a:extLst>
                    <a:ext uri="{FF2B5EF4-FFF2-40B4-BE49-F238E27FC236}">
                      <a16:creationId xmlns:a16="http://schemas.microsoft.com/office/drawing/2014/main" id="{33A7DC10-0C72-79DE-005F-41413565B0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295116" y="3230446"/>
                  <a:ext cx="41131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feld 48">
                  <a:extLst>
                    <a:ext uri="{FF2B5EF4-FFF2-40B4-BE49-F238E27FC236}">
                      <a16:creationId xmlns:a16="http://schemas.microsoft.com/office/drawing/2014/main" id="{0665502D-FA94-53E7-7908-4B11FA4FFF73}"/>
                    </a:ext>
                  </a:extLst>
                </p:cNvPr>
                <p:cNvSpPr txBox="1"/>
                <p:nvPr/>
              </p:nvSpPr>
              <p:spPr>
                <a:xfrm flipH="1">
                  <a:off x="599031" y="3984640"/>
                  <a:ext cx="4113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de-DE" b="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de-DE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feld 48">
                  <a:extLst>
                    <a:ext uri="{FF2B5EF4-FFF2-40B4-BE49-F238E27FC236}">
                      <a16:creationId xmlns:a16="http://schemas.microsoft.com/office/drawing/2014/main" id="{0665502D-FA94-53E7-7908-4B11FA4FFF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599031" y="3984640"/>
                  <a:ext cx="41131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feld 49">
                  <a:extLst>
                    <a:ext uri="{FF2B5EF4-FFF2-40B4-BE49-F238E27FC236}">
                      <a16:creationId xmlns:a16="http://schemas.microsoft.com/office/drawing/2014/main" id="{2A4B1CBF-0982-3B26-3E38-C7D42B7BFD89}"/>
                    </a:ext>
                  </a:extLst>
                </p:cNvPr>
                <p:cNvSpPr txBox="1"/>
                <p:nvPr/>
              </p:nvSpPr>
              <p:spPr>
                <a:xfrm flipH="1">
                  <a:off x="260456" y="4596690"/>
                  <a:ext cx="4113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de-DE" b="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de-DE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feld 49">
                  <a:extLst>
                    <a:ext uri="{FF2B5EF4-FFF2-40B4-BE49-F238E27FC236}">
                      <a16:creationId xmlns:a16="http://schemas.microsoft.com/office/drawing/2014/main" id="{2A4B1CBF-0982-3B26-3E38-C7D42B7BFD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60456" y="4596690"/>
                  <a:ext cx="41131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feld 50">
                  <a:extLst>
                    <a:ext uri="{FF2B5EF4-FFF2-40B4-BE49-F238E27FC236}">
                      <a16:creationId xmlns:a16="http://schemas.microsoft.com/office/drawing/2014/main" id="{5C6F7E8A-78B9-3DC5-83E7-D561E0E70626}"/>
                    </a:ext>
                  </a:extLst>
                </p:cNvPr>
                <p:cNvSpPr txBox="1"/>
                <p:nvPr/>
              </p:nvSpPr>
              <p:spPr>
                <a:xfrm flipH="1">
                  <a:off x="427517" y="4967842"/>
                  <a:ext cx="4113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de-DE" b="0" i="0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de-DE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feld 50">
                  <a:extLst>
                    <a:ext uri="{FF2B5EF4-FFF2-40B4-BE49-F238E27FC236}">
                      <a16:creationId xmlns:a16="http://schemas.microsoft.com/office/drawing/2014/main" id="{5C6F7E8A-78B9-3DC5-83E7-D561E0E706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427517" y="4967842"/>
                  <a:ext cx="41131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feld 56">
                  <a:extLst>
                    <a:ext uri="{FF2B5EF4-FFF2-40B4-BE49-F238E27FC236}">
                      <a16:creationId xmlns:a16="http://schemas.microsoft.com/office/drawing/2014/main" id="{F27043CE-72C3-590F-F742-8C5B08C70AFB}"/>
                    </a:ext>
                  </a:extLst>
                </p:cNvPr>
                <p:cNvSpPr txBox="1"/>
                <p:nvPr/>
              </p:nvSpPr>
              <p:spPr>
                <a:xfrm flipH="1">
                  <a:off x="2738002" y="3989675"/>
                  <a:ext cx="4113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de-DE" b="0" i="0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de-DE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feld 56">
                  <a:extLst>
                    <a:ext uri="{FF2B5EF4-FFF2-40B4-BE49-F238E27FC236}">
                      <a16:creationId xmlns:a16="http://schemas.microsoft.com/office/drawing/2014/main" id="{F27043CE-72C3-590F-F742-8C5B08C70A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738002" y="3989675"/>
                  <a:ext cx="411314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feld 71">
                  <a:extLst>
                    <a:ext uri="{FF2B5EF4-FFF2-40B4-BE49-F238E27FC236}">
                      <a16:creationId xmlns:a16="http://schemas.microsoft.com/office/drawing/2014/main" id="{7F03906B-1C0D-CE6C-A11C-0BAA48F1A7F0}"/>
                    </a:ext>
                  </a:extLst>
                </p:cNvPr>
                <p:cNvSpPr txBox="1"/>
                <p:nvPr/>
              </p:nvSpPr>
              <p:spPr>
                <a:xfrm>
                  <a:off x="2005691" y="7149989"/>
                  <a:ext cx="4337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72" name="Textfeld 71">
                  <a:extLst>
                    <a:ext uri="{FF2B5EF4-FFF2-40B4-BE49-F238E27FC236}">
                      <a16:creationId xmlns:a16="http://schemas.microsoft.com/office/drawing/2014/main" id="{7F03906B-1C0D-CE6C-A11C-0BAA48F1A7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5691" y="7149989"/>
                  <a:ext cx="433771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Pfeil: gebogen 72">
              <a:extLst>
                <a:ext uri="{FF2B5EF4-FFF2-40B4-BE49-F238E27FC236}">
                  <a16:creationId xmlns:a16="http://schemas.microsoft.com/office/drawing/2014/main" id="{23731501-6FEB-34B4-EFB3-164CB1D5CEBA}"/>
                </a:ext>
              </a:extLst>
            </p:cNvPr>
            <p:cNvSpPr/>
            <p:nvPr/>
          </p:nvSpPr>
          <p:spPr>
            <a:xfrm rot="10800000" flipH="1">
              <a:off x="1434310" y="7107585"/>
              <a:ext cx="680085" cy="346219"/>
            </a:xfrm>
            <a:prstGeom prst="circularArrow">
              <a:avLst>
                <a:gd name="adj1" fmla="val 14849"/>
                <a:gd name="adj2" fmla="val 1324347"/>
                <a:gd name="adj3" fmla="val 1077952"/>
                <a:gd name="adj4" fmla="val 8706306"/>
                <a:gd name="adj5" fmla="val 1922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32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feld 73">
                  <a:extLst>
                    <a:ext uri="{FF2B5EF4-FFF2-40B4-BE49-F238E27FC236}">
                      <a16:creationId xmlns:a16="http://schemas.microsoft.com/office/drawing/2014/main" id="{4E7650AF-B750-531C-51E1-7B19DC293623}"/>
                    </a:ext>
                  </a:extLst>
                </p:cNvPr>
                <p:cNvSpPr txBox="1"/>
                <p:nvPr/>
              </p:nvSpPr>
              <p:spPr>
                <a:xfrm>
                  <a:off x="952555" y="4863106"/>
                  <a:ext cx="4337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74" name="Textfeld 73">
                  <a:extLst>
                    <a:ext uri="{FF2B5EF4-FFF2-40B4-BE49-F238E27FC236}">
                      <a16:creationId xmlns:a16="http://schemas.microsoft.com/office/drawing/2014/main" id="{4E7650AF-B750-531C-51E1-7B19DC2936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555" y="4863106"/>
                  <a:ext cx="433771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5" name="Pfeil: gebogen 74">
              <a:extLst>
                <a:ext uri="{FF2B5EF4-FFF2-40B4-BE49-F238E27FC236}">
                  <a16:creationId xmlns:a16="http://schemas.microsoft.com/office/drawing/2014/main" id="{B7BAD294-E2F1-FB76-435C-88473855ACAA}"/>
                </a:ext>
              </a:extLst>
            </p:cNvPr>
            <p:cNvSpPr/>
            <p:nvPr/>
          </p:nvSpPr>
          <p:spPr>
            <a:xfrm rot="5400000" flipH="1">
              <a:off x="700965" y="4615530"/>
              <a:ext cx="454567" cy="382103"/>
            </a:xfrm>
            <a:prstGeom prst="circularArrow">
              <a:avLst>
                <a:gd name="adj1" fmla="val 14849"/>
                <a:gd name="adj2" fmla="val 1324347"/>
                <a:gd name="adj3" fmla="val 1077952"/>
                <a:gd name="adj4" fmla="val 8706306"/>
                <a:gd name="adj5" fmla="val 1628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32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feld 76">
                  <a:extLst>
                    <a:ext uri="{FF2B5EF4-FFF2-40B4-BE49-F238E27FC236}">
                      <a16:creationId xmlns:a16="http://schemas.microsoft.com/office/drawing/2014/main" id="{3F6DAEC3-DFC4-F4C8-7ABE-169CB7F8924F}"/>
                    </a:ext>
                  </a:extLst>
                </p:cNvPr>
                <p:cNvSpPr txBox="1"/>
                <p:nvPr/>
              </p:nvSpPr>
              <p:spPr>
                <a:xfrm>
                  <a:off x="2639812" y="4447944"/>
                  <a:ext cx="4337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77" name="Textfeld 76">
                  <a:extLst>
                    <a:ext uri="{FF2B5EF4-FFF2-40B4-BE49-F238E27FC236}">
                      <a16:creationId xmlns:a16="http://schemas.microsoft.com/office/drawing/2014/main" id="{3F6DAEC3-DFC4-F4C8-7ABE-169CB7F892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9812" y="4447944"/>
                  <a:ext cx="433771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Gerade Verbindung mit Pfeil 39">
              <a:extLst>
                <a:ext uri="{FF2B5EF4-FFF2-40B4-BE49-F238E27FC236}">
                  <a16:creationId xmlns:a16="http://schemas.microsoft.com/office/drawing/2014/main" id="{954F2813-1F39-B9C8-50E4-F48FEDDD0F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16575" y="4313049"/>
              <a:ext cx="667324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feld 40">
                  <a:extLst>
                    <a:ext uri="{FF2B5EF4-FFF2-40B4-BE49-F238E27FC236}">
                      <a16:creationId xmlns:a16="http://schemas.microsoft.com/office/drawing/2014/main" id="{DE3DF02D-AF2A-0CB6-A4A4-4BEF243FF4E3}"/>
                    </a:ext>
                  </a:extLst>
                </p:cNvPr>
                <p:cNvSpPr txBox="1"/>
                <p:nvPr/>
              </p:nvSpPr>
              <p:spPr>
                <a:xfrm flipH="1">
                  <a:off x="5631256" y="5106639"/>
                  <a:ext cx="32648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41" name="Textfeld 40">
                  <a:extLst>
                    <a:ext uri="{FF2B5EF4-FFF2-40B4-BE49-F238E27FC236}">
                      <a16:creationId xmlns:a16="http://schemas.microsoft.com/office/drawing/2014/main" id="{DE3DF02D-AF2A-0CB6-A4A4-4BEF243FF4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5631256" y="5106639"/>
                  <a:ext cx="326489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113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feld 41">
                  <a:extLst>
                    <a:ext uri="{FF2B5EF4-FFF2-40B4-BE49-F238E27FC236}">
                      <a16:creationId xmlns:a16="http://schemas.microsoft.com/office/drawing/2014/main" id="{BB551B43-6F3C-FFF5-3850-325546A2872B}"/>
                    </a:ext>
                  </a:extLst>
                </p:cNvPr>
                <p:cNvSpPr txBox="1"/>
                <p:nvPr/>
              </p:nvSpPr>
              <p:spPr>
                <a:xfrm flipH="1">
                  <a:off x="4677132" y="4849199"/>
                  <a:ext cx="54788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42" name="Textfeld 41">
                  <a:extLst>
                    <a:ext uri="{FF2B5EF4-FFF2-40B4-BE49-F238E27FC236}">
                      <a16:creationId xmlns:a16="http://schemas.microsoft.com/office/drawing/2014/main" id="{BB551B43-6F3C-FFF5-3850-325546A287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4677132" y="4849199"/>
                  <a:ext cx="547883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feld 42">
                  <a:extLst>
                    <a:ext uri="{FF2B5EF4-FFF2-40B4-BE49-F238E27FC236}">
                      <a16:creationId xmlns:a16="http://schemas.microsoft.com/office/drawing/2014/main" id="{885982FF-A2A5-8E58-C7C4-7C8A486255B4}"/>
                    </a:ext>
                  </a:extLst>
                </p:cNvPr>
                <p:cNvSpPr txBox="1"/>
                <p:nvPr/>
              </p:nvSpPr>
              <p:spPr>
                <a:xfrm flipH="1">
                  <a:off x="6262153" y="4187085"/>
                  <a:ext cx="26636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de-DE" b="0" i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43" name="Textfeld 42">
                  <a:extLst>
                    <a:ext uri="{FF2B5EF4-FFF2-40B4-BE49-F238E27FC236}">
                      <a16:creationId xmlns:a16="http://schemas.microsoft.com/office/drawing/2014/main" id="{885982FF-A2A5-8E58-C7C4-7C8A486255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262153" y="4187085"/>
                  <a:ext cx="266368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38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Gerade Verbindung mit Pfeil 43">
              <a:extLst>
                <a:ext uri="{FF2B5EF4-FFF2-40B4-BE49-F238E27FC236}">
                  <a16:creationId xmlns:a16="http://schemas.microsoft.com/office/drawing/2014/main" id="{BE30ECFE-2522-DE30-A9A0-FF7B5E8EE3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6897" y="4319411"/>
              <a:ext cx="617722" cy="61772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Gerade Verbindung mit Pfeil 77">
              <a:extLst>
                <a:ext uri="{FF2B5EF4-FFF2-40B4-BE49-F238E27FC236}">
                  <a16:creationId xmlns:a16="http://schemas.microsoft.com/office/drawing/2014/main" id="{4A04FEC6-CAD1-D412-A4FE-CB0090E0659F}"/>
                </a:ext>
              </a:extLst>
            </p:cNvPr>
            <p:cNvCxnSpPr>
              <a:cxnSpLocks/>
            </p:cNvCxnSpPr>
            <p:nvPr/>
          </p:nvCxnSpPr>
          <p:spPr>
            <a:xfrm>
              <a:off x="5624619" y="4338042"/>
              <a:ext cx="0" cy="927287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Würfel 61">
              <a:extLst>
                <a:ext uri="{FF2B5EF4-FFF2-40B4-BE49-F238E27FC236}">
                  <a16:creationId xmlns:a16="http://schemas.microsoft.com/office/drawing/2014/main" id="{98329EBA-B7AF-687A-0607-F61D13E543B7}"/>
                </a:ext>
              </a:extLst>
            </p:cNvPr>
            <p:cNvSpPr/>
            <p:nvPr/>
          </p:nvSpPr>
          <p:spPr>
            <a:xfrm rot="5400000" flipH="1">
              <a:off x="5593845" y="4187769"/>
              <a:ext cx="285750" cy="986790"/>
            </a:xfrm>
            <a:prstGeom prst="cube">
              <a:avLst>
                <a:gd name="adj" fmla="val 58333"/>
              </a:avLst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Gerade Verbindung mit Pfeil 38">
              <a:extLst>
                <a:ext uri="{FF2B5EF4-FFF2-40B4-BE49-F238E27FC236}">
                  <a16:creationId xmlns:a16="http://schemas.microsoft.com/office/drawing/2014/main" id="{39C11E70-BF95-078B-6B9F-C41B93D6CFA5}"/>
                </a:ext>
              </a:extLst>
            </p:cNvPr>
            <p:cNvCxnSpPr>
              <a:cxnSpLocks/>
            </p:cNvCxnSpPr>
            <p:nvPr/>
          </p:nvCxnSpPr>
          <p:spPr>
            <a:xfrm>
              <a:off x="5624619" y="4320974"/>
              <a:ext cx="0" cy="32111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309CDDE8-39BB-19F8-F099-2310678D59CE}"/>
              </a:ext>
            </a:extLst>
          </p:cNvPr>
          <p:cNvCxnSpPr/>
          <p:nvPr/>
        </p:nvCxnSpPr>
        <p:spPr>
          <a:xfrm flipH="1">
            <a:off x="1796548" y="3624395"/>
            <a:ext cx="3851275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C4E2DB3-7B5E-3EA0-310B-8771E123EE16}"/>
              </a:ext>
            </a:extLst>
          </p:cNvPr>
          <p:cNvCxnSpPr/>
          <p:nvPr/>
        </p:nvCxnSpPr>
        <p:spPr>
          <a:xfrm flipV="1">
            <a:off x="5631256" y="3543300"/>
            <a:ext cx="0" cy="79474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CB295E12-DCF2-0130-00E6-38E4046F45E7}"/>
              </a:ext>
            </a:extLst>
          </p:cNvPr>
          <p:cNvSpPr txBox="1"/>
          <p:nvPr/>
        </p:nvSpPr>
        <p:spPr>
          <a:xfrm>
            <a:off x="3149316" y="3255063"/>
            <a:ext cx="882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 cm</a:t>
            </a:r>
          </a:p>
        </p:txBody>
      </p:sp>
    </p:spTree>
    <p:extLst>
      <p:ext uri="{BB962C8B-B14F-4D97-AF65-F5344CB8AC3E}">
        <p14:creationId xmlns:p14="http://schemas.microsoft.com/office/powerpoint/2010/main" val="2096739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F92436C4-403B-0617-1443-BF999C6C2719}"/>
              </a:ext>
            </a:extLst>
          </p:cNvPr>
          <p:cNvGrpSpPr/>
          <p:nvPr/>
        </p:nvGrpSpPr>
        <p:grpSpPr>
          <a:xfrm>
            <a:off x="263524" y="1135619"/>
            <a:ext cx="6330951" cy="3298921"/>
            <a:chOff x="641349" y="1745219"/>
            <a:chExt cx="6330951" cy="3298921"/>
          </a:xfrm>
        </p:grpSpPr>
        <p:cxnSp>
          <p:nvCxnSpPr>
            <p:cNvPr id="3" name="Gerade Verbindung mit Pfeil 2">
              <a:extLst>
                <a:ext uri="{FF2B5EF4-FFF2-40B4-BE49-F238E27FC236}">
                  <a16:creationId xmlns:a16="http://schemas.microsoft.com/office/drawing/2014/main" id="{7D29B9FE-3F57-F505-3E04-180EF1FA52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2144" y="2114550"/>
              <a:ext cx="0" cy="25671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Gerade Verbindung mit Pfeil 4">
              <a:extLst>
                <a:ext uri="{FF2B5EF4-FFF2-40B4-BE49-F238E27FC236}">
                  <a16:creationId xmlns:a16="http://schemas.microsoft.com/office/drawing/2014/main" id="{8739B5B1-9623-CDC0-6B73-01D110A21C18}"/>
                </a:ext>
              </a:extLst>
            </p:cNvPr>
            <p:cNvCxnSpPr/>
            <p:nvPr/>
          </p:nvCxnSpPr>
          <p:spPr>
            <a:xfrm>
              <a:off x="1152144" y="4681728"/>
              <a:ext cx="528523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Gerader Verbinder 3">
              <a:extLst>
                <a:ext uri="{FF2B5EF4-FFF2-40B4-BE49-F238E27FC236}">
                  <a16:creationId xmlns:a16="http://schemas.microsoft.com/office/drawing/2014/main" id="{390DFBEF-86DE-F31F-EFB3-A9ABEE7359C4}"/>
                </a:ext>
              </a:extLst>
            </p:cNvPr>
            <p:cNvCxnSpPr/>
            <p:nvPr/>
          </p:nvCxnSpPr>
          <p:spPr>
            <a:xfrm flipV="1">
              <a:off x="1152144" y="2940050"/>
              <a:ext cx="1216406" cy="17416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51868328-ECF0-25ED-53BC-3A7D6412EA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92650" y="2940050"/>
              <a:ext cx="1216406" cy="17416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7C8FBA2B-4D53-3D54-B532-CE9E6FD50B82}"/>
                </a:ext>
              </a:extLst>
            </p:cNvPr>
            <p:cNvCxnSpPr>
              <a:cxnSpLocks/>
            </p:cNvCxnSpPr>
            <p:nvPr/>
          </p:nvCxnSpPr>
          <p:spPr>
            <a:xfrm>
              <a:off x="2368550" y="2940050"/>
              <a:ext cx="23241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623B93C5-6F4D-28ED-79D1-C681F27D3BFF}"/>
                </a:ext>
              </a:extLst>
            </p:cNvPr>
            <p:cNvSpPr txBox="1"/>
            <p:nvPr/>
          </p:nvSpPr>
          <p:spPr>
            <a:xfrm>
              <a:off x="939799" y="1745219"/>
              <a:ext cx="5968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v(t)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6E2A4866-499E-A286-7CF7-F7E1B58C0B7E}"/>
                </a:ext>
              </a:extLst>
            </p:cNvPr>
            <p:cNvSpPr txBox="1"/>
            <p:nvPr/>
          </p:nvSpPr>
          <p:spPr>
            <a:xfrm>
              <a:off x="6375401" y="4497062"/>
              <a:ext cx="5968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6E1B5D5E-4F53-C57D-D400-3F3FEE65CD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5050" y="2940050"/>
              <a:ext cx="133350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D0DB3678-EFCE-11BD-5866-44C41099A1C8}"/>
                    </a:ext>
                  </a:extLst>
                </p:cNvPr>
                <p:cNvSpPr txBox="1"/>
                <p:nvPr/>
              </p:nvSpPr>
              <p:spPr>
                <a:xfrm>
                  <a:off x="641349" y="2755383"/>
                  <a:ext cx="596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D0DB3678-EFCE-11BD-5866-44C41099A1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349" y="2755383"/>
                  <a:ext cx="596899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feld 17">
                  <a:extLst>
                    <a:ext uri="{FF2B5EF4-FFF2-40B4-BE49-F238E27FC236}">
                      <a16:creationId xmlns:a16="http://schemas.microsoft.com/office/drawing/2014/main" id="{1A4122F2-E12F-849A-D23F-5E35E3DFDCFF}"/>
                    </a:ext>
                  </a:extLst>
                </p:cNvPr>
                <p:cNvSpPr txBox="1"/>
                <p:nvPr/>
              </p:nvSpPr>
              <p:spPr>
                <a:xfrm>
                  <a:off x="2092325" y="4667889"/>
                  <a:ext cx="596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feld 17">
                  <a:extLst>
                    <a:ext uri="{FF2B5EF4-FFF2-40B4-BE49-F238E27FC236}">
                      <a16:creationId xmlns:a16="http://schemas.microsoft.com/office/drawing/2014/main" id="{1A4122F2-E12F-849A-D23F-5E35E3DFDC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2325" y="4667889"/>
                  <a:ext cx="596899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feld 18">
                  <a:extLst>
                    <a:ext uri="{FF2B5EF4-FFF2-40B4-BE49-F238E27FC236}">
                      <a16:creationId xmlns:a16="http://schemas.microsoft.com/office/drawing/2014/main" id="{9F2F2BD1-7D47-AA4E-7DDB-14549C9CEF2E}"/>
                    </a:ext>
                  </a:extLst>
                </p:cNvPr>
                <p:cNvSpPr txBox="1"/>
                <p:nvPr/>
              </p:nvSpPr>
              <p:spPr>
                <a:xfrm>
                  <a:off x="4402203" y="4674808"/>
                  <a:ext cx="596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b="0" i="0" smtClean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de-DE" b="0" i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sub>
                            </m:sSub>
                            <m:r>
                              <a:rPr lang="de-DE" b="0" i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feld 18">
                  <a:extLst>
                    <a:ext uri="{FF2B5EF4-FFF2-40B4-BE49-F238E27FC236}">
                      <a16:creationId xmlns:a16="http://schemas.microsoft.com/office/drawing/2014/main" id="{9F2F2BD1-7D47-AA4E-7DDB-14549C9CEF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2203" y="4674808"/>
                  <a:ext cx="596899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295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feld 20">
                  <a:extLst>
                    <a:ext uri="{FF2B5EF4-FFF2-40B4-BE49-F238E27FC236}">
                      <a16:creationId xmlns:a16="http://schemas.microsoft.com/office/drawing/2014/main" id="{82247A4A-0562-8280-A6E4-D23A8C8B02B6}"/>
                    </a:ext>
                  </a:extLst>
                </p:cNvPr>
                <p:cNvSpPr txBox="1"/>
                <p:nvPr/>
              </p:nvSpPr>
              <p:spPr>
                <a:xfrm>
                  <a:off x="5621910" y="4654050"/>
                  <a:ext cx="596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feld 20">
                  <a:extLst>
                    <a:ext uri="{FF2B5EF4-FFF2-40B4-BE49-F238E27FC236}">
                      <a16:creationId xmlns:a16="http://schemas.microsoft.com/office/drawing/2014/main" id="{82247A4A-0562-8280-A6E4-D23A8C8B02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1910" y="4654050"/>
                  <a:ext cx="59689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CC95A76-6167-F066-CCC2-478EF9E587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8549" y="2940049"/>
              <a:ext cx="0" cy="181204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FFD09DA8-5F48-3BA9-E9E0-47D981C2F0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92650" y="2940048"/>
              <a:ext cx="0" cy="181204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CE33BA31-3EF9-B078-25DA-39A9545412C4}"/>
                </a:ext>
              </a:extLst>
            </p:cNvPr>
            <p:cNvCxnSpPr>
              <a:cxnSpLocks/>
            </p:cNvCxnSpPr>
            <p:nvPr/>
          </p:nvCxnSpPr>
          <p:spPr>
            <a:xfrm>
              <a:off x="1450976" y="4241800"/>
              <a:ext cx="318897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BF1E4F90-1AD3-BEF5-AC5D-0ACC06438D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0347" y="3810889"/>
              <a:ext cx="0" cy="43091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feld 32">
                  <a:extLst>
                    <a:ext uri="{FF2B5EF4-FFF2-40B4-BE49-F238E27FC236}">
                      <a16:creationId xmlns:a16="http://schemas.microsoft.com/office/drawing/2014/main" id="{165E1595-3B8F-5707-12AF-FA72749EF645}"/>
                    </a:ext>
                  </a:extLst>
                </p:cNvPr>
                <p:cNvSpPr txBox="1"/>
                <p:nvPr/>
              </p:nvSpPr>
              <p:spPr>
                <a:xfrm>
                  <a:off x="1318325" y="4203806"/>
                  <a:ext cx="59689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33" name="Textfeld 32">
                  <a:extLst>
                    <a:ext uri="{FF2B5EF4-FFF2-40B4-BE49-F238E27FC236}">
                      <a16:creationId xmlns:a16="http://schemas.microsoft.com/office/drawing/2014/main" id="{165E1595-3B8F-5707-12AF-FA72749EF6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325" y="4203806"/>
                  <a:ext cx="596899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feld 33">
                  <a:extLst>
                    <a:ext uri="{FF2B5EF4-FFF2-40B4-BE49-F238E27FC236}">
                      <a16:creationId xmlns:a16="http://schemas.microsoft.com/office/drawing/2014/main" id="{607F0224-98E6-BA38-A0F7-B9E5FFD68D10}"/>
                    </a:ext>
                  </a:extLst>
                </p:cNvPr>
                <p:cNvSpPr txBox="1"/>
                <p:nvPr/>
              </p:nvSpPr>
              <p:spPr>
                <a:xfrm>
                  <a:off x="1710657" y="3815477"/>
                  <a:ext cx="4385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𝑑𝑣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34" name="Textfeld 33">
                  <a:extLst>
                    <a:ext uri="{FF2B5EF4-FFF2-40B4-BE49-F238E27FC236}">
                      <a16:creationId xmlns:a16="http://schemas.microsoft.com/office/drawing/2014/main" id="{607F0224-98E6-BA38-A0F7-B9E5FFD68D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0657" y="3815477"/>
                  <a:ext cx="438596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DBA4585F-CD9E-ABDB-836A-CFB227B1104E}"/>
                    </a:ext>
                  </a:extLst>
                </p:cNvPr>
                <p:cNvSpPr txBox="1"/>
                <p:nvPr/>
              </p:nvSpPr>
              <p:spPr>
                <a:xfrm>
                  <a:off x="773160" y="3324309"/>
                  <a:ext cx="1527076" cy="4137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1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sz="1100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de-DE" sz="11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1100" b="0" i="1" smtClean="0">
                                <a:latin typeface="Cambria Math" panose="02040503050406030204" pitchFamily="18" charset="0"/>
                              </a:rPr>
                              <m:t>𝑑𝑣</m:t>
                            </m:r>
                          </m:num>
                          <m:den>
                            <m:r>
                              <a:rPr lang="de-DE" sz="1100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DBA4585F-CD9E-ABDB-836A-CFB227B110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160" y="3324309"/>
                  <a:ext cx="1527076" cy="41370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5F7CAB54-937C-28A6-B8D7-3A7FC76EAF14}"/>
                </a:ext>
              </a:extLst>
            </p:cNvPr>
            <p:cNvCxnSpPr/>
            <p:nvPr/>
          </p:nvCxnSpPr>
          <p:spPr>
            <a:xfrm>
              <a:off x="1400175" y="3681413"/>
              <a:ext cx="210249" cy="31873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DA4664BC-6D62-9FBC-A775-B3E72C752CF3}"/>
              </a:ext>
            </a:extLst>
          </p:cNvPr>
          <p:cNvGrpSpPr/>
          <p:nvPr/>
        </p:nvGrpSpPr>
        <p:grpSpPr>
          <a:xfrm>
            <a:off x="165488" y="4593935"/>
            <a:ext cx="3595871" cy="3292002"/>
            <a:chOff x="165488" y="4593935"/>
            <a:chExt cx="3595871" cy="3292002"/>
          </a:xfrm>
        </p:grpSpPr>
        <p:cxnSp>
          <p:nvCxnSpPr>
            <p:cNvPr id="41" name="Gerade Verbindung mit Pfeil 40">
              <a:extLst>
                <a:ext uri="{FF2B5EF4-FFF2-40B4-BE49-F238E27FC236}">
                  <a16:creationId xmlns:a16="http://schemas.microsoft.com/office/drawing/2014/main" id="{A490F27D-FC84-CB21-5513-0F43D5DF2B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0194" y="4963266"/>
              <a:ext cx="0" cy="25671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mit Pfeil 41">
              <a:extLst>
                <a:ext uri="{FF2B5EF4-FFF2-40B4-BE49-F238E27FC236}">
                  <a16:creationId xmlns:a16="http://schemas.microsoft.com/office/drawing/2014/main" id="{E97C001C-4860-3D44-F329-05F995353468}"/>
                </a:ext>
              </a:extLst>
            </p:cNvPr>
            <p:cNvCxnSpPr>
              <a:cxnSpLocks/>
            </p:cNvCxnSpPr>
            <p:nvPr/>
          </p:nvCxnSpPr>
          <p:spPr>
            <a:xfrm>
              <a:off x="790194" y="7530444"/>
              <a:ext cx="272986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2DFE7258-90DA-85A8-706F-2FA3D54E711A}"/>
                </a:ext>
              </a:extLst>
            </p:cNvPr>
            <p:cNvCxnSpPr/>
            <p:nvPr/>
          </p:nvCxnSpPr>
          <p:spPr>
            <a:xfrm flipV="1">
              <a:off x="790194" y="5788766"/>
              <a:ext cx="1216406" cy="17416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r Verbinder 43">
              <a:extLst>
                <a:ext uri="{FF2B5EF4-FFF2-40B4-BE49-F238E27FC236}">
                  <a16:creationId xmlns:a16="http://schemas.microsoft.com/office/drawing/2014/main" id="{07A81004-A506-02A6-F302-490EDD63E8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93900" y="5788766"/>
              <a:ext cx="1216406" cy="17416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feld 45">
              <a:extLst>
                <a:ext uri="{FF2B5EF4-FFF2-40B4-BE49-F238E27FC236}">
                  <a16:creationId xmlns:a16="http://schemas.microsoft.com/office/drawing/2014/main" id="{6E88B3C5-E197-50BB-3678-ADCE2B17AC66}"/>
                </a:ext>
              </a:extLst>
            </p:cNvPr>
            <p:cNvSpPr txBox="1"/>
            <p:nvPr/>
          </p:nvSpPr>
          <p:spPr>
            <a:xfrm>
              <a:off x="577849" y="4593935"/>
              <a:ext cx="5968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v(t)</a:t>
              </a:r>
            </a:p>
          </p:txBody>
        </p:sp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123AF9B8-1475-38B1-389E-48091832B014}"/>
                </a:ext>
              </a:extLst>
            </p:cNvPr>
            <p:cNvSpPr txBox="1"/>
            <p:nvPr/>
          </p:nvSpPr>
          <p:spPr>
            <a:xfrm>
              <a:off x="3486530" y="7345778"/>
              <a:ext cx="2748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  <p:cxnSp>
          <p:nvCxnSpPr>
            <p:cNvPr id="48" name="Gerader Verbinder 47">
              <a:extLst>
                <a:ext uri="{FF2B5EF4-FFF2-40B4-BE49-F238E27FC236}">
                  <a16:creationId xmlns:a16="http://schemas.microsoft.com/office/drawing/2014/main" id="{2DB37A68-D467-2900-10B2-5EBBC54B50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3100" y="5788766"/>
              <a:ext cx="133350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feld 48">
                  <a:extLst>
                    <a:ext uri="{FF2B5EF4-FFF2-40B4-BE49-F238E27FC236}">
                      <a16:creationId xmlns:a16="http://schemas.microsoft.com/office/drawing/2014/main" id="{F83E25BC-4311-997C-D140-CAD7BA8C0363}"/>
                    </a:ext>
                  </a:extLst>
                </p:cNvPr>
                <p:cNvSpPr txBox="1"/>
                <p:nvPr/>
              </p:nvSpPr>
              <p:spPr>
                <a:xfrm>
                  <a:off x="165488" y="5604099"/>
                  <a:ext cx="596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feld 48">
                  <a:extLst>
                    <a:ext uri="{FF2B5EF4-FFF2-40B4-BE49-F238E27FC236}">
                      <a16:creationId xmlns:a16="http://schemas.microsoft.com/office/drawing/2014/main" id="{F83E25BC-4311-997C-D140-CAD7BA8C03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488" y="5604099"/>
                  <a:ext cx="596899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feld 49">
                  <a:extLst>
                    <a:ext uri="{FF2B5EF4-FFF2-40B4-BE49-F238E27FC236}">
                      <a16:creationId xmlns:a16="http://schemas.microsoft.com/office/drawing/2014/main" id="{E5566FCB-7FF5-35A4-08C2-529DE81F9875}"/>
                    </a:ext>
                  </a:extLst>
                </p:cNvPr>
                <p:cNvSpPr txBox="1"/>
                <p:nvPr/>
              </p:nvSpPr>
              <p:spPr>
                <a:xfrm>
                  <a:off x="1730375" y="7516605"/>
                  <a:ext cx="596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feld 49">
                  <a:extLst>
                    <a:ext uri="{FF2B5EF4-FFF2-40B4-BE49-F238E27FC236}">
                      <a16:creationId xmlns:a16="http://schemas.microsoft.com/office/drawing/2014/main" id="{E5566FCB-7FF5-35A4-08C2-529DE81F98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75" y="7516605"/>
                  <a:ext cx="596899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feld 51">
                  <a:extLst>
                    <a:ext uri="{FF2B5EF4-FFF2-40B4-BE49-F238E27FC236}">
                      <a16:creationId xmlns:a16="http://schemas.microsoft.com/office/drawing/2014/main" id="{03B63016-1BAC-DB32-9CFC-E9C3A014D14B}"/>
                    </a:ext>
                  </a:extLst>
                </p:cNvPr>
                <p:cNvSpPr txBox="1"/>
                <p:nvPr/>
              </p:nvSpPr>
              <p:spPr>
                <a:xfrm>
                  <a:off x="2923160" y="7502766"/>
                  <a:ext cx="596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feld 51">
                  <a:extLst>
                    <a:ext uri="{FF2B5EF4-FFF2-40B4-BE49-F238E27FC236}">
                      <a16:creationId xmlns:a16="http://schemas.microsoft.com/office/drawing/2014/main" id="{03B63016-1BAC-DB32-9CFC-E9C3A014D1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3160" y="7502766"/>
                  <a:ext cx="596899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Gerader Verbinder 52">
              <a:extLst>
                <a:ext uri="{FF2B5EF4-FFF2-40B4-BE49-F238E27FC236}">
                  <a16:creationId xmlns:a16="http://schemas.microsoft.com/office/drawing/2014/main" id="{81DB7BF1-79EE-3CA7-296D-CCAAA9CA1B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6599" y="5788765"/>
              <a:ext cx="0" cy="181204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r Verbinder 54">
              <a:extLst>
                <a:ext uri="{FF2B5EF4-FFF2-40B4-BE49-F238E27FC236}">
                  <a16:creationId xmlns:a16="http://schemas.microsoft.com/office/drawing/2014/main" id="{20D1256A-7EA7-5B0A-1977-D17567D1897A}"/>
                </a:ext>
              </a:extLst>
            </p:cNvPr>
            <p:cNvCxnSpPr>
              <a:cxnSpLocks/>
            </p:cNvCxnSpPr>
            <p:nvPr/>
          </p:nvCxnSpPr>
          <p:spPr>
            <a:xfrm>
              <a:off x="1089026" y="7090516"/>
              <a:ext cx="318897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r Verbinder 55">
              <a:extLst>
                <a:ext uri="{FF2B5EF4-FFF2-40B4-BE49-F238E27FC236}">
                  <a16:creationId xmlns:a16="http://schemas.microsoft.com/office/drawing/2014/main" id="{0950CF87-8A14-D3A0-41CD-F7ABA99821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98397" y="6659605"/>
              <a:ext cx="0" cy="43091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feld 56">
                  <a:extLst>
                    <a:ext uri="{FF2B5EF4-FFF2-40B4-BE49-F238E27FC236}">
                      <a16:creationId xmlns:a16="http://schemas.microsoft.com/office/drawing/2014/main" id="{5816D0B4-C38C-B02C-B653-AE1E5470616D}"/>
                    </a:ext>
                  </a:extLst>
                </p:cNvPr>
                <p:cNvSpPr txBox="1"/>
                <p:nvPr/>
              </p:nvSpPr>
              <p:spPr>
                <a:xfrm>
                  <a:off x="956375" y="7052522"/>
                  <a:ext cx="59689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57" name="Textfeld 56">
                  <a:extLst>
                    <a:ext uri="{FF2B5EF4-FFF2-40B4-BE49-F238E27FC236}">
                      <a16:creationId xmlns:a16="http://schemas.microsoft.com/office/drawing/2014/main" id="{5816D0B4-C38C-B02C-B653-AE1E547061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375" y="7052522"/>
                  <a:ext cx="596899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feld 57">
                  <a:extLst>
                    <a:ext uri="{FF2B5EF4-FFF2-40B4-BE49-F238E27FC236}">
                      <a16:creationId xmlns:a16="http://schemas.microsoft.com/office/drawing/2014/main" id="{2DAC8BA6-99D4-E631-F13A-F6CD1E23BF12}"/>
                    </a:ext>
                  </a:extLst>
                </p:cNvPr>
                <p:cNvSpPr txBox="1"/>
                <p:nvPr/>
              </p:nvSpPr>
              <p:spPr>
                <a:xfrm>
                  <a:off x="1348707" y="6664193"/>
                  <a:ext cx="4385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𝑑𝑣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58" name="Textfeld 57">
                  <a:extLst>
                    <a:ext uri="{FF2B5EF4-FFF2-40B4-BE49-F238E27FC236}">
                      <a16:creationId xmlns:a16="http://schemas.microsoft.com/office/drawing/2014/main" id="{2DAC8BA6-99D4-E631-F13A-F6CD1E23BF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8707" y="6664193"/>
                  <a:ext cx="438596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feld 58">
                  <a:extLst>
                    <a:ext uri="{FF2B5EF4-FFF2-40B4-BE49-F238E27FC236}">
                      <a16:creationId xmlns:a16="http://schemas.microsoft.com/office/drawing/2014/main" id="{07BEBBE5-EC59-DB5F-1675-BC11EE017C47}"/>
                    </a:ext>
                  </a:extLst>
                </p:cNvPr>
                <p:cNvSpPr txBox="1"/>
                <p:nvPr/>
              </p:nvSpPr>
              <p:spPr>
                <a:xfrm>
                  <a:off x="411210" y="6173025"/>
                  <a:ext cx="1527076" cy="4137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1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sz="1100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de-DE" sz="11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1100" b="0" i="1" smtClean="0">
                                <a:latin typeface="Cambria Math" panose="02040503050406030204" pitchFamily="18" charset="0"/>
                              </a:rPr>
                              <m:t>𝑑𝑣</m:t>
                            </m:r>
                          </m:num>
                          <m:den>
                            <m:r>
                              <a:rPr lang="de-DE" sz="1100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59" name="Textfeld 58">
                  <a:extLst>
                    <a:ext uri="{FF2B5EF4-FFF2-40B4-BE49-F238E27FC236}">
                      <a16:creationId xmlns:a16="http://schemas.microsoft.com/office/drawing/2014/main" id="{07BEBBE5-EC59-DB5F-1675-BC11EE017C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210" y="6173025"/>
                  <a:ext cx="1527076" cy="413703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Gerade Verbindung mit Pfeil 59">
              <a:extLst>
                <a:ext uri="{FF2B5EF4-FFF2-40B4-BE49-F238E27FC236}">
                  <a16:creationId xmlns:a16="http://schemas.microsoft.com/office/drawing/2014/main" id="{7EAF3E37-8386-4343-5670-AC8C608E69BD}"/>
                </a:ext>
              </a:extLst>
            </p:cNvPr>
            <p:cNvCxnSpPr/>
            <p:nvPr/>
          </p:nvCxnSpPr>
          <p:spPr>
            <a:xfrm>
              <a:off x="1038225" y="6530129"/>
              <a:ext cx="210249" cy="31873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5140C413-908A-35EF-A9B8-355BD8871F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7849" y="5365421"/>
              <a:ext cx="2632457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feld 62">
                  <a:extLst>
                    <a:ext uri="{FF2B5EF4-FFF2-40B4-BE49-F238E27FC236}">
                      <a16:creationId xmlns:a16="http://schemas.microsoft.com/office/drawing/2014/main" id="{C0945356-5EBC-5F5E-92D5-899094BE96A7}"/>
                    </a:ext>
                  </a:extLst>
                </p:cNvPr>
                <p:cNvSpPr txBox="1"/>
                <p:nvPr/>
              </p:nvSpPr>
              <p:spPr>
                <a:xfrm>
                  <a:off x="165488" y="5157302"/>
                  <a:ext cx="39370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feld 62">
                  <a:extLst>
                    <a:ext uri="{FF2B5EF4-FFF2-40B4-BE49-F238E27FC236}">
                      <a16:creationId xmlns:a16="http://schemas.microsoft.com/office/drawing/2014/main" id="{C0945356-5EBC-5F5E-92D5-899094BE96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488" y="5157302"/>
                  <a:ext cx="393701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241581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2C31A-757D-9387-5FB4-2EF2D91D7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FDD60D45-17CD-F917-2553-CB90391A6EE6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777108" y="1465405"/>
            <a:ext cx="0" cy="7765121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Zylinder 4">
            <a:extLst>
              <a:ext uri="{FF2B5EF4-FFF2-40B4-BE49-F238E27FC236}">
                <a16:creationId xmlns:a16="http://schemas.microsoft.com/office/drawing/2014/main" id="{276C4564-14B2-B93A-1CF8-46EC52D41588}"/>
              </a:ext>
            </a:extLst>
          </p:cNvPr>
          <p:cNvSpPr/>
          <p:nvPr/>
        </p:nvSpPr>
        <p:spPr>
          <a:xfrm>
            <a:off x="749335" y="10279993"/>
            <a:ext cx="2055547" cy="1364236"/>
          </a:xfrm>
          <a:prstGeom prst="ca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6" name="Zylinder 5">
            <a:extLst>
              <a:ext uri="{FF2B5EF4-FFF2-40B4-BE49-F238E27FC236}">
                <a16:creationId xmlns:a16="http://schemas.microsoft.com/office/drawing/2014/main" id="{92442CD1-EFF7-F207-0682-272F07CBE75F}"/>
              </a:ext>
            </a:extLst>
          </p:cNvPr>
          <p:cNvSpPr/>
          <p:nvPr/>
        </p:nvSpPr>
        <p:spPr>
          <a:xfrm>
            <a:off x="1514562" y="9099253"/>
            <a:ext cx="525092" cy="1369593"/>
          </a:xfrm>
          <a:prstGeom prst="ca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7" name="Zylinder 6">
            <a:extLst>
              <a:ext uri="{FF2B5EF4-FFF2-40B4-BE49-F238E27FC236}">
                <a16:creationId xmlns:a16="http://schemas.microsoft.com/office/drawing/2014/main" id="{85CA6FD4-903E-A2C4-F302-565BB6248329}"/>
              </a:ext>
            </a:extLst>
          </p:cNvPr>
          <p:cNvSpPr/>
          <p:nvPr/>
        </p:nvSpPr>
        <p:spPr>
          <a:xfrm rot="16200000">
            <a:off x="1499316" y="6738694"/>
            <a:ext cx="525092" cy="1369593"/>
          </a:xfrm>
          <a:prstGeom prst="ca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10" name="Zylinder 9">
            <a:extLst>
              <a:ext uri="{FF2B5EF4-FFF2-40B4-BE49-F238E27FC236}">
                <a16:creationId xmlns:a16="http://schemas.microsoft.com/office/drawing/2014/main" id="{E4EC891C-A382-6EC3-86C5-0D03AB0ABCDB}"/>
              </a:ext>
            </a:extLst>
          </p:cNvPr>
          <p:cNvSpPr/>
          <p:nvPr/>
        </p:nvSpPr>
        <p:spPr>
          <a:xfrm rot="16200000">
            <a:off x="1499316" y="4803751"/>
            <a:ext cx="525092" cy="1369593"/>
          </a:xfrm>
          <a:prstGeom prst="ca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91B34E73-5570-B03A-9BB2-A7B73B1D2852}"/>
              </a:ext>
            </a:extLst>
          </p:cNvPr>
          <p:cNvCxnSpPr>
            <a:cxnSpLocks/>
          </p:cNvCxnSpPr>
          <p:nvPr/>
        </p:nvCxnSpPr>
        <p:spPr>
          <a:xfrm flipH="1" flipV="1">
            <a:off x="371725" y="5479605"/>
            <a:ext cx="796185" cy="21892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Gerade Verbindung mit Pfeil 111">
            <a:extLst>
              <a:ext uri="{FF2B5EF4-FFF2-40B4-BE49-F238E27FC236}">
                <a16:creationId xmlns:a16="http://schemas.microsoft.com/office/drawing/2014/main" id="{FCA42C6B-BA3C-1C18-CFB7-A46103F235FC}"/>
              </a:ext>
            </a:extLst>
          </p:cNvPr>
          <p:cNvCxnSpPr>
            <a:cxnSpLocks/>
          </p:cNvCxnSpPr>
          <p:nvPr/>
        </p:nvCxnSpPr>
        <p:spPr>
          <a:xfrm flipH="1" flipV="1">
            <a:off x="352680" y="7412544"/>
            <a:ext cx="796185" cy="21892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Gerade Verbindung mit Pfeil 114">
            <a:extLst>
              <a:ext uri="{FF2B5EF4-FFF2-40B4-BE49-F238E27FC236}">
                <a16:creationId xmlns:a16="http://schemas.microsoft.com/office/drawing/2014/main" id="{29A53E87-3BFA-2225-20AD-5A39C1580D44}"/>
              </a:ext>
            </a:extLst>
          </p:cNvPr>
          <p:cNvCxnSpPr>
            <a:cxnSpLocks/>
            <a:endCxn id="126" idx="3"/>
          </p:cNvCxnSpPr>
          <p:nvPr/>
        </p:nvCxnSpPr>
        <p:spPr>
          <a:xfrm flipV="1">
            <a:off x="1776277" y="8532489"/>
            <a:ext cx="13045" cy="635787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5" name="Gruppieren 134">
            <a:extLst>
              <a:ext uri="{FF2B5EF4-FFF2-40B4-BE49-F238E27FC236}">
                <a16:creationId xmlns:a16="http://schemas.microsoft.com/office/drawing/2014/main" id="{FFBE15AA-0C2A-0D1D-F500-93EBD8931BBC}"/>
              </a:ext>
            </a:extLst>
          </p:cNvPr>
          <p:cNvGrpSpPr/>
          <p:nvPr/>
        </p:nvGrpSpPr>
        <p:grpSpPr>
          <a:xfrm>
            <a:off x="371724" y="1082588"/>
            <a:ext cx="6141433" cy="3188045"/>
            <a:chOff x="371724" y="1082588"/>
            <a:chExt cx="6141433" cy="3188045"/>
          </a:xfrm>
        </p:grpSpPr>
        <p:sp>
          <p:nvSpPr>
            <p:cNvPr id="75" name="Pfeil: gebogen 74">
              <a:extLst>
                <a:ext uri="{FF2B5EF4-FFF2-40B4-BE49-F238E27FC236}">
                  <a16:creationId xmlns:a16="http://schemas.microsoft.com/office/drawing/2014/main" id="{397CDC87-F6B9-7AB3-55BB-C5244B075D1E}"/>
                </a:ext>
              </a:extLst>
            </p:cNvPr>
            <p:cNvSpPr/>
            <p:nvPr/>
          </p:nvSpPr>
          <p:spPr>
            <a:xfrm rot="5400000" flipH="1">
              <a:off x="4082407" y="1559802"/>
              <a:ext cx="454567" cy="265772"/>
            </a:xfrm>
            <a:prstGeom prst="circularArrow">
              <a:avLst>
                <a:gd name="adj1" fmla="val 14849"/>
                <a:gd name="adj2" fmla="val 1324347"/>
                <a:gd name="adj3" fmla="val 1077952"/>
                <a:gd name="adj4" fmla="val 8706306"/>
                <a:gd name="adj5" fmla="val 1628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3200" dirty="0">
                <a:solidFill>
                  <a:schemeClr val="tx1"/>
                </a:solidFill>
              </a:endParaRPr>
            </a:p>
          </p:txBody>
        </p:sp>
        <p:sp>
          <p:nvSpPr>
            <p:cNvPr id="76" name="Würfel 75">
              <a:extLst>
                <a:ext uri="{FF2B5EF4-FFF2-40B4-BE49-F238E27FC236}">
                  <a16:creationId xmlns:a16="http://schemas.microsoft.com/office/drawing/2014/main" id="{FE53B592-5AEA-A505-874B-7344292189FD}"/>
                </a:ext>
              </a:extLst>
            </p:cNvPr>
            <p:cNvSpPr/>
            <p:nvPr/>
          </p:nvSpPr>
          <p:spPr>
            <a:xfrm rot="5400000" flipH="1">
              <a:off x="4695301" y="1422418"/>
              <a:ext cx="1028700" cy="349041"/>
            </a:xfrm>
            <a:prstGeom prst="cube">
              <a:avLst>
                <a:gd name="adj" fmla="val 46034"/>
              </a:avLst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Würfel 76">
              <a:extLst>
                <a:ext uri="{FF2B5EF4-FFF2-40B4-BE49-F238E27FC236}">
                  <a16:creationId xmlns:a16="http://schemas.microsoft.com/office/drawing/2014/main" id="{51A3DF54-AF5A-AD3E-0809-AC5E567340CB}"/>
                </a:ext>
              </a:extLst>
            </p:cNvPr>
            <p:cNvSpPr/>
            <p:nvPr/>
          </p:nvSpPr>
          <p:spPr>
            <a:xfrm rot="5400000" flipH="1">
              <a:off x="5578482" y="732068"/>
              <a:ext cx="285750" cy="986790"/>
            </a:xfrm>
            <a:prstGeom prst="cube">
              <a:avLst>
                <a:gd name="adj" fmla="val 58333"/>
              </a:avLst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8" name="Gerade Verbindung mit Pfeil 77">
              <a:extLst>
                <a:ext uri="{FF2B5EF4-FFF2-40B4-BE49-F238E27FC236}">
                  <a16:creationId xmlns:a16="http://schemas.microsoft.com/office/drawing/2014/main" id="{146597D8-B567-4B5B-1704-FA111654C565}"/>
                </a:ext>
              </a:extLst>
            </p:cNvPr>
            <p:cNvCxnSpPr>
              <a:cxnSpLocks/>
            </p:cNvCxnSpPr>
            <p:nvPr/>
          </p:nvCxnSpPr>
          <p:spPr>
            <a:xfrm>
              <a:off x="2581251" y="1675288"/>
              <a:ext cx="1107440" cy="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Gerade Verbindung mit Pfeil 80">
              <a:extLst>
                <a:ext uri="{FF2B5EF4-FFF2-40B4-BE49-F238E27FC236}">
                  <a16:creationId xmlns:a16="http://schemas.microsoft.com/office/drawing/2014/main" id="{D2C00728-1C08-74BD-B98E-C24C2B75188B}"/>
                </a:ext>
              </a:extLst>
            </p:cNvPr>
            <p:cNvCxnSpPr>
              <a:cxnSpLocks/>
            </p:cNvCxnSpPr>
            <p:nvPr/>
          </p:nvCxnSpPr>
          <p:spPr>
            <a:xfrm>
              <a:off x="2106874" y="1677407"/>
              <a:ext cx="2396546" cy="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Zylinder 81">
              <a:extLst>
                <a:ext uri="{FF2B5EF4-FFF2-40B4-BE49-F238E27FC236}">
                  <a16:creationId xmlns:a16="http://schemas.microsoft.com/office/drawing/2014/main" id="{8FF49BFD-A3C3-5C39-201B-DEC99F22F19B}"/>
                </a:ext>
              </a:extLst>
            </p:cNvPr>
            <p:cNvSpPr/>
            <p:nvPr/>
          </p:nvSpPr>
          <p:spPr>
            <a:xfrm>
              <a:off x="1485409" y="3023724"/>
              <a:ext cx="565265" cy="1246909"/>
            </a:xfrm>
            <a:prstGeom prst="ca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Zylinder 82">
              <a:extLst>
                <a:ext uri="{FF2B5EF4-FFF2-40B4-BE49-F238E27FC236}">
                  <a16:creationId xmlns:a16="http://schemas.microsoft.com/office/drawing/2014/main" id="{2D15ABFD-A603-1D6D-15C4-23634789098E}"/>
                </a:ext>
              </a:extLst>
            </p:cNvPr>
            <p:cNvSpPr/>
            <p:nvPr/>
          </p:nvSpPr>
          <p:spPr>
            <a:xfrm rot="5400000">
              <a:off x="3231043" y="1056530"/>
              <a:ext cx="565265" cy="1246909"/>
            </a:xfrm>
            <a:prstGeom prst="ca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4" name="Gerade Verbindung mit Pfeil 83">
              <a:extLst>
                <a:ext uri="{FF2B5EF4-FFF2-40B4-BE49-F238E27FC236}">
                  <a16:creationId xmlns:a16="http://schemas.microsoft.com/office/drawing/2014/main" id="{636137D7-7378-AF0B-AC54-493F14BFD9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8042" y="2451551"/>
              <a:ext cx="0" cy="635673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Zylinder 84">
              <a:extLst>
                <a:ext uri="{FF2B5EF4-FFF2-40B4-BE49-F238E27FC236}">
                  <a16:creationId xmlns:a16="http://schemas.microsoft.com/office/drawing/2014/main" id="{B8232BA5-A86B-D77B-6270-FC4A69E729D3}"/>
                </a:ext>
              </a:extLst>
            </p:cNvPr>
            <p:cNvSpPr/>
            <p:nvPr/>
          </p:nvSpPr>
          <p:spPr>
            <a:xfrm rot="14701776">
              <a:off x="1507771" y="1175693"/>
              <a:ext cx="546827" cy="1051852"/>
            </a:xfrm>
            <a:prstGeom prst="can">
              <a:avLst>
                <a:gd name="adj" fmla="val 73999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6" name="Gerade Verbindung mit Pfeil 85">
              <a:extLst>
                <a:ext uri="{FF2B5EF4-FFF2-40B4-BE49-F238E27FC236}">
                  <a16:creationId xmlns:a16="http://schemas.microsoft.com/office/drawing/2014/main" id="{FDD1E194-12C1-2016-E58B-29663C7C2B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724" y="1819719"/>
              <a:ext cx="1113685" cy="529208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Gerade Verbindung mit Pfeil 86">
              <a:extLst>
                <a:ext uri="{FF2B5EF4-FFF2-40B4-BE49-F238E27FC236}">
                  <a16:creationId xmlns:a16="http://schemas.microsoft.com/office/drawing/2014/main" id="{38D9DF1D-5F37-7F27-D2E6-930B10E39A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4744" y="1677278"/>
              <a:ext cx="1097588" cy="2707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feld 91">
                  <a:extLst>
                    <a:ext uri="{FF2B5EF4-FFF2-40B4-BE49-F238E27FC236}">
                      <a16:creationId xmlns:a16="http://schemas.microsoft.com/office/drawing/2014/main" id="{893A6724-C96D-ED6D-0114-36EE4F386278}"/>
                    </a:ext>
                  </a:extLst>
                </p:cNvPr>
                <p:cNvSpPr txBox="1"/>
                <p:nvPr/>
              </p:nvSpPr>
              <p:spPr>
                <a:xfrm flipH="1">
                  <a:off x="412153" y="2255091"/>
                  <a:ext cx="4113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de-DE" b="0" i="0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de-DE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2" name="Textfeld 91">
                  <a:extLst>
                    <a:ext uri="{FF2B5EF4-FFF2-40B4-BE49-F238E27FC236}">
                      <a16:creationId xmlns:a16="http://schemas.microsoft.com/office/drawing/2014/main" id="{893A6724-C96D-ED6D-0114-36EE4F3862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412153" y="2255091"/>
                  <a:ext cx="411314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feld 92">
                  <a:extLst>
                    <a:ext uri="{FF2B5EF4-FFF2-40B4-BE49-F238E27FC236}">
                      <a16:creationId xmlns:a16="http://schemas.microsoft.com/office/drawing/2014/main" id="{E3D7D0BE-758B-94D3-D6EC-AA7C1622FA6E}"/>
                    </a:ext>
                  </a:extLst>
                </p:cNvPr>
                <p:cNvSpPr txBox="1"/>
                <p:nvPr/>
              </p:nvSpPr>
              <p:spPr>
                <a:xfrm flipH="1">
                  <a:off x="4353727" y="1300401"/>
                  <a:ext cx="4113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de-DE" b="0" i="0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de-DE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3" name="Textfeld 92">
                  <a:extLst>
                    <a:ext uri="{FF2B5EF4-FFF2-40B4-BE49-F238E27FC236}">
                      <a16:creationId xmlns:a16="http://schemas.microsoft.com/office/drawing/2014/main" id="{E3D7D0BE-758B-94D3-D6EC-AA7C1622FA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4353727" y="1300401"/>
                  <a:ext cx="41131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feld 93">
                  <a:extLst>
                    <a:ext uri="{FF2B5EF4-FFF2-40B4-BE49-F238E27FC236}">
                      <a16:creationId xmlns:a16="http://schemas.microsoft.com/office/drawing/2014/main" id="{1A3CB5E8-7439-BFB3-C206-AF37621F8A8F}"/>
                    </a:ext>
                  </a:extLst>
                </p:cNvPr>
                <p:cNvSpPr txBox="1"/>
                <p:nvPr/>
              </p:nvSpPr>
              <p:spPr>
                <a:xfrm>
                  <a:off x="2020661" y="2648210"/>
                  <a:ext cx="4337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94" name="Textfeld 93">
                  <a:extLst>
                    <a:ext uri="{FF2B5EF4-FFF2-40B4-BE49-F238E27FC236}">
                      <a16:creationId xmlns:a16="http://schemas.microsoft.com/office/drawing/2014/main" id="{1A3CB5E8-7439-BFB3-C206-AF37621F8A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0661" y="2648210"/>
                  <a:ext cx="433771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5" name="Pfeil: gebogen 94">
              <a:extLst>
                <a:ext uri="{FF2B5EF4-FFF2-40B4-BE49-F238E27FC236}">
                  <a16:creationId xmlns:a16="http://schemas.microsoft.com/office/drawing/2014/main" id="{C9374645-DF00-A2FF-D6AA-B7D96607FEBB}"/>
                </a:ext>
              </a:extLst>
            </p:cNvPr>
            <p:cNvSpPr/>
            <p:nvPr/>
          </p:nvSpPr>
          <p:spPr>
            <a:xfrm rot="10800000" flipH="1">
              <a:off x="1449280" y="2605806"/>
              <a:ext cx="680085" cy="346219"/>
            </a:xfrm>
            <a:prstGeom prst="circularArrow">
              <a:avLst>
                <a:gd name="adj1" fmla="val 14849"/>
                <a:gd name="adj2" fmla="val 1324347"/>
                <a:gd name="adj3" fmla="val 1077952"/>
                <a:gd name="adj4" fmla="val 8706306"/>
                <a:gd name="adj5" fmla="val 1922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32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feld 95">
                  <a:extLst>
                    <a:ext uri="{FF2B5EF4-FFF2-40B4-BE49-F238E27FC236}">
                      <a16:creationId xmlns:a16="http://schemas.microsoft.com/office/drawing/2014/main" id="{F9B2AFAD-6403-CF0E-5417-C58DD226194B}"/>
                    </a:ext>
                  </a:extLst>
                </p:cNvPr>
                <p:cNvSpPr txBox="1"/>
                <p:nvPr/>
              </p:nvSpPr>
              <p:spPr>
                <a:xfrm>
                  <a:off x="937191" y="2150355"/>
                  <a:ext cx="4337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96" name="Textfeld 95">
                  <a:extLst>
                    <a:ext uri="{FF2B5EF4-FFF2-40B4-BE49-F238E27FC236}">
                      <a16:creationId xmlns:a16="http://schemas.microsoft.com/office/drawing/2014/main" id="{F9B2AFAD-6403-CF0E-5417-C58DD22619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7191" y="2150355"/>
                  <a:ext cx="433771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7" name="Pfeil: gebogen 96">
              <a:extLst>
                <a:ext uri="{FF2B5EF4-FFF2-40B4-BE49-F238E27FC236}">
                  <a16:creationId xmlns:a16="http://schemas.microsoft.com/office/drawing/2014/main" id="{038D09D0-BDA4-94F1-0FF4-1D52F2217BB7}"/>
                </a:ext>
              </a:extLst>
            </p:cNvPr>
            <p:cNvSpPr/>
            <p:nvPr/>
          </p:nvSpPr>
          <p:spPr>
            <a:xfrm rot="5400000" flipH="1">
              <a:off x="685601" y="1902779"/>
              <a:ext cx="454567" cy="382103"/>
            </a:xfrm>
            <a:prstGeom prst="circularArrow">
              <a:avLst>
                <a:gd name="adj1" fmla="val 14849"/>
                <a:gd name="adj2" fmla="val 1324347"/>
                <a:gd name="adj3" fmla="val 1077952"/>
                <a:gd name="adj4" fmla="val 8706306"/>
                <a:gd name="adj5" fmla="val 1628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32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feld 97">
                  <a:extLst>
                    <a:ext uri="{FF2B5EF4-FFF2-40B4-BE49-F238E27FC236}">
                      <a16:creationId xmlns:a16="http://schemas.microsoft.com/office/drawing/2014/main" id="{DBD3634D-52FA-E2E5-1C74-CC8B0437A93D}"/>
                    </a:ext>
                  </a:extLst>
                </p:cNvPr>
                <p:cNvSpPr txBox="1"/>
                <p:nvPr/>
              </p:nvSpPr>
              <p:spPr>
                <a:xfrm>
                  <a:off x="4331222" y="1726263"/>
                  <a:ext cx="4337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98" name="Textfeld 97">
                  <a:extLst>
                    <a:ext uri="{FF2B5EF4-FFF2-40B4-BE49-F238E27FC236}">
                      <a16:creationId xmlns:a16="http://schemas.microsoft.com/office/drawing/2014/main" id="{DBD3634D-52FA-E2E5-1C74-CC8B0437A9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1222" y="1726263"/>
                  <a:ext cx="43377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Gerade Verbindung mit Pfeil 98">
              <a:extLst>
                <a:ext uri="{FF2B5EF4-FFF2-40B4-BE49-F238E27FC236}">
                  <a16:creationId xmlns:a16="http://schemas.microsoft.com/office/drawing/2014/main" id="{0FDD6D00-EDAF-578D-607F-10F890030B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1211" y="1600298"/>
              <a:ext cx="667324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feld 99">
                  <a:extLst>
                    <a:ext uri="{FF2B5EF4-FFF2-40B4-BE49-F238E27FC236}">
                      <a16:creationId xmlns:a16="http://schemas.microsoft.com/office/drawing/2014/main" id="{829BB8BF-5CF9-4F51-45B4-56C0C2961D5A}"/>
                    </a:ext>
                  </a:extLst>
                </p:cNvPr>
                <p:cNvSpPr txBox="1"/>
                <p:nvPr/>
              </p:nvSpPr>
              <p:spPr>
                <a:xfrm flipH="1">
                  <a:off x="5615892" y="2393888"/>
                  <a:ext cx="32648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00" name="Textfeld 99">
                  <a:extLst>
                    <a:ext uri="{FF2B5EF4-FFF2-40B4-BE49-F238E27FC236}">
                      <a16:creationId xmlns:a16="http://schemas.microsoft.com/office/drawing/2014/main" id="{829BB8BF-5CF9-4F51-45B4-56C0C2961D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5615892" y="2393888"/>
                  <a:ext cx="326489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feld 100">
                  <a:extLst>
                    <a:ext uri="{FF2B5EF4-FFF2-40B4-BE49-F238E27FC236}">
                      <a16:creationId xmlns:a16="http://schemas.microsoft.com/office/drawing/2014/main" id="{98A7B43D-A3A2-8F1F-4BD2-74E27ADA3400}"/>
                    </a:ext>
                  </a:extLst>
                </p:cNvPr>
                <p:cNvSpPr txBox="1"/>
                <p:nvPr/>
              </p:nvSpPr>
              <p:spPr>
                <a:xfrm flipH="1">
                  <a:off x="4661768" y="2136448"/>
                  <a:ext cx="54788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01" name="Textfeld 100">
                  <a:extLst>
                    <a:ext uri="{FF2B5EF4-FFF2-40B4-BE49-F238E27FC236}">
                      <a16:creationId xmlns:a16="http://schemas.microsoft.com/office/drawing/2014/main" id="{98A7B43D-A3A2-8F1F-4BD2-74E27ADA34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4661768" y="2136448"/>
                  <a:ext cx="547883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feld 101">
                  <a:extLst>
                    <a:ext uri="{FF2B5EF4-FFF2-40B4-BE49-F238E27FC236}">
                      <a16:creationId xmlns:a16="http://schemas.microsoft.com/office/drawing/2014/main" id="{E44F3C5F-C875-F435-D0D6-FADA23B05CBE}"/>
                    </a:ext>
                  </a:extLst>
                </p:cNvPr>
                <p:cNvSpPr txBox="1"/>
                <p:nvPr/>
              </p:nvSpPr>
              <p:spPr>
                <a:xfrm flipH="1">
                  <a:off x="6246789" y="1474334"/>
                  <a:ext cx="26636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de-DE" b="0" i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02" name="Textfeld 101">
                  <a:extLst>
                    <a:ext uri="{FF2B5EF4-FFF2-40B4-BE49-F238E27FC236}">
                      <a16:creationId xmlns:a16="http://schemas.microsoft.com/office/drawing/2014/main" id="{E44F3C5F-C875-F435-D0D6-FADA23B05C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246789" y="1474334"/>
                  <a:ext cx="266368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3953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3" name="Gerade Verbindung mit Pfeil 102">
              <a:extLst>
                <a:ext uri="{FF2B5EF4-FFF2-40B4-BE49-F238E27FC236}">
                  <a16:creationId xmlns:a16="http://schemas.microsoft.com/office/drawing/2014/main" id="{CF83CD34-07C9-E361-E481-C72463A54A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91533" y="1606660"/>
              <a:ext cx="617722" cy="61772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Gerade Verbindung mit Pfeil 103">
              <a:extLst>
                <a:ext uri="{FF2B5EF4-FFF2-40B4-BE49-F238E27FC236}">
                  <a16:creationId xmlns:a16="http://schemas.microsoft.com/office/drawing/2014/main" id="{D70D1F68-EBFF-9B80-6BD4-8608F8816A46}"/>
                </a:ext>
              </a:extLst>
            </p:cNvPr>
            <p:cNvCxnSpPr>
              <a:cxnSpLocks/>
            </p:cNvCxnSpPr>
            <p:nvPr/>
          </p:nvCxnSpPr>
          <p:spPr>
            <a:xfrm>
              <a:off x="5609255" y="1625291"/>
              <a:ext cx="0" cy="927287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Würfel 104">
              <a:extLst>
                <a:ext uri="{FF2B5EF4-FFF2-40B4-BE49-F238E27FC236}">
                  <a16:creationId xmlns:a16="http://schemas.microsoft.com/office/drawing/2014/main" id="{DB9378AE-5A84-A411-BF73-4DEB5251BC5D}"/>
                </a:ext>
              </a:extLst>
            </p:cNvPr>
            <p:cNvSpPr/>
            <p:nvPr/>
          </p:nvSpPr>
          <p:spPr>
            <a:xfrm rot="5400000" flipH="1">
              <a:off x="5578481" y="1475018"/>
              <a:ext cx="285750" cy="986790"/>
            </a:xfrm>
            <a:prstGeom prst="cube">
              <a:avLst>
                <a:gd name="adj" fmla="val 58333"/>
              </a:avLst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6" name="Gerade Verbindung mit Pfeil 105">
              <a:extLst>
                <a:ext uri="{FF2B5EF4-FFF2-40B4-BE49-F238E27FC236}">
                  <a16:creationId xmlns:a16="http://schemas.microsoft.com/office/drawing/2014/main" id="{2E74ECBE-9474-1FC9-093E-647A22CE7A02}"/>
                </a:ext>
              </a:extLst>
            </p:cNvPr>
            <p:cNvCxnSpPr>
              <a:cxnSpLocks/>
            </p:cNvCxnSpPr>
            <p:nvPr/>
          </p:nvCxnSpPr>
          <p:spPr>
            <a:xfrm>
              <a:off x="5609255" y="1608223"/>
              <a:ext cx="0" cy="32111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feld 122">
                  <a:extLst>
                    <a:ext uri="{FF2B5EF4-FFF2-40B4-BE49-F238E27FC236}">
                      <a16:creationId xmlns:a16="http://schemas.microsoft.com/office/drawing/2014/main" id="{0F18C82F-26CB-8DB6-15CA-71468DF4B7B8}"/>
                    </a:ext>
                  </a:extLst>
                </p:cNvPr>
                <p:cNvSpPr txBox="1"/>
                <p:nvPr/>
              </p:nvSpPr>
              <p:spPr>
                <a:xfrm flipH="1">
                  <a:off x="1897474" y="2266885"/>
                  <a:ext cx="4113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de-DE" b="0" i="0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de-DE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Textfeld 122">
                  <a:extLst>
                    <a:ext uri="{FF2B5EF4-FFF2-40B4-BE49-F238E27FC236}">
                      <a16:creationId xmlns:a16="http://schemas.microsoft.com/office/drawing/2014/main" id="{0F18C82F-26CB-8DB6-15CA-71468DF4B7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897474" y="2266885"/>
                  <a:ext cx="411314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feld 123">
                <a:extLst>
                  <a:ext uri="{FF2B5EF4-FFF2-40B4-BE49-F238E27FC236}">
                    <a16:creationId xmlns:a16="http://schemas.microsoft.com/office/drawing/2014/main" id="{B3B38EC2-17A9-1623-9DFF-C87ADFB6DAA2}"/>
                  </a:ext>
                </a:extLst>
              </p:cNvPr>
              <p:cNvSpPr txBox="1"/>
              <p:nvPr/>
            </p:nvSpPr>
            <p:spPr>
              <a:xfrm flipH="1">
                <a:off x="69488" y="5072298"/>
                <a:ext cx="4113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b="0" i="0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de-DE" b="0" i="0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4" name="Textfeld 123">
                <a:extLst>
                  <a:ext uri="{FF2B5EF4-FFF2-40B4-BE49-F238E27FC236}">
                    <a16:creationId xmlns:a16="http://schemas.microsoft.com/office/drawing/2014/main" id="{B3B38EC2-17A9-1623-9DFF-C87ADFB6D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9488" y="5072298"/>
                <a:ext cx="41131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feld 124">
                <a:extLst>
                  <a:ext uri="{FF2B5EF4-FFF2-40B4-BE49-F238E27FC236}">
                    <a16:creationId xmlns:a16="http://schemas.microsoft.com/office/drawing/2014/main" id="{99782FF2-C348-EDE5-C5B3-2F9D8C06C9EF}"/>
                  </a:ext>
                </a:extLst>
              </p:cNvPr>
              <p:cNvSpPr txBox="1"/>
              <p:nvPr/>
            </p:nvSpPr>
            <p:spPr>
              <a:xfrm flipH="1">
                <a:off x="69488" y="6917412"/>
                <a:ext cx="4113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b="0" i="0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de-DE" b="0" i="0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5" name="Textfeld 124">
                <a:extLst>
                  <a:ext uri="{FF2B5EF4-FFF2-40B4-BE49-F238E27FC236}">
                    <a16:creationId xmlns:a16="http://schemas.microsoft.com/office/drawing/2014/main" id="{99782FF2-C348-EDE5-C5B3-2F9D8C06C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9488" y="6917412"/>
                <a:ext cx="41131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feld 125">
                <a:extLst>
                  <a:ext uri="{FF2B5EF4-FFF2-40B4-BE49-F238E27FC236}">
                    <a16:creationId xmlns:a16="http://schemas.microsoft.com/office/drawing/2014/main" id="{D19910E1-D533-6BED-7B8E-58FEBF965E37}"/>
                  </a:ext>
                </a:extLst>
              </p:cNvPr>
              <p:cNvSpPr txBox="1"/>
              <p:nvPr/>
            </p:nvSpPr>
            <p:spPr>
              <a:xfrm flipH="1">
                <a:off x="1789322" y="8347823"/>
                <a:ext cx="4113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b="0" i="0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de-DE" b="0" i="0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6" name="Textfeld 125">
                <a:extLst>
                  <a:ext uri="{FF2B5EF4-FFF2-40B4-BE49-F238E27FC236}">
                    <a16:creationId xmlns:a16="http://schemas.microsoft.com/office/drawing/2014/main" id="{D19910E1-D533-6BED-7B8E-58FEBF965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789322" y="8347823"/>
                <a:ext cx="41131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7" name="Pfeil: gebogen 126">
            <a:extLst>
              <a:ext uri="{FF2B5EF4-FFF2-40B4-BE49-F238E27FC236}">
                <a16:creationId xmlns:a16="http://schemas.microsoft.com/office/drawing/2014/main" id="{E63AAC6B-A591-CBF3-7E8F-3C252B9C7CA6}"/>
              </a:ext>
            </a:extLst>
          </p:cNvPr>
          <p:cNvSpPr/>
          <p:nvPr/>
        </p:nvSpPr>
        <p:spPr>
          <a:xfrm rot="5400000" flipH="1">
            <a:off x="442988" y="5365004"/>
            <a:ext cx="454567" cy="265772"/>
          </a:xfrm>
          <a:prstGeom prst="circularArrow">
            <a:avLst>
              <a:gd name="adj1" fmla="val 14849"/>
              <a:gd name="adj2" fmla="val 1324347"/>
              <a:gd name="adj3" fmla="val 1077952"/>
              <a:gd name="adj4" fmla="val 8706306"/>
              <a:gd name="adj5" fmla="val 162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feld 127">
                <a:extLst>
                  <a:ext uri="{FF2B5EF4-FFF2-40B4-BE49-F238E27FC236}">
                    <a16:creationId xmlns:a16="http://schemas.microsoft.com/office/drawing/2014/main" id="{DCDD5BD9-717E-880E-F772-B5142F0D3938}"/>
                  </a:ext>
                </a:extLst>
              </p:cNvPr>
              <p:cNvSpPr txBox="1"/>
              <p:nvPr/>
            </p:nvSpPr>
            <p:spPr>
              <a:xfrm>
                <a:off x="691803" y="5531465"/>
                <a:ext cx="4337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28" name="Textfeld 127">
                <a:extLst>
                  <a:ext uri="{FF2B5EF4-FFF2-40B4-BE49-F238E27FC236}">
                    <a16:creationId xmlns:a16="http://schemas.microsoft.com/office/drawing/2014/main" id="{DCDD5BD9-717E-880E-F772-B5142F0D3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803" y="5531465"/>
                <a:ext cx="43377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Pfeil: gebogen 128">
            <a:extLst>
              <a:ext uri="{FF2B5EF4-FFF2-40B4-BE49-F238E27FC236}">
                <a16:creationId xmlns:a16="http://schemas.microsoft.com/office/drawing/2014/main" id="{B912688F-694A-8987-C134-2F4ED0DCF479}"/>
              </a:ext>
            </a:extLst>
          </p:cNvPr>
          <p:cNvSpPr/>
          <p:nvPr/>
        </p:nvSpPr>
        <p:spPr>
          <a:xfrm rot="5400000" flipH="1">
            <a:off x="370933" y="7284608"/>
            <a:ext cx="454567" cy="265772"/>
          </a:xfrm>
          <a:prstGeom prst="circularArrow">
            <a:avLst>
              <a:gd name="adj1" fmla="val 14849"/>
              <a:gd name="adj2" fmla="val 1324347"/>
              <a:gd name="adj3" fmla="val 1077952"/>
              <a:gd name="adj4" fmla="val 8706306"/>
              <a:gd name="adj5" fmla="val 162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feld 129">
                <a:extLst>
                  <a:ext uri="{FF2B5EF4-FFF2-40B4-BE49-F238E27FC236}">
                    <a16:creationId xmlns:a16="http://schemas.microsoft.com/office/drawing/2014/main" id="{FAD8A69F-E3C5-4648-CA89-EC9EAB0863EC}"/>
                  </a:ext>
                </a:extLst>
              </p:cNvPr>
              <p:cNvSpPr txBox="1"/>
              <p:nvPr/>
            </p:nvSpPr>
            <p:spPr>
              <a:xfrm>
                <a:off x="619748" y="7451069"/>
                <a:ext cx="4337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30" name="Textfeld 129">
                <a:extLst>
                  <a:ext uri="{FF2B5EF4-FFF2-40B4-BE49-F238E27FC236}">
                    <a16:creationId xmlns:a16="http://schemas.microsoft.com/office/drawing/2014/main" id="{FAD8A69F-E3C5-4648-CA89-EC9EAB086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48" y="7451069"/>
                <a:ext cx="433771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feld 131">
                <a:extLst>
                  <a:ext uri="{FF2B5EF4-FFF2-40B4-BE49-F238E27FC236}">
                    <a16:creationId xmlns:a16="http://schemas.microsoft.com/office/drawing/2014/main" id="{13E4FC0A-68C1-6634-4266-96166EA625B3}"/>
                  </a:ext>
                </a:extLst>
              </p:cNvPr>
              <p:cNvSpPr txBox="1"/>
              <p:nvPr/>
            </p:nvSpPr>
            <p:spPr>
              <a:xfrm>
                <a:off x="2020661" y="8729353"/>
                <a:ext cx="4337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32" name="Textfeld 131">
                <a:extLst>
                  <a:ext uri="{FF2B5EF4-FFF2-40B4-BE49-F238E27FC236}">
                    <a16:creationId xmlns:a16="http://schemas.microsoft.com/office/drawing/2014/main" id="{13E4FC0A-68C1-6634-4266-96166EA62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661" y="8729353"/>
                <a:ext cx="433771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Pfeil: gebogen 132">
            <a:extLst>
              <a:ext uri="{FF2B5EF4-FFF2-40B4-BE49-F238E27FC236}">
                <a16:creationId xmlns:a16="http://schemas.microsoft.com/office/drawing/2014/main" id="{4FBEF53A-6B91-6A26-57D7-D1B5A1E52AB7}"/>
              </a:ext>
            </a:extLst>
          </p:cNvPr>
          <p:cNvSpPr/>
          <p:nvPr/>
        </p:nvSpPr>
        <p:spPr>
          <a:xfrm rot="10800000" flipH="1">
            <a:off x="1449280" y="8686949"/>
            <a:ext cx="680085" cy="346219"/>
          </a:xfrm>
          <a:prstGeom prst="circularArrow">
            <a:avLst>
              <a:gd name="adj1" fmla="val 14849"/>
              <a:gd name="adj2" fmla="val 1324347"/>
              <a:gd name="adj3" fmla="val 1077952"/>
              <a:gd name="adj4" fmla="val 8706306"/>
              <a:gd name="adj5" fmla="val 1922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7037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33D88-9B1A-4D1D-82B5-9CABD7B23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7DE824AA-1857-FDA0-80CC-028EA5FEF945}"/>
              </a:ext>
            </a:extLst>
          </p:cNvPr>
          <p:cNvGrpSpPr/>
          <p:nvPr/>
        </p:nvGrpSpPr>
        <p:grpSpPr>
          <a:xfrm>
            <a:off x="63683" y="2186918"/>
            <a:ext cx="7299234" cy="9457311"/>
            <a:chOff x="63683" y="2186918"/>
            <a:chExt cx="7299234" cy="9457311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FB4573AE-5CB6-E38F-7121-3B10491AA34D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>
              <a:off x="1777108" y="5270606"/>
              <a:ext cx="0" cy="3959920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Zylinder 4">
              <a:extLst>
                <a:ext uri="{FF2B5EF4-FFF2-40B4-BE49-F238E27FC236}">
                  <a16:creationId xmlns:a16="http://schemas.microsoft.com/office/drawing/2014/main" id="{02990FCE-611E-5774-645F-F5850A9ACFDE}"/>
                </a:ext>
              </a:extLst>
            </p:cNvPr>
            <p:cNvSpPr/>
            <p:nvPr/>
          </p:nvSpPr>
          <p:spPr>
            <a:xfrm>
              <a:off x="749335" y="10279993"/>
              <a:ext cx="2055547" cy="1364236"/>
            </a:xfrm>
            <a:prstGeom prst="can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/>
            </a:p>
          </p:txBody>
        </p:sp>
        <p:sp>
          <p:nvSpPr>
            <p:cNvPr id="6" name="Zylinder 5">
              <a:extLst>
                <a:ext uri="{FF2B5EF4-FFF2-40B4-BE49-F238E27FC236}">
                  <a16:creationId xmlns:a16="http://schemas.microsoft.com/office/drawing/2014/main" id="{D4C428DC-42AA-072B-1E5A-F143B45F3100}"/>
                </a:ext>
              </a:extLst>
            </p:cNvPr>
            <p:cNvSpPr/>
            <p:nvPr/>
          </p:nvSpPr>
          <p:spPr>
            <a:xfrm>
              <a:off x="1514562" y="9099253"/>
              <a:ext cx="525092" cy="1369593"/>
            </a:xfrm>
            <a:prstGeom prst="can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/>
            </a:p>
          </p:txBody>
        </p:sp>
        <p:sp>
          <p:nvSpPr>
            <p:cNvPr id="7" name="Zylinder 6">
              <a:extLst>
                <a:ext uri="{FF2B5EF4-FFF2-40B4-BE49-F238E27FC236}">
                  <a16:creationId xmlns:a16="http://schemas.microsoft.com/office/drawing/2014/main" id="{78D826AA-2C70-017D-37A2-2A0F48478C8B}"/>
                </a:ext>
              </a:extLst>
            </p:cNvPr>
            <p:cNvSpPr/>
            <p:nvPr/>
          </p:nvSpPr>
          <p:spPr>
            <a:xfrm rot="16200000">
              <a:off x="1499316" y="6738694"/>
              <a:ext cx="525092" cy="1369593"/>
            </a:xfrm>
            <a:prstGeom prst="can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/>
            </a:p>
          </p:txBody>
        </p:sp>
        <p:sp>
          <p:nvSpPr>
            <p:cNvPr id="10" name="Zylinder 9">
              <a:extLst>
                <a:ext uri="{FF2B5EF4-FFF2-40B4-BE49-F238E27FC236}">
                  <a16:creationId xmlns:a16="http://schemas.microsoft.com/office/drawing/2014/main" id="{1F3D87BF-4437-EAC8-22E8-734F2DB9F6AE}"/>
                </a:ext>
              </a:extLst>
            </p:cNvPr>
            <p:cNvSpPr/>
            <p:nvPr/>
          </p:nvSpPr>
          <p:spPr>
            <a:xfrm rot="16200000">
              <a:off x="1499316" y="4803751"/>
              <a:ext cx="525092" cy="1369593"/>
            </a:xfrm>
            <a:prstGeom prst="can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/>
            </a:p>
          </p:txBody>
        </p:sp>
        <p:cxnSp>
          <p:nvCxnSpPr>
            <p:cNvPr id="109" name="Gerade Verbindung mit Pfeil 108">
              <a:extLst>
                <a:ext uri="{FF2B5EF4-FFF2-40B4-BE49-F238E27FC236}">
                  <a16:creationId xmlns:a16="http://schemas.microsoft.com/office/drawing/2014/main" id="{C77788BD-01D3-AF0A-FBFF-27D1CB170B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1725" y="5479605"/>
              <a:ext cx="796185" cy="21892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Gerade Verbindung mit Pfeil 111">
              <a:extLst>
                <a:ext uri="{FF2B5EF4-FFF2-40B4-BE49-F238E27FC236}">
                  <a16:creationId xmlns:a16="http://schemas.microsoft.com/office/drawing/2014/main" id="{1F811FD0-C4F7-AFEF-B89E-C983CB74C62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2680" y="7412544"/>
              <a:ext cx="796185" cy="21892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Gerade Verbindung mit Pfeil 114">
              <a:extLst>
                <a:ext uri="{FF2B5EF4-FFF2-40B4-BE49-F238E27FC236}">
                  <a16:creationId xmlns:a16="http://schemas.microsoft.com/office/drawing/2014/main" id="{BD497EBC-80CB-33D1-A236-B84E3D64B843}"/>
                </a:ext>
              </a:extLst>
            </p:cNvPr>
            <p:cNvCxnSpPr>
              <a:cxnSpLocks/>
              <a:endCxn id="126" idx="3"/>
            </p:cNvCxnSpPr>
            <p:nvPr/>
          </p:nvCxnSpPr>
          <p:spPr>
            <a:xfrm flipV="1">
              <a:off x="1776277" y="8578656"/>
              <a:ext cx="13045" cy="58962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feld 123">
                  <a:extLst>
                    <a:ext uri="{FF2B5EF4-FFF2-40B4-BE49-F238E27FC236}">
                      <a16:creationId xmlns:a16="http://schemas.microsoft.com/office/drawing/2014/main" id="{392BE107-5E54-A470-F7A9-D601541A3250}"/>
                    </a:ext>
                  </a:extLst>
                </p:cNvPr>
                <p:cNvSpPr txBox="1"/>
                <p:nvPr/>
              </p:nvSpPr>
              <p:spPr>
                <a:xfrm flipH="1">
                  <a:off x="63683" y="5010780"/>
                  <a:ext cx="41131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24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de-DE" sz="24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de-DE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4" name="Textfeld 123">
                  <a:extLst>
                    <a:ext uri="{FF2B5EF4-FFF2-40B4-BE49-F238E27FC236}">
                      <a16:creationId xmlns:a16="http://schemas.microsoft.com/office/drawing/2014/main" id="{392BE107-5E54-A470-F7A9-D601541A32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3683" y="5010780"/>
                  <a:ext cx="411314" cy="461665"/>
                </a:xfrm>
                <a:prstGeom prst="rect">
                  <a:avLst/>
                </a:prstGeom>
                <a:blipFill>
                  <a:blip r:embed="rId2"/>
                  <a:stretch>
                    <a:fillRect l="-2941" r="-102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feld 124">
                  <a:extLst>
                    <a:ext uri="{FF2B5EF4-FFF2-40B4-BE49-F238E27FC236}">
                      <a16:creationId xmlns:a16="http://schemas.microsoft.com/office/drawing/2014/main" id="{06CD152F-06AE-F185-96C2-91319F5853C6}"/>
                    </a:ext>
                  </a:extLst>
                </p:cNvPr>
                <p:cNvSpPr txBox="1"/>
                <p:nvPr/>
              </p:nvSpPr>
              <p:spPr>
                <a:xfrm flipH="1">
                  <a:off x="69488" y="6917412"/>
                  <a:ext cx="41131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24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de-DE" sz="24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5" name="Textfeld 124">
                  <a:extLst>
                    <a:ext uri="{FF2B5EF4-FFF2-40B4-BE49-F238E27FC236}">
                      <a16:creationId xmlns:a16="http://schemas.microsoft.com/office/drawing/2014/main" id="{06CD152F-06AE-F185-96C2-91319F5853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9488" y="6917412"/>
                  <a:ext cx="411314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2941" r="-88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feld 125">
                  <a:extLst>
                    <a:ext uri="{FF2B5EF4-FFF2-40B4-BE49-F238E27FC236}">
                      <a16:creationId xmlns:a16="http://schemas.microsoft.com/office/drawing/2014/main" id="{A7DFCAE0-D91B-6100-FB29-06BC4C6EC889}"/>
                    </a:ext>
                  </a:extLst>
                </p:cNvPr>
                <p:cNvSpPr txBox="1"/>
                <p:nvPr/>
              </p:nvSpPr>
              <p:spPr>
                <a:xfrm flipH="1">
                  <a:off x="1789322" y="8347823"/>
                  <a:ext cx="41131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24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de-DE" sz="24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de-DE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6" name="Textfeld 125">
                  <a:extLst>
                    <a:ext uri="{FF2B5EF4-FFF2-40B4-BE49-F238E27FC236}">
                      <a16:creationId xmlns:a16="http://schemas.microsoft.com/office/drawing/2014/main" id="{A7DFCAE0-D91B-6100-FB29-06BC4C6EC8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789322" y="8347823"/>
                  <a:ext cx="411314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4478" r="-1194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7" name="Pfeil: gebogen 126">
              <a:extLst>
                <a:ext uri="{FF2B5EF4-FFF2-40B4-BE49-F238E27FC236}">
                  <a16:creationId xmlns:a16="http://schemas.microsoft.com/office/drawing/2014/main" id="{26A21AEF-5492-88B4-3B44-961E2A729229}"/>
                </a:ext>
              </a:extLst>
            </p:cNvPr>
            <p:cNvSpPr/>
            <p:nvPr/>
          </p:nvSpPr>
          <p:spPr>
            <a:xfrm rot="5400000" flipH="1">
              <a:off x="442988" y="5365004"/>
              <a:ext cx="454567" cy="265772"/>
            </a:xfrm>
            <a:prstGeom prst="circularArrow">
              <a:avLst>
                <a:gd name="adj1" fmla="val 14849"/>
                <a:gd name="adj2" fmla="val 1324347"/>
                <a:gd name="adj3" fmla="val 1077952"/>
                <a:gd name="adj4" fmla="val 8706306"/>
                <a:gd name="adj5" fmla="val 1628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Textfeld 127">
                  <a:extLst>
                    <a:ext uri="{FF2B5EF4-FFF2-40B4-BE49-F238E27FC236}">
                      <a16:creationId xmlns:a16="http://schemas.microsoft.com/office/drawing/2014/main" id="{60753978-3F45-A33D-21E1-079F75566C4D}"/>
                    </a:ext>
                  </a:extLst>
                </p:cNvPr>
                <p:cNvSpPr txBox="1"/>
                <p:nvPr/>
              </p:nvSpPr>
              <p:spPr>
                <a:xfrm>
                  <a:off x="691803" y="5531465"/>
                  <a:ext cx="43377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2400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de-DE" sz="2400" dirty="0"/>
                </a:p>
              </p:txBody>
            </p:sp>
          </mc:Choice>
          <mc:Fallback xmlns="">
            <p:sp>
              <p:nvSpPr>
                <p:cNvPr id="128" name="Textfeld 127">
                  <a:extLst>
                    <a:ext uri="{FF2B5EF4-FFF2-40B4-BE49-F238E27FC236}">
                      <a16:creationId xmlns:a16="http://schemas.microsoft.com/office/drawing/2014/main" id="{60753978-3F45-A33D-21E1-079F75566C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803" y="5531465"/>
                  <a:ext cx="433771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2778" r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9" name="Pfeil: gebogen 128">
              <a:extLst>
                <a:ext uri="{FF2B5EF4-FFF2-40B4-BE49-F238E27FC236}">
                  <a16:creationId xmlns:a16="http://schemas.microsoft.com/office/drawing/2014/main" id="{98BF5E59-D905-AA6E-66A7-7C8E7386474B}"/>
                </a:ext>
              </a:extLst>
            </p:cNvPr>
            <p:cNvSpPr/>
            <p:nvPr/>
          </p:nvSpPr>
          <p:spPr>
            <a:xfrm rot="5400000" flipH="1">
              <a:off x="370933" y="7284608"/>
              <a:ext cx="454567" cy="265772"/>
            </a:xfrm>
            <a:prstGeom prst="circularArrow">
              <a:avLst>
                <a:gd name="adj1" fmla="val 14849"/>
                <a:gd name="adj2" fmla="val 1324347"/>
                <a:gd name="adj3" fmla="val 1077952"/>
                <a:gd name="adj4" fmla="val 8706306"/>
                <a:gd name="adj5" fmla="val 1628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feld 129">
                  <a:extLst>
                    <a:ext uri="{FF2B5EF4-FFF2-40B4-BE49-F238E27FC236}">
                      <a16:creationId xmlns:a16="http://schemas.microsoft.com/office/drawing/2014/main" id="{3241770F-E74B-23D4-5370-C1FDF818F8E4}"/>
                    </a:ext>
                  </a:extLst>
                </p:cNvPr>
                <p:cNvSpPr txBox="1"/>
                <p:nvPr/>
              </p:nvSpPr>
              <p:spPr>
                <a:xfrm>
                  <a:off x="619748" y="7451069"/>
                  <a:ext cx="43377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2400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de-DE" sz="2400" dirty="0"/>
                </a:p>
              </p:txBody>
            </p:sp>
          </mc:Choice>
          <mc:Fallback xmlns="">
            <p:sp>
              <p:nvSpPr>
                <p:cNvPr id="130" name="Textfeld 129">
                  <a:extLst>
                    <a:ext uri="{FF2B5EF4-FFF2-40B4-BE49-F238E27FC236}">
                      <a16:creationId xmlns:a16="http://schemas.microsoft.com/office/drawing/2014/main" id="{3241770F-E74B-23D4-5370-C1FDF818F8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748" y="7451069"/>
                  <a:ext cx="433771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4225" r="-140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Textfeld 131">
                  <a:extLst>
                    <a:ext uri="{FF2B5EF4-FFF2-40B4-BE49-F238E27FC236}">
                      <a16:creationId xmlns:a16="http://schemas.microsoft.com/office/drawing/2014/main" id="{90C773C3-B1FF-65A2-488F-06F300945261}"/>
                    </a:ext>
                  </a:extLst>
                </p:cNvPr>
                <p:cNvSpPr txBox="1"/>
                <p:nvPr/>
              </p:nvSpPr>
              <p:spPr>
                <a:xfrm>
                  <a:off x="1128583" y="8710654"/>
                  <a:ext cx="43377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2400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sz="2400" dirty="0"/>
                </a:p>
              </p:txBody>
            </p:sp>
          </mc:Choice>
          <mc:Fallback xmlns="">
            <p:sp>
              <p:nvSpPr>
                <p:cNvPr id="132" name="Textfeld 131">
                  <a:extLst>
                    <a:ext uri="{FF2B5EF4-FFF2-40B4-BE49-F238E27FC236}">
                      <a16:creationId xmlns:a16="http://schemas.microsoft.com/office/drawing/2014/main" id="{90C773C3-B1FF-65A2-488F-06F3009452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8583" y="8710654"/>
                  <a:ext cx="433771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2817" r="-1267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F33AC39F-5E63-9DAB-30E5-FB1B720184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92653" y="3351259"/>
              <a:ext cx="2012767" cy="2092150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Pfeil: gebogen 74">
              <a:extLst>
                <a:ext uri="{FF2B5EF4-FFF2-40B4-BE49-F238E27FC236}">
                  <a16:creationId xmlns:a16="http://schemas.microsoft.com/office/drawing/2014/main" id="{76961598-F3D2-C323-4844-51E59C2A0868}"/>
                </a:ext>
              </a:extLst>
            </p:cNvPr>
            <p:cNvSpPr/>
            <p:nvPr/>
          </p:nvSpPr>
          <p:spPr>
            <a:xfrm rot="8134156" flipH="1">
              <a:off x="5529099" y="4901591"/>
              <a:ext cx="454567" cy="265772"/>
            </a:xfrm>
            <a:prstGeom prst="circularArrow">
              <a:avLst>
                <a:gd name="adj1" fmla="val 14849"/>
                <a:gd name="adj2" fmla="val 1324347"/>
                <a:gd name="adj3" fmla="val 1077952"/>
                <a:gd name="adj4" fmla="val 8706306"/>
                <a:gd name="adj5" fmla="val 1628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>
                <a:solidFill>
                  <a:schemeClr val="tx1"/>
                </a:solidFill>
              </a:endParaRPr>
            </a:p>
          </p:txBody>
        </p:sp>
        <p:sp>
          <p:nvSpPr>
            <p:cNvPr id="76" name="Würfel 75">
              <a:extLst>
                <a:ext uri="{FF2B5EF4-FFF2-40B4-BE49-F238E27FC236}">
                  <a16:creationId xmlns:a16="http://schemas.microsoft.com/office/drawing/2014/main" id="{AC0774DB-B240-D87E-490E-F5343F13EDF5}"/>
                </a:ext>
              </a:extLst>
            </p:cNvPr>
            <p:cNvSpPr/>
            <p:nvPr/>
          </p:nvSpPr>
          <p:spPr>
            <a:xfrm rot="8134156" flipH="1">
              <a:off x="5940421" y="5435587"/>
              <a:ext cx="1028700" cy="349041"/>
            </a:xfrm>
            <a:prstGeom prst="cube">
              <a:avLst>
                <a:gd name="adj" fmla="val 46034"/>
              </a:avLst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77" name="Würfel 76">
              <a:extLst>
                <a:ext uri="{FF2B5EF4-FFF2-40B4-BE49-F238E27FC236}">
                  <a16:creationId xmlns:a16="http://schemas.microsoft.com/office/drawing/2014/main" id="{9883079F-EBB9-786F-2302-3E06B05A5276}"/>
                </a:ext>
              </a:extLst>
            </p:cNvPr>
            <p:cNvSpPr/>
            <p:nvPr/>
          </p:nvSpPr>
          <p:spPr>
            <a:xfrm rot="8134156" flipH="1">
              <a:off x="6935384" y="5222070"/>
              <a:ext cx="285750" cy="986790"/>
            </a:xfrm>
            <a:prstGeom prst="cube">
              <a:avLst>
                <a:gd name="adj" fmla="val 58333"/>
              </a:avLst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cxnSp>
          <p:nvCxnSpPr>
            <p:cNvPr id="78" name="Gerade Verbindung mit Pfeil 77">
              <a:extLst>
                <a:ext uri="{FF2B5EF4-FFF2-40B4-BE49-F238E27FC236}">
                  <a16:creationId xmlns:a16="http://schemas.microsoft.com/office/drawing/2014/main" id="{7BC75218-6A59-C4C8-9E8E-6FDFFDFCBB9F}"/>
                </a:ext>
              </a:extLst>
            </p:cNvPr>
            <p:cNvCxnSpPr>
              <a:cxnSpLocks/>
            </p:cNvCxnSpPr>
            <p:nvPr/>
          </p:nvCxnSpPr>
          <p:spPr>
            <a:xfrm rot="2734156">
              <a:off x="4392729" y="4183432"/>
              <a:ext cx="1107440" cy="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Zylinder 81">
              <a:extLst>
                <a:ext uri="{FF2B5EF4-FFF2-40B4-BE49-F238E27FC236}">
                  <a16:creationId xmlns:a16="http://schemas.microsoft.com/office/drawing/2014/main" id="{2F6F0A72-5C47-05E4-733E-088B8CE053B0}"/>
                </a:ext>
              </a:extLst>
            </p:cNvPr>
            <p:cNvSpPr/>
            <p:nvPr/>
          </p:nvSpPr>
          <p:spPr>
            <a:xfrm rot="2734156">
              <a:off x="2298781" y="3964272"/>
              <a:ext cx="565265" cy="1246909"/>
            </a:xfrm>
            <a:prstGeom prst="ca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cxnSp>
          <p:nvCxnSpPr>
            <p:cNvPr id="84" name="Gerade Verbindung mit Pfeil 83">
              <a:extLst>
                <a:ext uri="{FF2B5EF4-FFF2-40B4-BE49-F238E27FC236}">
                  <a16:creationId xmlns:a16="http://schemas.microsoft.com/office/drawing/2014/main" id="{875BDBB9-CA26-A9B9-A14D-1591DDC1CB7B}"/>
                </a:ext>
              </a:extLst>
            </p:cNvPr>
            <p:cNvCxnSpPr>
              <a:cxnSpLocks/>
            </p:cNvCxnSpPr>
            <p:nvPr/>
          </p:nvCxnSpPr>
          <p:spPr>
            <a:xfrm rot="2734156" flipV="1">
              <a:off x="3208242" y="3655396"/>
              <a:ext cx="0" cy="63567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Zylinder 84">
              <a:extLst>
                <a:ext uri="{FF2B5EF4-FFF2-40B4-BE49-F238E27FC236}">
                  <a16:creationId xmlns:a16="http://schemas.microsoft.com/office/drawing/2014/main" id="{18BBFE4F-7EBC-1E33-3436-E4650ACD2F3E}"/>
                </a:ext>
              </a:extLst>
            </p:cNvPr>
            <p:cNvSpPr/>
            <p:nvPr/>
          </p:nvSpPr>
          <p:spPr>
            <a:xfrm rot="17435932">
              <a:off x="3706519" y="2709204"/>
              <a:ext cx="546827" cy="1051852"/>
            </a:xfrm>
            <a:prstGeom prst="can">
              <a:avLst>
                <a:gd name="adj" fmla="val 73999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cxnSp>
          <p:nvCxnSpPr>
            <p:cNvPr id="86" name="Gerade Verbindung mit Pfeil 85">
              <a:extLst>
                <a:ext uri="{FF2B5EF4-FFF2-40B4-BE49-F238E27FC236}">
                  <a16:creationId xmlns:a16="http://schemas.microsoft.com/office/drawing/2014/main" id="{AED77A16-A827-3DE7-153E-639243E7671A}"/>
                </a:ext>
              </a:extLst>
            </p:cNvPr>
            <p:cNvCxnSpPr>
              <a:cxnSpLocks/>
            </p:cNvCxnSpPr>
            <p:nvPr/>
          </p:nvCxnSpPr>
          <p:spPr>
            <a:xfrm rot="2734156" flipH="1">
              <a:off x="2552930" y="2629585"/>
              <a:ext cx="1113685" cy="529208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Gerade Verbindung mit Pfeil 86">
              <a:extLst>
                <a:ext uri="{FF2B5EF4-FFF2-40B4-BE49-F238E27FC236}">
                  <a16:creationId xmlns:a16="http://schemas.microsoft.com/office/drawing/2014/main" id="{905CDEDB-CBF7-C2A5-725D-9CDC8326F5B9}"/>
                </a:ext>
              </a:extLst>
            </p:cNvPr>
            <p:cNvCxnSpPr>
              <a:cxnSpLocks/>
            </p:cNvCxnSpPr>
            <p:nvPr/>
          </p:nvCxnSpPr>
          <p:spPr>
            <a:xfrm rot="2734156" flipV="1">
              <a:off x="5430333" y="5240260"/>
              <a:ext cx="1097588" cy="2707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feld 91">
                  <a:extLst>
                    <a:ext uri="{FF2B5EF4-FFF2-40B4-BE49-F238E27FC236}">
                      <a16:creationId xmlns:a16="http://schemas.microsoft.com/office/drawing/2014/main" id="{580F932B-09F5-C1AD-3063-1F86C8B26150}"/>
                    </a:ext>
                  </a:extLst>
                </p:cNvPr>
                <p:cNvSpPr txBox="1"/>
                <p:nvPr/>
              </p:nvSpPr>
              <p:spPr>
                <a:xfrm flipH="1">
                  <a:off x="2432757" y="2736433"/>
                  <a:ext cx="41131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24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de-DE" sz="24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de-DE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Textfeld 91">
                  <a:extLst>
                    <a:ext uri="{FF2B5EF4-FFF2-40B4-BE49-F238E27FC236}">
                      <a16:creationId xmlns:a16="http://schemas.microsoft.com/office/drawing/2014/main" id="{580F932B-09F5-C1AD-3063-1F86C8B261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432757" y="2736433"/>
                  <a:ext cx="411314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2941" r="-102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feld 92">
                  <a:extLst>
                    <a:ext uri="{FF2B5EF4-FFF2-40B4-BE49-F238E27FC236}">
                      <a16:creationId xmlns:a16="http://schemas.microsoft.com/office/drawing/2014/main" id="{93113719-706C-50C2-F170-40AADBA6FEAF}"/>
                    </a:ext>
                  </a:extLst>
                </p:cNvPr>
                <p:cNvSpPr txBox="1"/>
                <p:nvPr/>
              </p:nvSpPr>
              <p:spPr>
                <a:xfrm flipH="1">
                  <a:off x="5873784" y="4882772"/>
                  <a:ext cx="41131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24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de-DE" sz="24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de-DE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3" name="Textfeld 92">
                  <a:extLst>
                    <a:ext uri="{FF2B5EF4-FFF2-40B4-BE49-F238E27FC236}">
                      <a16:creationId xmlns:a16="http://schemas.microsoft.com/office/drawing/2014/main" id="{93113719-706C-50C2-F170-40AADBA6FE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5873784" y="4882772"/>
                  <a:ext cx="411314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4478" r="-1194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feld 93">
                  <a:extLst>
                    <a:ext uri="{FF2B5EF4-FFF2-40B4-BE49-F238E27FC236}">
                      <a16:creationId xmlns:a16="http://schemas.microsoft.com/office/drawing/2014/main" id="{08B568A1-9714-D858-EBF5-F16C0255885A}"/>
                    </a:ext>
                  </a:extLst>
                </p:cNvPr>
                <p:cNvSpPr txBox="1"/>
                <p:nvPr/>
              </p:nvSpPr>
              <p:spPr>
                <a:xfrm>
                  <a:off x="3163381" y="4126061"/>
                  <a:ext cx="43377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2400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de-DE" sz="2400" dirty="0"/>
                </a:p>
              </p:txBody>
            </p:sp>
          </mc:Choice>
          <mc:Fallback xmlns="">
            <p:sp>
              <p:nvSpPr>
                <p:cNvPr id="94" name="Textfeld 93">
                  <a:extLst>
                    <a:ext uri="{FF2B5EF4-FFF2-40B4-BE49-F238E27FC236}">
                      <a16:creationId xmlns:a16="http://schemas.microsoft.com/office/drawing/2014/main" id="{08B568A1-9714-D858-EBF5-F16C025588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3381" y="4126061"/>
                  <a:ext cx="433771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4225" r="-140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5" name="Pfeil: gebogen 94">
              <a:extLst>
                <a:ext uri="{FF2B5EF4-FFF2-40B4-BE49-F238E27FC236}">
                  <a16:creationId xmlns:a16="http://schemas.microsoft.com/office/drawing/2014/main" id="{BF1FE3E3-7D17-E5B5-26AD-CE8D149FC0C8}"/>
                </a:ext>
              </a:extLst>
            </p:cNvPr>
            <p:cNvSpPr/>
            <p:nvPr/>
          </p:nvSpPr>
          <p:spPr>
            <a:xfrm rot="13534156" flipH="1">
              <a:off x="2876293" y="3821990"/>
              <a:ext cx="680085" cy="346219"/>
            </a:xfrm>
            <a:prstGeom prst="circularArrow">
              <a:avLst>
                <a:gd name="adj1" fmla="val 14849"/>
                <a:gd name="adj2" fmla="val 1324347"/>
                <a:gd name="adj3" fmla="val 1077952"/>
                <a:gd name="adj4" fmla="val 8706306"/>
                <a:gd name="adj5" fmla="val 1922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feld 95">
                  <a:extLst>
                    <a:ext uri="{FF2B5EF4-FFF2-40B4-BE49-F238E27FC236}">
                      <a16:creationId xmlns:a16="http://schemas.microsoft.com/office/drawing/2014/main" id="{D24E803C-863A-2C88-7B3F-AF0CEF758FBD}"/>
                    </a:ext>
                  </a:extLst>
                </p:cNvPr>
                <p:cNvSpPr txBox="1"/>
                <p:nvPr/>
              </p:nvSpPr>
              <p:spPr>
                <a:xfrm>
                  <a:off x="2871732" y="3046059"/>
                  <a:ext cx="43377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2400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de-DE" sz="2400" dirty="0"/>
                </a:p>
              </p:txBody>
            </p:sp>
          </mc:Choice>
          <mc:Fallback xmlns="">
            <p:sp>
              <p:nvSpPr>
                <p:cNvPr id="96" name="Textfeld 95">
                  <a:extLst>
                    <a:ext uri="{FF2B5EF4-FFF2-40B4-BE49-F238E27FC236}">
                      <a16:creationId xmlns:a16="http://schemas.microsoft.com/office/drawing/2014/main" id="{D24E803C-863A-2C88-7B3F-AF0CEF758F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1732" y="3046059"/>
                  <a:ext cx="433771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2817" r="-15493" b="-1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7" name="Pfeil: gebogen 96">
              <a:extLst>
                <a:ext uri="{FF2B5EF4-FFF2-40B4-BE49-F238E27FC236}">
                  <a16:creationId xmlns:a16="http://schemas.microsoft.com/office/drawing/2014/main" id="{486647B2-A2A5-B72B-0F43-176951E1A0D4}"/>
                </a:ext>
              </a:extLst>
            </p:cNvPr>
            <p:cNvSpPr/>
            <p:nvPr/>
          </p:nvSpPr>
          <p:spPr>
            <a:xfrm rot="8134156" flipH="1">
              <a:off x="2864722" y="2698594"/>
              <a:ext cx="454567" cy="382103"/>
            </a:xfrm>
            <a:prstGeom prst="circularArrow">
              <a:avLst>
                <a:gd name="adj1" fmla="val 14849"/>
                <a:gd name="adj2" fmla="val 1324347"/>
                <a:gd name="adj3" fmla="val 1077952"/>
                <a:gd name="adj4" fmla="val 8706306"/>
                <a:gd name="adj5" fmla="val 1628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feld 97">
                  <a:extLst>
                    <a:ext uri="{FF2B5EF4-FFF2-40B4-BE49-F238E27FC236}">
                      <a16:creationId xmlns:a16="http://schemas.microsoft.com/office/drawing/2014/main" id="{8C9E01D8-6222-E986-0709-D053B22DABAE}"/>
                    </a:ext>
                  </a:extLst>
                </p:cNvPr>
                <p:cNvSpPr txBox="1"/>
                <p:nvPr/>
              </p:nvSpPr>
              <p:spPr>
                <a:xfrm>
                  <a:off x="5550554" y="5172843"/>
                  <a:ext cx="43377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2400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de-DE" sz="2400" dirty="0"/>
                </a:p>
              </p:txBody>
            </p:sp>
          </mc:Choice>
          <mc:Fallback xmlns="">
            <p:sp>
              <p:nvSpPr>
                <p:cNvPr id="98" name="Textfeld 97">
                  <a:extLst>
                    <a:ext uri="{FF2B5EF4-FFF2-40B4-BE49-F238E27FC236}">
                      <a16:creationId xmlns:a16="http://schemas.microsoft.com/office/drawing/2014/main" id="{8C9E01D8-6222-E986-0709-D053B22DAB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0554" y="5172843"/>
                  <a:ext cx="433771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4225" r="-140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Gerade Verbindung mit Pfeil 98">
              <a:extLst>
                <a:ext uri="{FF2B5EF4-FFF2-40B4-BE49-F238E27FC236}">
                  <a16:creationId xmlns:a16="http://schemas.microsoft.com/office/drawing/2014/main" id="{E4B95502-0B08-9082-3B91-104D3CF7060A}"/>
                </a:ext>
              </a:extLst>
            </p:cNvPr>
            <p:cNvCxnSpPr>
              <a:cxnSpLocks/>
            </p:cNvCxnSpPr>
            <p:nvPr/>
          </p:nvCxnSpPr>
          <p:spPr>
            <a:xfrm rot="2734156" flipV="1">
              <a:off x="6626399" y="6130338"/>
              <a:ext cx="667324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feld 99">
                  <a:extLst>
                    <a:ext uri="{FF2B5EF4-FFF2-40B4-BE49-F238E27FC236}">
                      <a16:creationId xmlns:a16="http://schemas.microsoft.com/office/drawing/2014/main" id="{BE641487-0B6E-9135-DDB1-967DC21C1AE7}"/>
                    </a:ext>
                  </a:extLst>
                </p:cNvPr>
                <p:cNvSpPr txBox="1"/>
                <p:nvPr/>
              </p:nvSpPr>
              <p:spPr>
                <a:xfrm flipH="1">
                  <a:off x="5989224" y="6519286"/>
                  <a:ext cx="32648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2400" b="0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de-DE" sz="2400" b="0" i="0" dirty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de-DE" sz="2400" dirty="0"/>
                </a:p>
              </p:txBody>
            </p:sp>
          </mc:Choice>
          <mc:Fallback xmlns="">
            <p:sp>
              <p:nvSpPr>
                <p:cNvPr id="100" name="Textfeld 99">
                  <a:extLst>
                    <a:ext uri="{FF2B5EF4-FFF2-40B4-BE49-F238E27FC236}">
                      <a16:creationId xmlns:a16="http://schemas.microsoft.com/office/drawing/2014/main" id="{BE641487-0B6E-9135-DDB1-967DC21C1A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5989224" y="6519286"/>
                  <a:ext cx="326489" cy="461665"/>
                </a:xfrm>
                <a:prstGeom prst="rect">
                  <a:avLst/>
                </a:prstGeom>
                <a:blipFill>
                  <a:blip r:embed="rId13"/>
                  <a:stretch>
                    <a:fillRect l="-3704" r="-351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feld 100">
                  <a:extLst>
                    <a:ext uri="{FF2B5EF4-FFF2-40B4-BE49-F238E27FC236}">
                      <a16:creationId xmlns:a16="http://schemas.microsoft.com/office/drawing/2014/main" id="{38F92B19-2543-453D-38EF-2BD9C0E96DA7}"/>
                    </a:ext>
                  </a:extLst>
                </p:cNvPr>
                <p:cNvSpPr txBox="1"/>
                <p:nvPr/>
              </p:nvSpPr>
              <p:spPr>
                <a:xfrm flipH="1">
                  <a:off x="5471926" y="5736777"/>
                  <a:ext cx="54788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2400" b="0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de-DE" sz="2400" b="0" i="0" dirty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de-DE" sz="2400" dirty="0"/>
                </a:p>
              </p:txBody>
            </p:sp>
          </mc:Choice>
          <mc:Fallback xmlns="">
            <p:sp>
              <p:nvSpPr>
                <p:cNvPr id="101" name="Textfeld 100">
                  <a:extLst>
                    <a:ext uri="{FF2B5EF4-FFF2-40B4-BE49-F238E27FC236}">
                      <a16:creationId xmlns:a16="http://schemas.microsoft.com/office/drawing/2014/main" id="{38F92B19-2543-453D-38EF-2BD9C0E96D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5471926" y="5736777"/>
                  <a:ext cx="547883" cy="46166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feld 101">
                  <a:extLst>
                    <a:ext uri="{FF2B5EF4-FFF2-40B4-BE49-F238E27FC236}">
                      <a16:creationId xmlns:a16="http://schemas.microsoft.com/office/drawing/2014/main" id="{F1843466-61B5-6ACC-A29A-7DBA1277CC17}"/>
                    </a:ext>
                  </a:extLst>
                </p:cNvPr>
                <p:cNvSpPr txBox="1"/>
                <p:nvPr/>
              </p:nvSpPr>
              <p:spPr>
                <a:xfrm flipH="1">
                  <a:off x="7096549" y="6304611"/>
                  <a:ext cx="26636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2400" b="0" i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de-DE" sz="2400" b="0" i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de-DE" sz="2400" dirty="0"/>
                </a:p>
              </p:txBody>
            </p:sp>
          </mc:Choice>
          <mc:Fallback xmlns="">
            <p:sp>
              <p:nvSpPr>
                <p:cNvPr id="102" name="Textfeld 101">
                  <a:extLst>
                    <a:ext uri="{FF2B5EF4-FFF2-40B4-BE49-F238E27FC236}">
                      <a16:creationId xmlns:a16="http://schemas.microsoft.com/office/drawing/2014/main" id="{F1843466-61B5-6ACC-A29A-7DBA1277CC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7096549" y="6304611"/>
                  <a:ext cx="266368" cy="461665"/>
                </a:xfrm>
                <a:prstGeom prst="rect">
                  <a:avLst/>
                </a:prstGeom>
                <a:blipFill>
                  <a:blip r:embed="rId15"/>
                  <a:stretch>
                    <a:fillRect l="-4545" r="-704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3" name="Gerade Verbindung mit Pfeil 102">
              <a:extLst>
                <a:ext uri="{FF2B5EF4-FFF2-40B4-BE49-F238E27FC236}">
                  <a16:creationId xmlns:a16="http://schemas.microsoft.com/office/drawing/2014/main" id="{D38BEF3F-17C6-2C7F-6C49-8A8C6440EF98}"/>
                </a:ext>
              </a:extLst>
            </p:cNvPr>
            <p:cNvCxnSpPr>
              <a:cxnSpLocks/>
            </p:cNvCxnSpPr>
            <p:nvPr/>
          </p:nvCxnSpPr>
          <p:spPr>
            <a:xfrm rot="2734156" flipH="1">
              <a:off x="5981935" y="5589068"/>
              <a:ext cx="617722" cy="61772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Gerade Verbindung mit Pfeil 103">
              <a:extLst>
                <a:ext uri="{FF2B5EF4-FFF2-40B4-BE49-F238E27FC236}">
                  <a16:creationId xmlns:a16="http://schemas.microsoft.com/office/drawing/2014/main" id="{5176E064-1E95-EFCA-7F19-D1FC85C46F38}"/>
                </a:ext>
              </a:extLst>
            </p:cNvPr>
            <p:cNvCxnSpPr>
              <a:cxnSpLocks/>
            </p:cNvCxnSpPr>
            <p:nvPr/>
          </p:nvCxnSpPr>
          <p:spPr>
            <a:xfrm rot="2734156">
              <a:off x="6383179" y="5776240"/>
              <a:ext cx="0" cy="927287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Würfel 104">
              <a:extLst>
                <a:ext uri="{FF2B5EF4-FFF2-40B4-BE49-F238E27FC236}">
                  <a16:creationId xmlns:a16="http://schemas.microsoft.com/office/drawing/2014/main" id="{23B30A85-D4F4-93C1-27B1-7A34AE6B38AD}"/>
                </a:ext>
              </a:extLst>
            </p:cNvPr>
            <p:cNvSpPr/>
            <p:nvPr/>
          </p:nvSpPr>
          <p:spPr>
            <a:xfrm rot="8134156" flipH="1">
              <a:off x="6404844" y="5742169"/>
              <a:ext cx="285750" cy="986790"/>
            </a:xfrm>
            <a:prstGeom prst="cube">
              <a:avLst>
                <a:gd name="adj" fmla="val 58333"/>
              </a:avLst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cxnSp>
          <p:nvCxnSpPr>
            <p:cNvPr id="106" name="Gerade Verbindung mit Pfeil 105">
              <a:extLst>
                <a:ext uri="{FF2B5EF4-FFF2-40B4-BE49-F238E27FC236}">
                  <a16:creationId xmlns:a16="http://schemas.microsoft.com/office/drawing/2014/main" id="{3C9D14D7-E3A2-BE0F-117F-921FA1855677}"/>
                </a:ext>
              </a:extLst>
            </p:cNvPr>
            <p:cNvCxnSpPr>
              <a:cxnSpLocks/>
            </p:cNvCxnSpPr>
            <p:nvPr/>
          </p:nvCxnSpPr>
          <p:spPr>
            <a:xfrm rot="2734156">
              <a:off x="6611801" y="5855204"/>
              <a:ext cx="0" cy="32111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feld 122">
                  <a:extLst>
                    <a:ext uri="{FF2B5EF4-FFF2-40B4-BE49-F238E27FC236}">
                      <a16:creationId xmlns:a16="http://schemas.microsoft.com/office/drawing/2014/main" id="{48AB5E4B-B6A8-AC2C-3A79-9594D8D194C0}"/>
                    </a:ext>
                  </a:extLst>
                </p:cNvPr>
                <p:cNvSpPr txBox="1"/>
                <p:nvPr/>
              </p:nvSpPr>
              <p:spPr>
                <a:xfrm flipH="1">
                  <a:off x="3336339" y="3714602"/>
                  <a:ext cx="41131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24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de-DE" sz="24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de-DE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Textfeld 122">
                  <a:extLst>
                    <a:ext uri="{FF2B5EF4-FFF2-40B4-BE49-F238E27FC236}">
                      <a16:creationId xmlns:a16="http://schemas.microsoft.com/office/drawing/2014/main" id="{48AB5E4B-B6A8-AC2C-3A79-9594D8D194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336339" y="3714602"/>
                  <a:ext cx="411314" cy="461665"/>
                </a:xfrm>
                <a:prstGeom prst="rect">
                  <a:avLst/>
                </a:prstGeom>
                <a:blipFill>
                  <a:blip r:embed="rId16"/>
                  <a:stretch>
                    <a:fillRect l="-2941" r="-102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265AF79C-487B-C38C-AC05-0C88BFFE42C6}"/>
                </a:ext>
              </a:extLst>
            </p:cNvPr>
            <p:cNvGrpSpPr/>
            <p:nvPr/>
          </p:nvGrpSpPr>
          <p:grpSpPr>
            <a:xfrm>
              <a:off x="908688" y="8578656"/>
              <a:ext cx="2259317" cy="1769830"/>
              <a:chOff x="1808815" y="421964"/>
              <a:chExt cx="2259317" cy="1769830"/>
            </a:xfrm>
          </p:grpSpPr>
          <p:cxnSp>
            <p:nvCxnSpPr>
              <p:cNvPr id="13" name="Gerade Verbindung mit Pfeil 12">
                <a:extLst>
                  <a:ext uri="{FF2B5EF4-FFF2-40B4-BE49-F238E27FC236}">
                    <a16:creationId xmlns:a16="http://schemas.microsoft.com/office/drawing/2014/main" id="{7737558B-5A55-B9E6-29FD-C6C9F0E41EAD}"/>
                  </a:ext>
                </a:extLst>
              </p:cNvPr>
              <p:cNvCxnSpPr>
                <a:cxnSpLocks/>
                <a:endCxn id="126" idx="3"/>
              </p:cNvCxnSpPr>
              <p:nvPr/>
            </p:nvCxnSpPr>
            <p:spPr>
              <a:xfrm flipV="1">
                <a:off x="2682727" y="421964"/>
                <a:ext cx="6722" cy="127199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 Verbindung mit Pfeil 13">
                <a:extLst>
                  <a:ext uri="{FF2B5EF4-FFF2-40B4-BE49-F238E27FC236}">
                    <a16:creationId xmlns:a16="http://schemas.microsoft.com/office/drawing/2014/main" id="{C7AABAFC-B869-E7B2-4B66-A38C4DB183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71444" y="1676211"/>
                <a:ext cx="940133" cy="0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feld 15">
                    <a:extLst>
                      <a:ext uri="{FF2B5EF4-FFF2-40B4-BE49-F238E27FC236}">
                        <a16:creationId xmlns:a16="http://schemas.microsoft.com/office/drawing/2014/main" id="{771C121B-D2DE-2957-0C22-CE22829C9026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491216" y="1425591"/>
                    <a:ext cx="576916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400" b="0" i="0" dirty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de-DE" sz="2400" b="0" i="0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de-DE" sz="2400" dirty="0"/>
                  </a:p>
                </p:txBody>
              </p:sp>
            </mc:Choice>
            <mc:Fallback xmlns="">
              <p:sp>
                <p:nvSpPr>
                  <p:cNvPr id="16" name="Textfeld 15">
                    <a:extLst>
                      <a:ext uri="{FF2B5EF4-FFF2-40B4-BE49-F238E27FC236}">
                        <a16:creationId xmlns:a16="http://schemas.microsoft.com/office/drawing/2014/main" id="{771C121B-D2DE-2957-0C22-CE22829C902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491216" y="1425591"/>
                    <a:ext cx="576916" cy="461665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feld 16">
                    <a:extLst>
                      <a:ext uri="{FF2B5EF4-FFF2-40B4-BE49-F238E27FC236}">
                        <a16:creationId xmlns:a16="http://schemas.microsoft.com/office/drawing/2014/main" id="{42E207A4-108F-26B4-F6C7-E0AA4F3D09A2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808815" y="1730129"/>
                    <a:ext cx="373613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400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de-DE" sz="2400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de-DE" sz="2400" dirty="0"/>
                  </a:p>
                </p:txBody>
              </p:sp>
            </mc:Choice>
            <mc:Fallback xmlns="">
              <p:sp>
                <p:nvSpPr>
                  <p:cNvPr id="17" name="Textfeld 16">
                    <a:extLst>
                      <a:ext uri="{FF2B5EF4-FFF2-40B4-BE49-F238E27FC236}">
                        <a16:creationId xmlns:a16="http://schemas.microsoft.com/office/drawing/2014/main" id="{42E207A4-108F-26B4-F6C7-E0AA4F3D09A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808815" y="1730129"/>
                    <a:ext cx="373613" cy="461665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3279" r="-2786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" name="Gerade Verbindung mit Pfeil 17">
                <a:extLst>
                  <a:ext uri="{FF2B5EF4-FFF2-40B4-BE49-F238E27FC236}">
                    <a16:creationId xmlns:a16="http://schemas.microsoft.com/office/drawing/2014/main" id="{3A0480AC-A814-CDCF-60E0-0A6228BE88B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14727" y="1667831"/>
                <a:ext cx="468000" cy="46800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1" name="Gerade Verbindung mit Pfeil 80">
              <a:extLst>
                <a:ext uri="{FF2B5EF4-FFF2-40B4-BE49-F238E27FC236}">
                  <a16:creationId xmlns:a16="http://schemas.microsoft.com/office/drawing/2014/main" id="{630D3982-31F0-A9D1-07C4-CB68DD3FA9F9}"/>
                </a:ext>
              </a:extLst>
            </p:cNvPr>
            <p:cNvCxnSpPr>
              <a:cxnSpLocks/>
            </p:cNvCxnSpPr>
            <p:nvPr/>
          </p:nvCxnSpPr>
          <p:spPr>
            <a:xfrm rot="2734156">
              <a:off x="3865794" y="4306438"/>
              <a:ext cx="2396546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Zylinder 82">
              <a:extLst>
                <a:ext uri="{FF2B5EF4-FFF2-40B4-BE49-F238E27FC236}">
                  <a16:creationId xmlns:a16="http://schemas.microsoft.com/office/drawing/2014/main" id="{6ED16567-7E55-086D-3563-7DF01D5AC435}"/>
                </a:ext>
              </a:extLst>
            </p:cNvPr>
            <p:cNvSpPr/>
            <p:nvPr/>
          </p:nvSpPr>
          <p:spPr>
            <a:xfrm rot="8134156">
              <a:off x="4925574" y="3833698"/>
              <a:ext cx="565265" cy="1246909"/>
            </a:xfrm>
            <a:prstGeom prst="ca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33" name="Pfeil: gebogen 132">
              <a:extLst>
                <a:ext uri="{FF2B5EF4-FFF2-40B4-BE49-F238E27FC236}">
                  <a16:creationId xmlns:a16="http://schemas.microsoft.com/office/drawing/2014/main" id="{CE13D29F-B1F8-758F-CC72-B4D745537F09}"/>
                </a:ext>
              </a:extLst>
            </p:cNvPr>
            <p:cNvSpPr/>
            <p:nvPr/>
          </p:nvSpPr>
          <p:spPr>
            <a:xfrm rot="10800000" flipH="1">
              <a:off x="1449280" y="8686949"/>
              <a:ext cx="680085" cy="346219"/>
            </a:xfrm>
            <a:prstGeom prst="circularArrow">
              <a:avLst>
                <a:gd name="adj1" fmla="val 14849"/>
                <a:gd name="adj2" fmla="val 1324347"/>
                <a:gd name="adj3" fmla="val 1077952"/>
                <a:gd name="adj4" fmla="val 8706306"/>
                <a:gd name="adj5" fmla="val 1922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Gerade Verbindung mit Pfeil 20">
              <a:extLst>
                <a:ext uri="{FF2B5EF4-FFF2-40B4-BE49-F238E27FC236}">
                  <a16:creationId xmlns:a16="http://schemas.microsoft.com/office/drawing/2014/main" id="{EAA2F336-A7ED-D142-704A-FB83C5B8FD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9322" y="3305821"/>
              <a:ext cx="2219228" cy="654483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mit Pfeil 23">
              <a:extLst>
                <a:ext uri="{FF2B5EF4-FFF2-40B4-BE49-F238E27FC236}">
                  <a16:creationId xmlns:a16="http://schemas.microsoft.com/office/drawing/2014/main" id="{DBA00123-7EAE-8C12-593F-62C4C1DAAB0F}"/>
                </a:ext>
              </a:extLst>
            </p:cNvPr>
            <p:cNvCxnSpPr/>
            <p:nvPr/>
          </p:nvCxnSpPr>
          <p:spPr>
            <a:xfrm flipV="1">
              <a:off x="1798620" y="5900797"/>
              <a:ext cx="4913949" cy="394985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EE2DAA27-993A-8339-FDEC-6000DE71D983}"/>
                    </a:ext>
                  </a:extLst>
                </p:cNvPr>
                <p:cNvSpPr txBox="1"/>
                <p:nvPr/>
              </p:nvSpPr>
              <p:spPr>
                <a:xfrm>
                  <a:off x="3577999" y="4848773"/>
                  <a:ext cx="49293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EE2DAA27-993A-8339-FDEC-6000DE71D9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7999" y="4848773"/>
                  <a:ext cx="492939" cy="461665"/>
                </a:xfrm>
                <a:prstGeom prst="rect">
                  <a:avLst/>
                </a:prstGeom>
                <a:blipFill>
                  <a:blip r:embed="rId19"/>
                  <a:stretch>
                    <a:fillRect l="-3704" b="-9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feld 25">
                  <a:extLst>
                    <a:ext uri="{FF2B5EF4-FFF2-40B4-BE49-F238E27FC236}">
                      <a16:creationId xmlns:a16="http://schemas.microsoft.com/office/drawing/2014/main" id="{8D0CE8FE-0A01-D85A-3C1E-36CE55C0CAE8}"/>
                    </a:ext>
                  </a:extLst>
                </p:cNvPr>
                <p:cNvSpPr txBox="1"/>
                <p:nvPr/>
              </p:nvSpPr>
              <p:spPr>
                <a:xfrm>
                  <a:off x="5460177" y="6842778"/>
                  <a:ext cx="49293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𝑒𝑒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6" name="Textfeld 25">
                  <a:extLst>
                    <a:ext uri="{FF2B5EF4-FFF2-40B4-BE49-F238E27FC236}">
                      <a16:creationId xmlns:a16="http://schemas.microsoft.com/office/drawing/2014/main" id="{8D0CE8FE-0A01-D85A-3C1E-36CE55C0CA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0177" y="6842778"/>
                  <a:ext cx="492939" cy="461665"/>
                </a:xfrm>
                <a:prstGeom prst="rect">
                  <a:avLst/>
                </a:prstGeom>
                <a:blipFill>
                  <a:blip r:embed="rId20"/>
                  <a:stretch>
                    <a:fillRect l="-3704" r="-11111" b="-9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5BC48ADD-65AF-6CB3-86A7-FF4C6F617FA5}"/>
                </a:ext>
              </a:extLst>
            </p:cNvPr>
            <p:cNvGrpSpPr/>
            <p:nvPr/>
          </p:nvGrpSpPr>
          <p:grpSpPr>
            <a:xfrm rot="2725083">
              <a:off x="3995896" y="2749260"/>
              <a:ext cx="3770362" cy="2645678"/>
              <a:chOff x="4925194" y="2225752"/>
              <a:chExt cx="3770362" cy="2645678"/>
            </a:xfrm>
          </p:grpSpPr>
          <p:cxnSp>
            <p:nvCxnSpPr>
              <p:cNvPr id="27" name="Gerade Verbindung mit Pfeil 26">
                <a:extLst>
                  <a:ext uri="{FF2B5EF4-FFF2-40B4-BE49-F238E27FC236}">
                    <a16:creationId xmlns:a16="http://schemas.microsoft.com/office/drawing/2014/main" id="{9189A598-BDE9-5E1A-9770-684F3E66087A}"/>
                  </a:ext>
                </a:extLst>
              </p:cNvPr>
              <p:cNvCxnSpPr>
                <a:cxnSpLocks/>
              </p:cNvCxnSpPr>
              <p:nvPr/>
            </p:nvCxnSpPr>
            <p:spPr>
              <a:xfrm rot="18874917" flipH="1" flipV="1">
                <a:off x="5502055" y="2202584"/>
                <a:ext cx="2645678" cy="2692014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Gerader Verbinder 27">
                <a:extLst>
                  <a:ext uri="{FF2B5EF4-FFF2-40B4-BE49-F238E27FC236}">
                    <a16:creationId xmlns:a16="http://schemas.microsoft.com/office/drawing/2014/main" id="{A93C8651-0435-8852-E0BE-02603927FD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695556" y="3470109"/>
                <a:ext cx="0" cy="794742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89AF6E5C-3C0D-1EB0-9489-B4FB39636BBA}"/>
                  </a:ext>
                </a:extLst>
              </p:cNvPr>
              <p:cNvSpPr txBox="1"/>
              <p:nvPr/>
            </p:nvSpPr>
            <p:spPr>
              <a:xfrm>
                <a:off x="6213616" y="3135706"/>
                <a:ext cx="14375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15 cm</a:t>
                </a:r>
              </a:p>
            </p:txBody>
          </p:sp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11E677CA-6B10-5539-2FDF-A81F8E958B7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25194" y="3482081"/>
                <a:ext cx="0" cy="794742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1288632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475A4-1AE0-A905-A8D0-A8DF1358A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Gerader Verbinder 89">
            <a:extLst>
              <a:ext uri="{FF2B5EF4-FFF2-40B4-BE49-F238E27FC236}">
                <a16:creationId xmlns:a16="http://schemas.microsoft.com/office/drawing/2014/main" id="{E79B2225-B3F9-9823-EA9B-61013DB0746C}"/>
              </a:ext>
            </a:extLst>
          </p:cNvPr>
          <p:cNvCxnSpPr>
            <a:cxnSpLocks/>
          </p:cNvCxnSpPr>
          <p:nvPr/>
        </p:nvCxnSpPr>
        <p:spPr>
          <a:xfrm flipH="1">
            <a:off x="5231036" y="4529342"/>
            <a:ext cx="1237658" cy="1803347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Gerader Verbinder 79">
            <a:extLst>
              <a:ext uri="{FF2B5EF4-FFF2-40B4-BE49-F238E27FC236}">
                <a16:creationId xmlns:a16="http://schemas.microsoft.com/office/drawing/2014/main" id="{4EFAB53D-7EFC-287B-3D95-FB893D11C220}"/>
              </a:ext>
            </a:extLst>
          </p:cNvPr>
          <p:cNvCxnSpPr>
            <a:cxnSpLocks/>
          </p:cNvCxnSpPr>
          <p:nvPr/>
        </p:nvCxnSpPr>
        <p:spPr>
          <a:xfrm flipH="1">
            <a:off x="1708455" y="4675584"/>
            <a:ext cx="1491853" cy="2270697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Zylinder 6">
            <a:extLst>
              <a:ext uri="{FF2B5EF4-FFF2-40B4-BE49-F238E27FC236}">
                <a16:creationId xmlns:a16="http://schemas.microsoft.com/office/drawing/2014/main" id="{F6EB1E3C-DE11-1A59-9196-F08E3C7D506B}"/>
              </a:ext>
            </a:extLst>
          </p:cNvPr>
          <p:cNvSpPr/>
          <p:nvPr/>
        </p:nvSpPr>
        <p:spPr>
          <a:xfrm rot="12902072">
            <a:off x="1662874" y="5877791"/>
            <a:ext cx="664211" cy="1369593"/>
          </a:xfrm>
          <a:prstGeom prst="can">
            <a:avLst>
              <a:gd name="adj" fmla="val 130415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5" name="Zylinder 4">
            <a:extLst>
              <a:ext uri="{FF2B5EF4-FFF2-40B4-BE49-F238E27FC236}">
                <a16:creationId xmlns:a16="http://schemas.microsoft.com/office/drawing/2014/main" id="{A6117DBE-DC2F-E844-F768-781B034D4581}"/>
              </a:ext>
            </a:extLst>
          </p:cNvPr>
          <p:cNvSpPr/>
          <p:nvPr/>
        </p:nvSpPr>
        <p:spPr>
          <a:xfrm>
            <a:off x="1058716" y="10056869"/>
            <a:ext cx="2055547" cy="1364236"/>
          </a:xfrm>
          <a:prstGeom prst="ca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6" name="Zylinder 5">
            <a:extLst>
              <a:ext uri="{FF2B5EF4-FFF2-40B4-BE49-F238E27FC236}">
                <a16:creationId xmlns:a16="http://schemas.microsoft.com/office/drawing/2014/main" id="{FD922088-FB21-BFFB-2FBA-0369044FC803}"/>
              </a:ext>
            </a:extLst>
          </p:cNvPr>
          <p:cNvSpPr/>
          <p:nvPr/>
        </p:nvSpPr>
        <p:spPr>
          <a:xfrm>
            <a:off x="1666961" y="8712041"/>
            <a:ext cx="747689" cy="1551065"/>
          </a:xfrm>
          <a:prstGeom prst="ca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Textfeld 124">
                <a:extLst>
                  <a:ext uri="{FF2B5EF4-FFF2-40B4-BE49-F238E27FC236}">
                    <a16:creationId xmlns:a16="http://schemas.microsoft.com/office/drawing/2014/main" id="{5B746A73-9688-A6C3-3A91-2AD2D114940C}"/>
                  </a:ext>
                </a:extLst>
              </p:cNvPr>
              <p:cNvSpPr txBox="1"/>
              <p:nvPr/>
            </p:nvSpPr>
            <p:spPr>
              <a:xfrm flipH="1">
                <a:off x="1151104" y="6828579"/>
                <a:ext cx="4113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de-DE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5" name="Textfeld 124">
                <a:extLst>
                  <a:ext uri="{FF2B5EF4-FFF2-40B4-BE49-F238E27FC236}">
                    <a16:creationId xmlns:a16="http://schemas.microsoft.com/office/drawing/2014/main" id="{5B746A73-9688-A6C3-3A91-2AD2D1149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51104" y="6828579"/>
                <a:ext cx="411314" cy="461665"/>
              </a:xfrm>
              <a:prstGeom prst="rect">
                <a:avLst/>
              </a:prstGeom>
              <a:blipFill>
                <a:blip r:embed="rId2"/>
                <a:stretch>
                  <a:fillRect l="-4478" r="-10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6" name="Textfeld 125">
                <a:extLst>
                  <a:ext uri="{FF2B5EF4-FFF2-40B4-BE49-F238E27FC236}">
                    <a16:creationId xmlns:a16="http://schemas.microsoft.com/office/drawing/2014/main" id="{BEF891AC-6F2E-972B-D163-FA02C18FD499}"/>
                  </a:ext>
                </a:extLst>
              </p:cNvPr>
              <p:cNvSpPr txBox="1"/>
              <p:nvPr/>
            </p:nvSpPr>
            <p:spPr>
              <a:xfrm flipH="1">
                <a:off x="1613243" y="4606791"/>
                <a:ext cx="4113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de-DE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6" name="Textfeld 125">
                <a:extLst>
                  <a:ext uri="{FF2B5EF4-FFF2-40B4-BE49-F238E27FC236}">
                    <a16:creationId xmlns:a16="http://schemas.microsoft.com/office/drawing/2014/main" id="{BEF891AC-6F2E-972B-D163-FA02C18FD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613243" y="4606791"/>
                <a:ext cx="411314" cy="461665"/>
              </a:xfrm>
              <a:prstGeom prst="rect">
                <a:avLst/>
              </a:prstGeom>
              <a:blipFill>
                <a:blip r:embed="rId3"/>
                <a:stretch>
                  <a:fillRect l="-4478" r="-11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Textfeld 129">
                <a:extLst>
                  <a:ext uri="{FF2B5EF4-FFF2-40B4-BE49-F238E27FC236}">
                    <a16:creationId xmlns:a16="http://schemas.microsoft.com/office/drawing/2014/main" id="{17014E00-30AC-4E04-0D08-57D8C57F9CA8}"/>
                  </a:ext>
                </a:extLst>
              </p:cNvPr>
              <p:cNvSpPr txBox="1"/>
              <p:nvPr/>
            </p:nvSpPr>
            <p:spPr>
              <a:xfrm>
                <a:off x="1454309" y="7152698"/>
                <a:ext cx="4337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400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</p:txBody>
          </p:sp>
        </mc:Choice>
        <mc:Fallback>
          <p:sp>
            <p:nvSpPr>
              <p:cNvPr id="130" name="Textfeld 129">
                <a:extLst>
                  <a:ext uri="{FF2B5EF4-FFF2-40B4-BE49-F238E27FC236}">
                    <a16:creationId xmlns:a16="http://schemas.microsoft.com/office/drawing/2014/main" id="{17014E00-30AC-4E04-0D08-57D8C57F9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309" y="7152698"/>
                <a:ext cx="433771" cy="461665"/>
              </a:xfrm>
              <a:prstGeom prst="rect">
                <a:avLst/>
              </a:prstGeom>
              <a:blipFill>
                <a:blip r:embed="rId4"/>
                <a:stretch>
                  <a:fillRect l="-4225" r="-14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Textfeld 131">
                <a:extLst>
                  <a:ext uri="{FF2B5EF4-FFF2-40B4-BE49-F238E27FC236}">
                    <a16:creationId xmlns:a16="http://schemas.microsoft.com/office/drawing/2014/main" id="{F8372973-99B2-566A-2DF5-A0EA09AFB5FF}"/>
                  </a:ext>
                </a:extLst>
              </p:cNvPr>
              <p:cNvSpPr txBox="1"/>
              <p:nvPr/>
            </p:nvSpPr>
            <p:spPr>
              <a:xfrm>
                <a:off x="1344703" y="8162625"/>
                <a:ext cx="4337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400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</p:txBody>
          </p:sp>
        </mc:Choice>
        <mc:Fallback>
          <p:sp>
            <p:nvSpPr>
              <p:cNvPr id="132" name="Textfeld 131">
                <a:extLst>
                  <a:ext uri="{FF2B5EF4-FFF2-40B4-BE49-F238E27FC236}">
                    <a16:creationId xmlns:a16="http://schemas.microsoft.com/office/drawing/2014/main" id="{F8372973-99B2-566A-2DF5-A0EA09AFB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703" y="8162625"/>
                <a:ext cx="433771" cy="461665"/>
              </a:xfrm>
              <a:prstGeom prst="rect">
                <a:avLst/>
              </a:prstGeom>
              <a:blipFill>
                <a:blip r:embed="rId5"/>
                <a:stretch>
                  <a:fillRect l="-4225" r="-12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B9057AA9-B507-8644-95D0-BDC9F5FC77A9}"/>
              </a:ext>
            </a:extLst>
          </p:cNvPr>
          <p:cNvCxnSpPr>
            <a:cxnSpLocks/>
            <a:endCxn id="65" idx="1"/>
          </p:cNvCxnSpPr>
          <p:nvPr/>
        </p:nvCxnSpPr>
        <p:spPr>
          <a:xfrm flipH="1">
            <a:off x="2047500" y="6077409"/>
            <a:ext cx="2942130" cy="361601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72B76FDB-5497-5067-CB3D-C45BF72E3ECA}"/>
              </a:ext>
            </a:extLst>
          </p:cNvPr>
          <p:cNvCxnSpPr>
            <a:cxnSpLocks/>
            <a:stCxn id="65" idx="0"/>
          </p:cNvCxnSpPr>
          <p:nvPr/>
        </p:nvCxnSpPr>
        <p:spPr>
          <a:xfrm flipH="1" flipV="1">
            <a:off x="2062687" y="4897945"/>
            <a:ext cx="978" cy="153437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02E60984-C19B-ABAC-9994-C1C8795BE487}"/>
              </a:ext>
            </a:extLst>
          </p:cNvPr>
          <p:cNvCxnSpPr>
            <a:cxnSpLocks/>
            <a:stCxn id="65" idx="6"/>
          </p:cNvCxnSpPr>
          <p:nvPr/>
        </p:nvCxnSpPr>
        <p:spPr>
          <a:xfrm>
            <a:off x="2086524" y="6455175"/>
            <a:ext cx="110435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4" name="Textfeld 123">
                <a:extLst>
                  <a:ext uri="{FF2B5EF4-FFF2-40B4-BE49-F238E27FC236}">
                    <a16:creationId xmlns:a16="http://schemas.microsoft.com/office/drawing/2014/main" id="{1EE6D1F5-A73B-ADB7-3042-FE01AB25ADE3}"/>
                  </a:ext>
                </a:extLst>
              </p:cNvPr>
              <p:cNvSpPr txBox="1"/>
              <p:nvPr/>
            </p:nvSpPr>
            <p:spPr>
              <a:xfrm flipH="1">
                <a:off x="3491342" y="5540754"/>
                <a:ext cx="4113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de-DE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4" name="Textfeld 123">
                <a:extLst>
                  <a:ext uri="{FF2B5EF4-FFF2-40B4-BE49-F238E27FC236}">
                    <a16:creationId xmlns:a16="http://schemas.microsoft.com/office/drawing/2014/main" id="{1EE6D1F5-A73B-ADB7-3042-FE01AB25A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491342" y="5540754"/>
                <a:ext cx="411314" cy="461665"/>
              </a:xfrm>
              <a:prstGeom prst="rect">
                <a:avLst/>
              </a:prstGeom>
              <a:blipFill>
                <a:blip r:embed="rId6"/>
                <a:stretch>
                  <a:fillRect r="-8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Gerade Verbindung mit Pfeil 111">
            <a:extLst>
              <a:ext uri="{FF2B5EF4-FFF2-40B4-BE49-F238E27FC236}">
                <a16:creationId xmlns:a16="http://schemas.microsoft.com/office/drawing/2014/main" id="{CC53AD1D-4EB3-E2E6-743C-54218B7F4785}"/>
              </a:ext>
            </a:extLst>
          </p:cNvPr>
          <p:cNvCxnSpPr>
            <a:cxnSpLocks/>
            <a:stCxn id="65" idx="3"/>
          </p:cNvCxnSpPr>
          <p:nvPr/>
        </p:nvCxnSpPr>
        <p:spPr>
          <a:xfrm flipH="1">
            <a:off x="1122851" y="6471339"/>
            <a:ext cx="924649" cy="1371617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Pfeil: gebogen 128">
            <a:extLst>
              <a:ext uri="{FF2B5EF4-FFF2-40B4-BE49-F238E27FC236}">
                <a16:creationId xmlns:a16="http://schemas.microsoft.com/office/drawing/2014/main" id="{AC8B51BD-0137-5975-E43F-295CDD5655A3}"/>
              </a:ext>
            </a:extLst>
          </p:cNvPr>
          <p:cNvSpPr/>
          <p:nvPr/>
        </p:nvSpPr>
        <p:spPr>
          <a:xfrm rot="2054605" flipH="1">
            <a:off x="1129478" y="7290039"/>
            <a:ext cx="454567" cy="365141"/>
          </a:xfrm>
          <a:prstGeom prst="circularArrow">
            <a:avLst>
              <a:gd name="adj1" fmla="val 14849"/>
              <a:gd name="adj2" fmla="val 1324347"/>
              <a:gd name="adj3" fmla="val 1077952"/>
              <a:gd name="adj4" fmla="val 8706306"/>
              <a:gd name="adj5" fmla="val 162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feld 69">
                <a:extLst>
                  <a:ext uri="{FF2B5EF4-FFF2-40B4-BE49-F238E27FC236}">
                    <a16:creationId xmlns:a16="http://schemas.microsoft.com/office/drawing/2014/main" id="{B65858C3-E7EB-034C-29AE-54D78A328D7E}"/>
                  </a:ext>
                </a:extLst>
              </p:cNvPr>
              <p:cNvSpPr txBox="1"/>
              <p:nvPr/>
            </p:nvSpPr>
            <p:spPr>
              <a:xfrm flipH="1">
                <a:off x="2139828" y="4653169"/>
                <a:ext cx="4113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de-DE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0" name="Textfeld 69">
                <a:extLst>
                  <a:ext uri="{FF2B5EF4-FFF2-40B4-BE49-F238E27FC236}">
                    <a16:creationId xmlns:a16="http://schemas.microsoft.com/office/drawing/2014/main" id="{B65858C3-E7EB-034C-29AE-54D78A328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139828" y="4653169"/>
                <a:ext cx="411314" cy="461665"/>
              </a:xfrm>
              <a:prstGeom prst="rect">
                <a:avLst/>
              </a:prstGeom>
              <a:blipFill>
                <a:blip r:embed="rId7"/>
                <a:stretch>
                  <a:fillRect l="-2985" r="-7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9CD0EBEE-4CEF-9B34-18F2-DC5A1BEC96E0}"/>
              </a:ext>
            </a:extLst>
          </p:cNvPr>
          <p:cNvCxnSpPr>
            <a:cxnSpLocks/>
            <a:stCxn id="65" idx="4"/>
          </p:cNvCxnSpPr>
          <p:nvPr/>
        </p:nvCxnSpPr>
        <p:spPr>
          <a:xfrm flipH="1">
            <a:off x="2040806" y="6478034"/>
            <a:ext cx="22859" cy="2305452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Ellipse 64">
            <a:extLst>
              <a:ext uri="{FF2B5EF4-FFF2-40B4-BE49-F238E27FC236}">
                <a16:creationId xmlns:a16="http://schemas.microsoft.com/office/drawing/2014/main" id="{AB4C4BF1-D5F9-476A-706B-F30F0D3AE026}"/>
              </a:ext>
            </a:extLst>
          </p:cNvPr>
          <p:cNvSpPr/>
          <p:nvPr/>
        </p:nvSpPr>
        <p:spPr>
          <a:xfrm>
            <a:off x="2040805" y="6432315"/>
            <a:ext cx="45719" cy="45719"/>
          </a:xfrm>
          <a:prstGeom prst="ellipse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Pfeil: gebogen 132">
            <a:extLst>
              <a:ext uri="{FF2B5EF4-FFF2-40B4-BE49-F238E27FC236}">
                <a16:creationId xmlns:a16="http://schemas.microsoft.com/office/drawing/2014/main" id="{F784DCFB-F71C-6DA2-0752-97340122B9CD}"/>
              </a:ext>
            </a:extLst>
          </p:cNvPr>
          <p:cNvSpPr/>
          <p:nvPr/>
        </p:nvSpPr>
        <p:spPr>
          <a:xfrm rot="10800000" flipH="1">
            <a:off x="1665400" y="8138920"/>
            <a:ext cx="680085" cy="346219"/>
          </a:xfrm>
          <a:prstGeom prst="circularArrow">
            <a:avLst>
              <a:gd name="adj1" fmla="val 14849"/>
              <a:gd name="adj2" fmla="val 1324347"/>
              <a:gd name="adj3" fmla="val 1077952"/>
              <a:gd name="adj4" fmla="val 8706306"/>
              <a:gd name="adj5" fmla="val 1922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Textfeld 109">
                <a:extLst>
                  <a:ext uri="{FF2B5EF4-FFF2-40B4-BE49-F238E27FC236}">
                    <a16:creationId xmlns:a16="http://schemas.microsoft.com/office/drawing/2014/main" id="{F399646F-5E2E-3CCE-EB2F-C343CFA8BAD8}"/>
                  </a:ext>
                </a:extLst>
              </p:cNvPr>
              <p:cNvSpPr txBox="1"/>
              <p:nvPr/>
            </p:nvSpPr>
            <p:spPr>
              <a:xfrm flipH="1">
                <a:off x="2774962" y="6503205"/>
                <a:ext cx="4113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de-DE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0" name="Textfeld 109">
                <a:extLst>
                  <a:ext uri="{FF2B5EF4-FFF2-40B4-BE49-F238E27FC236}">
                    <a16:creationId xmlns:a16="http://schemas.microsoft.com/office/drawing/2014/main" id="{F399646F-5E2E-3CCE-EB2F-C343CFA8B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774962" y="6503205"/>
                <a:ext cx="411314" cy="461665"/>
              </a:xfrm>
              <a:prstGeom prst="rect">
                <a:avLst/>
              </a:prstGeom>
              <a:blipFill>
                <a:blip r:embed="rId8"/>
                <a:stretch>
                  <a:fillRect l="-2941" r="-13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Zylinder 9">
            <a:extLst>
              <a:ext uri="{FF2B5EF4-FFF2-40B4-BE49-F238E27FC236}">
                <a16:creationId xmlns:a16="http://schemas.microsoft.com/office/drawing/2014/main" id="{F28F3FE0-5B29-A2B1-EBA4-2173F3725286}"/>
              </a:ext>
            </a:extLst>
          </p:cNvPr>
          <p:cNvSpPr/>
          <p:nvPr/>
        </p:nvSpPr>
        <p:spPr>
          <a:xfrm rot="13145024">
            <a:off x="5051775" y="5395931"/>
            <a:ext cx="725180" cy="1369593"/>
          </a:xfrm>
          <a:prstGeom prst="can">
            <a:avLst>
              <a:gd name="adj" fmla="val 130415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75A0C4D0-65F8-EEFE-D90B-41DA60749774}"/>
              </a:ext>
            </a:extLst>
          </p:cNvPr>
          <p:cNvCxnSpPr>
            <a:cxnSpLocks/>
          </p:cNvCxnSpPr>
          <p:nvPr/>
        </p:nvCxnSpPr>
        <p:spPr>
          <a:xfrm flipH="1">
            <a:off x="5791852" y="4318298"/>
            <a:ext cx="1731111" cy="1425418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764B8BB3-D742-3B8E-F3C2-1FE81F70E8E4}"/>
                  </a:ext>
                </a:extLst>
              </p:cNvPr>
              <p:cNvSpPr txBox="1"/>
              <p:nvPr/>
            </p:nvSpPr>
            <p:spPr>
              <a:xfrm flipH="1">
                <a:off x="4391976" y="6543369"/>
                <a:ext cx="4113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de-DE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764B8BB3-D742-3B8E-F3C2-1FE81F70E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391976" y="6543369"/>
                <a:ext cx="411314" cy="461665"/>
              </a:xfrm>
              <a:prstGeom prst="rect">
                <a:avLst/>
              </a:prstGeom>
              <a:blipFill>
                <a:blip r:embed="rId9"/>
                <a:stretch>
                  <a:fillRect l="-2941" r="-10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747AB3A6-98E2-7DBE-0355-3DAF7A3B956C}"/>
                  </a:ext>
                </a:extLst>
              </p:cNvPr>
              <p:cNvSpPr txBox="1"/>
              <p:nvPr/>
            </p:nvSpPr>
            <p:spPr>
              <a:xfrm>
                <a:off x="4792625" y="6807174"/>
                <a:ext cx="4337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400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</p:txBody>
          </p:sp>
        </mc:Choice>
        <mc:Fallback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747AB3A6-98E2-7DBE-0355-3DAF7A3B9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2625" y="6807174"/>
                <a:ext cx="433771" cy="461665"/>
              </a:xfrm>
              <a:prstGeom prst="rect">
                <a:avLst/>
              </a:prstGeom>
              <a:blipFill>
                <a:blip r:embed="rId10"/>
                <a:stretch>
                  <a:fillRect l="-2817" r="-14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A4607172-29E9-5DE3-ACD8-F6465108A3BB}"/>
              </a:ext>
            </a:extLst>
          </p:cNvPr>
          <p:cNvCxnSpPr>
            <a:cxnSpLocks/>
          </p:cNvCxnSpPr>
          <p:nvPr/>
        </p:nvCxnSpPr>
        <p:spPr>
          <a:xfrm flipH="1">
            <a:off x="4811738" y="5977326"/>
            <a:ext cx="661551" cy="94358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Pfeil: gebogen 58">
            <a:extLst>
              <a:ext uri="{FF2B5EF4-FFF2-40B4-BE49-F238E27FC236}">
                <a16:creationId xmlns:a16="http://schemas.microsoft.com/office/drawing/2014/main" id="{C52CAD96-5EF8-419F-125F-53BC07E010DB}"/>
              </a:ext>
            </a:extLst>
          </p:cNvPr>
          <p:cNvSpPr/>
          <p:nvPr/>
        </p:nvSpPr>
        <p:spPr>
          <a:xfrm rot="2054605" flipH="1">
            <a:off x="4766720" y="6455485"/>
            <a:ext cx="454567" cy="365141"/>
          </a:xfrm>
          <a:prstGeom prst="circularArrow">
            <a:avLst>
              <a:gd name="adj1" fmla="val 14849"/>
              <a:gd name="adj2" fmla="val 1324347"/>
              <a:gd name="adj3" fmla="val 1077952"/>
              <a:gd name="adj4" fmla="val 8706306"/>
              <a:gd name="adj5" fmla="val 162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feld 70">
                <a:extLst>
                  <a:ext uri="{FF2B5EF4-FFF2-40B4-BE49-F238E27FC236}">
                    <a16:creationId xmlns:a16="http://schemas.microsoft.com/office/drawing/2014/main" id="{B4359C86-0B9A-4C0F-4A76-23020CEA1934}"/>
                  </a:ext>
                </a:extLst>
              </p:cNvPr>
              <p:cNvSpPr txBox="1"/>
              <p:nvPr/>
            </p:nvSpPr>
            <p:spPr>
              <a:xfrm flipH="1">
                <a:off x="6652343" y="4345209"/>
                <a:ext cx="4113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de-DE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1" name="Textfeld 70">
                <a:extLst>
                  <a:ext uri="{FF2B5EF4-FFF2-40B4-BE49-F238E27FC236}">
                    <a16:creationId xmlns:a16="http://schemas.microsoft.com/office/drawing/2014/main" id="{B4359C86-0B9A-4C0F-4A76-23020CEA1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52343" y="4345209"/>
                <a:ext cx="411314" cy="461665"/>
              </a:xfrm>
              <a:prstGeom prst="rect">
                <a:avLst/>
              </a:prstGeom>
              <a:blipFill>
                <a:blip r:embed="rId11"/>
                <a:stretch>
                  <a:fillRect r="-7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1" name="Gerade Verbindung mit Pfeil 110">
            <a:extLst>
              <a:ext uri="{FF2B5EF4-FFF2-40B4-BE49-F238E27FC236}">
                <a16:creationId xmlns:a16="http://schemas.microsoft.com/office/drawing/2014/main" id="{5B71762C-3D4D-9857-FE2E-D4F0DF3023C2}"/>
              </a:ext>
            </a:extLst>
          </p:cNvPr>
          <p:cNvCxnSpPr>
            <a:cxnSpLocks/>
          </p:cNvCxnSpPr>
          <p:nvPr/>
        </p:nvCxnSpPr>
        <p:spPr>
          <a:xfrm flipV="1">
            <a:off x="5483019" y="5568950"/>
            <a:ext cx="1108230" cy="4083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Gerade Verbindung mit Pfeil 115">
            <a:extLst>
              <a:ext uri="{FF2B5EF4-FFF2-40B4-BE49-F238E27FC236}">
                <a16:creationId xmlns:a16="http://schemas.microsoft.com/office/drawing/2014/main" id="{1EBFD985-9856-D34D-FB93-D6593426EBD4}"/>
              </a:ext>
            </a:extLst>
          </p:cNvPr>
          <p:cNvCxnSpPr>
            <a:cxnSpLocks/>
          </p:cNvCxnSpPr>
          <p:nvPr/>
        </p:nvCxnSpPr>
        <p:spPr>
          <a:xfrm flipH="1" flipV="1">
            <a:off x="4879975" y="4872624"/>
            <a:ext cx="591645" cy="108717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Textfeld 119">
                <a:extLst>
                  <a:ext uri="{FF2B5EF4-FFF2-40B4-BE49-F238E27FC236}">
                    <a16:creationId xmlns:a16="http://schemas.microsoft.com/office/drawing/2014/main" id="{221B2D69-66CF-CADD-E64D-3437748EE860}"/>
                  </a:ext>
                </a:extLst>
              </p:cNvPr>
              <p:cNvSpPr txBox="1"/>
              <p:nvPr/>
            </p:nvSpPr>
            <p:spPr>
              <a:xfrm flipH="1">
                <a:off x="4584920" y="4434110"/>
                <a:ext cx="4113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de-DE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0" name="Textfeld 119">
                <a:extLst>
                  <a:ext uri="{FF2B5EF4-FFF2-40B4-BE49-F238E27FC236}">
                    <a16:creationId xmlns:a16="http://schemas.microsoft.com/office/drawing/2014/main" id="{221B2D69-66CF-CADD-E64D-3437748EE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584920" y="4434110"/>
                <a:ext cx="411314" cy="461665"/>
              </a:xfrm>
              <a:prstGeom prst="rect">
                <a:avLst/>
              </a:prstGeom>
              <a:blipFill>
                <a:blip r:embed="rId12"/>
                <a:stretch>
                  <a:fillRect l="-2941" r="-7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Textfeld 120">
                <a:extLst>
                  <a:ext uri="{FF2B5EF4-FFF2-40B4-BE49-F238E27FC236}">
                    <a16:creationId xmlns:a16="http://schemas.microsoft.com/office/drawing/2014/main" id="{4AACF93C-BD53-D693-C07F-946846D94FEB}"/>
                  </a:ext>
                </a:extLst>
              </p:cNvPr>
              <p:cNvSpPr txBox="1"/>
              <p:nvPr/>
            </p:nvSpPr>
            <p:spPr>
              <a:xfrm flipH="1">
                <a:off x="6431918" y="5624799"/>
                <a:ext cx="4113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de-DE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1" name="Textfeld 120">
                <a:extLst>
                  <a:ext uri="{FF2B5EF4-FFF2-40B4-BE49-F238E27FC236}">
                    <a16:creationId xmlns:a16="http://schemas.microsoft.com/office/drawing/2014/main" id="{4AACF93C-BD53-D693-C07F-946846D94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31918" y="5624799"/>
                <a:ext cx="411314" cy="461665"/>
              </a:xfrm>
              <a:prstGeom prst="rect">
                <a:avLst/>
              </a:prstGeom>
              <a:blipFill>
                <a:blip r:embed="rId13"/>
                <a:stretch>
                  <a:fillRect l="-2941" r="-1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6" name="Textfeld 135">
                <a:extLst>
                  <a:ext uri="{FF2B5EF4-FFF2-40B4-BE49-F238E27FC236}">
                    <a16:creationId xmlns:a16="http://schemas.microsoft.com/office/drawing/2014/main" id="{CE794083-06BD-165F-95A1-0B2EA568D975}"/>
                  </a:ext>
                </a:extLst>
              </p:cNvPr>
              <p:cNvSpPr txBox="1"/>
              <p:nvPr/>
            </p:nvSpPr>
            <p:spPr>
              <a:xfrm flipH="1">
                <a:off x="7186165" y="4711543"/>
                <a:ext cx="4113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de-DE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6" name="Textfeld 135">
                <a:extLst>
                  <a:ext uri="{FF2B5EF4-FFF2-40B4-BE49-F238E27FC236}">
                    <a16:creationId xmlns:a16="http://schemas.microsoft.com/office/drawing/2014/main" id="{CE794083-06BD-165F-95A1-0B2EA568D9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186165" y="4711543"/>
                <a:ext cx="411314" cy="461665"/>
              </a:xfrm>
              <a:prstGeom prst="rect">
                <a:avLst/>
              </a:prstGeom>
              <a:blipFill>
                <a:blip r:embed="rId14"/>
                <a:stretch>
                  <a:fillRect l="-4478" r="-11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2" name="Gruppieren 141">
            <a:extLst>
              <a:ext uri="{FF2B5EF4-FFF2-40B4-BE49-F238E27FC236}">
                <a16:creationId xmlns:a16="http://schemas.microsoft.com/office/drawing/2014/main" id="{FC630EBC-10D0-0385-DCCE-BFB7BD711203}"/>
              </a:ext>
            </a:extLst>
          </p:cNvPr>
          <p:cNvGrpSpPr/>
          <p:nvPr/>
        </p:nvGrpSpPr>
        <p:grpSpPr>
          <a:xfrm rot="20486672">
            <a:off x="6796189" y="3159847"/>
            <a:ext cx="1715107" cy="1703884"/>
            <a:chOff x="6943729" y="3202279"/>
            <a:chExt cx="1715107" cy="1703884"/>
          </a:xfrm>
        </p:grpSpPr>
        <p:cxnSp>
          <p:nvCxnSpPr>
            <p:cNvPr id="137" name="Gerade Verbindung mit Pfeil 136">
              <a:extLst>
                <a:ext uri="{FF2B5EF4-FFF2-40B4-BE49-F238E27FC236}">
                  <a16:creationId xmlns:a16="http://schemas.microsoft.com/office/drawing/2014/main" id="{2CD18CB4-512F-422A-2CD3-45FD09250036}"/>
                </a:ext>
              </a:extLst>
            </p:cNvPr>
            <p:cNvCxnSpPr>
              <a:cxnSpLocks/>
            </p:cNvCxnSpPr>
            <p:nvPr/>
          </p:nvCxnSpPr>
          <p:spPr>
            <a:xfrm rot="1113328" flipH="1">
              <a:off x="6943729" y="4209433"/>
              <a:ext cx="499266" cy="69673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Gerade Verbindung mit Pfeil 137">
              <a:extLst>
                <a:ext uri="{FF2B5EF4-FFF2-40B4-BE49-F238E27FC236}">
                  <a16:creationId xmlns:a16="http://schemas.microsoft.com/office/drawing/2014/main" id="{57F11064-3116-DB89-CD32-59CDD5DC4F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0606" y="3898605"/>
              <a:ext cx="1108230" cy="40837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Gerade Verbindung mit Pfeil 138">
              <a:extLst>
                <a:ext uri="{FF2B5EF4-FFF2-40B4-BE49-F238E27FC236}">
                  <a16:creationId xmlns:a16="http://schemas.microsoft.com/office/drawing/2014/main" id="{0B14FBCC-1222-0287-595F-E30A55016E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47562" y="3202279"/>
              <a:ext cx="591645" cy="1087171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0" name="Textfeld 139">
                <a:extLst>
                  <a:ext uri="{FF2B5EF4-FFF2-40B4-BE49-F238E27FC236}">
                    <a16:creationId xmlns:a16="http://schemas.microsoft.com/office/drawing/2014/main" id="{A1616084-0844-DB74-1DB7-2F1A126A6ACE}"/>
                  </a:ext>
                </a:extLst>
              </p:cNvPr>
              <p:cNvSpPr txBox="1"/>
              <p:nvPr/>
            </p:nvSpPr>
            <p:spPr>
              <a:xfrm flipH="1">
                <a:off x="6423152" y="2951179"/>
                <a:ext cx="4113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de-DE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0" name="Textfeld 139">
                <a:extLst>
                  <a:ext uri="{FF2B5EF4-FFF2-40B4-BE49-F238E27FC236}">
                    <a16:creationId xmlns:a16="http://schemas.microsoft.com/office/drawing/2014/main" id="{A1616084-0844-DB74-1DB7-2F1A126A6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23152" y="2951179"/>
                <a:ext cx="411314" cy="461665"/>
              </a:xfrm>
              <a:prstGeom prst="rect">
                <a:avLst/>
              </a:prstGeom>
              <a:blipFill>
                <a:blip r:embed="rId15"/>
                <a:stretch>
                  <a:fillRect l="-4478" r="-8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Textfeld 140">
                <a:extLst>
                  <a:ext uri="{FF2B5EF4-FFF2-40B4-BE49-F238E27FC236}">
                    <a16:creationId xmlns:a16="http://schemas.microsoft.com/office/drawing/2014/main" id="{D4BE8B1A-B8D6-82FB-15D1-4E1E69E6089E}"/>
                  </a:ext>
                </a:extLst>
              </p:cNvPr>
              <p:cNvSpPr txBox="1"/>
              <p:nvPr/>
            </p:nvSpPr>
            <p:spPr>
              <a:xfrm flipH="1">
                <a:off x="8400445" y="3412844"/>
                <a:ext cx="4113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de-DE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1" name="Textfeld 140">
                <a:extLst>
                  <a:ext uri="{FF2B5EF4-FFF2-40B4-BE49-F238E27FC236}">
                    <a16:creationId xmlns:a16="http://schemas.microsoft.com/office/drawing/2014/main" id="{D4BE8B1A-B8D6-82FB-15D1-4E1E69E60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400445" y="3412844"/>
                <a:ext cx="411314" cy="461665"/>
              </a:xfrm>
              <a:prstGeom prst="rect">
                <a:avLst/>
              </a:prstGeom>
              <a:blipFill>
                <a:blip r:embed="rId16"/>
                <a:stretch>
                  <a:fillRect l="-2985" r="-16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793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8A99E-A073-6CAE-B56E-AA31AAD56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F4896FF6-6F24-AD57-6A6A-2C8A37215997}"/>
              </a:ext>
            </a:extLst>
          </p:cNvPr>
          <p:cNvGrpSpPr/>
          <p:nvPr/>
        </p:nvGrpSpPr>
        <p:grpSpPr>
          <a:xfrm>
            <a:off x="1109883" y="1611953"/>
            <a:ext cx="3736639" cy="6321108"/>
            <a:chOff x="1109883" y="1611953"/>
            <a:chExt cx="3736639" cy="6321108"/>
          </a:xfrm>
        </p:grpSpPr>
        <p:grpSp>
          <p:nvGrpSpPr>
            <p:cNvPr id="280" name="Gruppieren 279">
              <a:extLst>
                <a:ext uri="{FF2B5EF4-FFF2-40B4-BE49-F238E27FC236}">
                  <a16:creationId xmlns:a16="http://schemas.microsoft.com/office/drawing/2014/main" id="{5B0D5F83-BFC2-F4FA-1CAF-CDA8A487DA04}"/>
                </a:ext>
              </a:extLst>
            </p:cNvPr>
            <p:cNvGrpSpPr/>
            <p:nvPr/>
          </p:nvGrpSpPr>
          <p:grpSpPr>
            <a:xfrm>
              <a:off x="2538380" y="4267448"/>
              <a:ext cx="1328599" cy="1228473"/>
              <a:chOff x="941061" y="1914735"/>
              <a:chExt cx="1328599" cy="2273260"/>
            </a:xfrm>
          </p:grpSpPr>
          <p:cxnSp>
            <p:nvCxnSpPr>
              <p:cNvPr id="282" name="Gerader Verbinder 281">
                <a:extLst>
                  <a:ext uri="{FF2B5EF4-FFF2-40B4-BE49-F238E27FC236}">
                    <a16:creationId xmlns:a16="http://schemas.microsoft.com/office/drawing/2014/main" id="{441FE6E4-B8C9-A6AA-CB03-003966B7FA7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1061" y="1914735"/>
                <a:ext cx="1328599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Gerade Verbindung mit Pfeil 280">
                <a:extLst>
                  <a:ext uri="{FF2B5EF4-FFF2-40B4-BE49-F238E27FC236}">
                    <a16:creationId xmlns:a16="http://schemas.microsoft.com/office/drawing/2014/main" id="{30572BB6-C837-DA15-2763-A439406B02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24" y="1971034"/>
                <a:ext cx="0" cy="2216961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C7E47008-CC15-7E5D-3F6B-8C3F8046E337}"/>
                </a:ext>
              </a:extLst>
            </p:cNvPr>
            <p:cNvSpPr/>
            <p:nvPr/>
          </p:nvSpPr>
          <p:spPr>
            <a:xfrm>
              <a:off x="3756217" y="3326923"/>
              <a:ext cx="192985" cy="2423249"/>
            </a:xfrm>
            <a:prstGeom prst="rect">
              <a:avLst/>
            </a:prstGeom>
            <a:solidFill>
              <a:srgbClr val="96DCF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" name="Rechteck 282">
              <a:extLst>
                <a:ext uri="{FF2B5EF4-FFF2-40B4-BE49-F238E27FC236}">
                  <a16:creationId xmlns:a16="http://schemas.microsoft.com/office/drawing/2014/main" id="{EFC57088-818B-4B40-77D8-19E80163F48A}"/>
                </a:ext>
              </a:extLst>
            </p:cNvPr>
            <p:cNvSpPr/>
            <p:nvPr/>
          </p:nvSpPr>
          <p:spPr>
            <a:xfrm>
              <a:off x="3687734" y="3260450"/>
              <a:ext cx="343301" cy="103742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grpSp>
          <p:nvGrpSpPr>
            <p:cNvPr id="284" name="Gruppieren 283">
              <a:extLst>
                <a:ext uri="{FF2B5EF4-FFF2-40B4-BE49-F238E27FC236}">
                  <a16:creationId xmlns:a16="http://schemas.microsoft.com/office/drawing/2014/main" id="{A0F12F56-2B39-99B6-09DF-7A824D2612D2}"/>
                </a:ext>
              </a:extLst>
            </p:cNvPr>
            <p:cNvGrpSpPr/>
            <p:nvPr/>
          </p:nvGrpSpPr>
          <p:grpSpPr>
            <a:xfrm>
              <a:off x="2530786" y="2745064"/>
              <a:ext cx="1328599" cy="1506916"/>
              <a:chOff x="941061" y="1914735"/>
              <a:chExt cx="1328599" cy="2179507"/>
            </a:xfrm>
          </p:grpSpPr>
          <p:cxnSp>
            <p:nvCxnSpPr>
              <p:cNvPr id="285" name="Gerade Verbindung mit Pfeil 284">
                <a:extLst>
                  <a:ext uri="{FF2B5EF4-FFF2-40B4-BE49-F238E27FC236}">
                    <a16:creationId xmlns:a16="http://schemas.microsoft.com/office/drawing/2014/main" id="{0C262B56-8EEB-BA90-996D-40AC36F73E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3818" y="1920964"/>
                <a:ext cx="0" cy="2173278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6" name="Gerader Verbinder 285">
                <a:extLst>
                  <a:ext uri="{FF2B5EF4-FFF2-40B4-BE49-F238E27FC236}">
                    <a16:creationId xmlns:a16="http://schemas.microsoft.com/office/drawing/2014/main" id="{8A2F560E-DFDA-EA79-5A6B-9D2ACB209F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1061" y="1914735"/>
                <a:ext cx="1328599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9" name="Gerader Verbinder 138">
              <a:extLst>
                <a:ext uri="{FF2B5EF4-FFF2-40B4-BE49-F238E27FC236}">
                  <a16:creationId xmlns:a16="http://schemas.microsoft.com/office/drawing/2014/main" id="{1B1FBB15-1B48-6528-1507-CF712BBB52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30787" y="5505322"/>
              <a:ext cx="1328599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7" name="Rechteck 236">
              <a:extLst>
                <a:ext uri="{FF2B5EF4-FFF2-40B4-BE49-F238E27FC236}">
                  <a16:creationId xmlns:a16="http://schemas.microsoft.com/office/drawing/2014/main" id="{25F826E9-D2D0-FA7C-B27E-B1B0E852A8E8}"/>
                </a:ext>
              </a:extLst>
            </p:cNvPr>
            <p:cNvSpPr/>
            <p:nvPr/>
          </p:nvSpPr>
          <p:spPr>
            <a:xfrm>
              <a:off x="2916281" y="7335136"/>
              <a:ext cx="1930241" cy="59792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Rechteck 237">
              <a:extLst>
                <a:ext uri="{FF2B5EF4-FFF2-40B4-BE49-F238E27FC236}">
                  <a16:creationId xmlns:a16="http://schemas.microsoft.com/office/drawing/2014/main" id="{3B15E555-2BC8-70C3-035C-F1540D315A4C}"/>
                </a:ext>
              </a:extLst>
            </p:cNvPr>
            <p:cNvSpPr/>
            <p:nvPr/>
          </p:nvSpPr>
          <p:spPr>
            <a:xfrm>
              <a:off x="3676677" y="5505322"/>
              <a:ext cx="343301" cy="135890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grpSp>
          <p:nvGrpSpPr>
            <p:cNvPr id="241" name="Gruppieren 240">
              <a:extLst>
                <a:ext uri="{FF2B5EF4-FFF2-40B4-BE49-F238E27FC236}">
                  <a16:creationId xmlns:a16="http://schemas.microsoft.com/office/drawing/2014/main" id="{746BE06B-9938-AAA5-EBE7-DB517A085F58}"/>
                </a:ext>
              </a:extLst>
            </p:cNvPr>
            <p:cNvGrpSpPr/>
            <p:nvPr/>
          </p:nvGrpSpPr>
          <p:grpSpPr>
            <a:xfrm rot="5400000">
              <a:off x="3349878" y="2390537"/>
              <a:ext cx="1019017" cy="1060250"/>
              <a:chOff x="1371600" y="2486025"/>
              <a:chExt cx="1485900" cy="1546025"/>
            </a:xfrm>
            <a:solidFill>
              <a:schemeClr val="accent5">
                <a:lumMod val="60000"/>
                <a:lumOff val="40000"/>
              </a:schemeClr>
            </a:solidFill>
          </p:grpSpPr>
          <p:sp>
            <p:nvSpPr>
              <p:cNvPr id="242" name="Rechteck 241">
                <a:extLst>
                  <a:ext uri="{FF2B5EF4-FFF2-40B4-BE49-F238E27FC236}">
                    <a16:creationId xmlns:a16="http://schemas.microsoft.com/office/drawing/2014/main" id="{3C0BBEA3-C9DA-93F7-2B67-79BC9ABB560C}"/>
                  </a:ext>
                </a:extLst>
              </p:cNvPr>
              <p:cNvSpPr/>
              <p:nvPr/>
            </p:nvSpPr>
            <p:spPr>
              <a:xfrm>
                <a:off x="1371600" y="2486025"/>
                <a:ext cx="1485900" cy="40957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243" name="Rechteck 242">
                <a:extLst>
                  <a:ext uri="{FF2B5EF4-FFF2-40B4-BE49-F238E27FC236}">
                    <a16:creationId xmlns:a16="http://schemas.microsoft.com/office/drawing/2014/main" id="{5D06B98E-61A2-3E96-9ACE-75F266EDD01F}"/>
                  </a:ext>
                </a:extLst>
              </p:cNvPr>
              <p:cNvSpPr/>
              <p:nvPr/>
            </p:nvSpPr>
            <p:spPr>
              <a:xfrm>
                <a:off x="1371600" y="3622473"/>
                <a:ext cx="1485900" cy="40957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244" name="Rechteck 243">
                <a:extLst>
                  <a:ext uri="{FF2B5EF4-FFF2-40B4-BE49-F238E27FC236}">
                    <a16:creationId xmlns:a16="http://schemas.microsoft.com/office/drawing/2014/main" id="{341FF671-204A-2C03-705C-A950A45923BE}"/>
                  </a:ext>
                </a:extLst>
              </p:cNvPr>
              <p:cNvSpPr/>
              <p:nvPr/>
            </p:nvSpPr>
            <p:spPr>
              <a:xfrm rot="5400000">
                <a:off x="1879700" y="3054250"/>
                <a:ext cx="1546024" cy="40957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/>
              </a:p>
            </p:txBody>
          </p:sp>
        </p:grpSp>
        <p:sp>
          <p:nvSpPr>
            <p:cNvPr id="245" name="Ellipse 244">
              <a:extLst>
                <a:ext uri="{FF2B5EF4-FFF2-40B4-BE49-F238E27FC236}">
                  <a16:creationId xmlns:a16="http://schemas.microsoft.com/office/drawing/2014/main" id="{3CFB6A01-54E1-4A31-3362-9F89B1737014}"/>
                </a:ext>
              </a:extLst>
            </p:cNvPr>
            <p:cNvSpPr/>
            <p:nvPr/>
          </p:nvSpPr>
          <p:spPr>
            <a:xfrm>
              <a:off x="3409779" y="6833266"/>
              <a:ext cx="914400" cy="9144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cxnSp>
          <p:nvCxnSpPr>
            <p:cNvPr id="252" name="Gerade Verbindung mit Pfeil 251">
              <a:extLst>
                <a:ext uri="{FF2B5EF4-FFF2-40B4-BE49-F238E27FC236}">
                  <a16:creationId xmlns:a16="http://schemas.microsoft.com/office/drawing/2014/main" id="{9D8DD6AC-90C7-6296-E1A5-D06A655850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63543" y="5545188"/>
              <a:ext cx="0" cy="1758991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3" name="Gerader Verbinder 252">
              <a:extLst>
                <a:ext uri="{FF2B5EF4-FFF2-40B4-BE49-F238E27FC236}">
                  <a16:creationId xmlns:a16="http://schemas.microsoft.com/office/drawing/2014/main" id="{70A9C688-C296-08D5-A404-1EFF8D85C68A}"/>
                </a:ext>
              </a:extLst>
            </p:cNvPr>
            <p:cNvCxnSpPr>
              <a:cxnSpLocks/>
              <a:stCxn id="266" idx="3"/>
            </p:cNvCxnSpPr>
            <p:nvPr/>
          </p:nvCxnSpPr>
          <p:spPr>
            <a:xfrm flipH="1">
              <a:off x="2551600" y="7320344"/>
              <a:ext cx="1307859" cy="539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5" name="Textfeld 254">
              <a:extLst>
                <a:ext uri="{FF2B5EF4-FFF2-40B4-BE49-F238E27FC236}">
                  <a16:creationId xmlns:a16="http://schemas.microsoft.com/office/drawing/2014/main" id="{1818A050-1B9B-D67A-862B-BB301E5BF885}"/>
                </a:ext>
              </a:extLst>
            </p:cNvPr>
            <p:cNvSpPr txBox="1"/>
            <p:nvPr/>
          </p:nvSpPr>
          <p:spPr>
            <a:xfrm>
              <a:off x="1641223" y="5980756"/>
              <a:ext cx="10432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0.25 m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6" name="Textfeld 255">
                  <a:extLst>
                    <a:ext uri="{FF2B5EF4-FFF2-40B4-BE49-F238E27FC236}">
                      <a16:creationId xmlns:a16="http://schemas.microsoft.com/office/drawing/2014/main" id="{D931C71D-0C13-09A6-66C6-C76DA7B19327}"/>
                    </a:ext>
                  </a:extLst>
                </p:cNvPr>
                <p:cNvSpPr txBox="1"/>
                <p:nvPr/>
              </p:nvSpPr>
              <p:spPr>
                <a:xfrm>
                  <a:off x="3893346" y="6784446"/>
                  <a:ext cx="41028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000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de-DE" sz="3200" dirty="0"/>
                    <a:t> </a:t>
                  </a:r>
                </a:p>
              </p:txBody>
            </p:sp>
          </mc:Choice>
          <mc:Fallback xmlns="">
            <p:sp>
              <p:nvSpPr>
                <p:cNvPr id="256" name="Textfeld 255">
                  <a:extLst>
                    <a:ext uri="{FF2B5EF4-FFF2-40B4-BE49-F238E27FC236}">
                      <a16:creationId xmlns:a16="http://schemas.microsoft.com/office/drawing/2014/main" id="{D931C71D-0C13-09A6-66C6-C76DA7B193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3346" y="6784446"/>
                  <a:ext cx="410280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7" name="Pfeil: gebogen 256">
              <a:extLst>
                <a:ext uri="{FF2B5EF4-FFF2-40B4-BE49-F238E27FC236}">
                  <a16:creationId xmlns:a16="http://schemas.microsoft.com/office/drawing/2014/main" id="{3C9101E7-2BBB-CCD0-7E94-68D35C26D0E9}"/>
                </a:ext>
              </a:extLst>
            </p:cNvPr>
            <p:cNvSpPr/>
            <p:nvPr/>
          </p:nvSpPr>
          <p:spPr>
            <a:xfrm rot="10800000" flipH="1">
              <a:off x="3633623" y="7057390"/>
              <a:ext cx="506933" cy="525048"/>
            </a:xfrm>
            <a:prstGeom prst="circularArrow">
              <a:avLst>
                <a:gd name="adj1" fmla="val 7185"/>
                <a:gd name="adj2" fmla="val 923709"/>
                <a:gd name="adj3" fmla="val 20442418"/>
                <a:gd name="adj4" fmla="val 9670801"/>
                <a:gd name="adj5" fmla="val 13351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3200">
                <a:solidFill>
                  <a:schemeClr val="tx1"/>
                </a:solidFill>
              </a:endParaRPr>
            </a:p>
          </p:txBody>
        </p:sp>
        <p:cxnSp>
          <p:nvCxnSpPr>
            <p:cNvPr id="260" name="Gerade Verbindung mit Pfeil 259">
              <a:extLst>
                <a:ext uri="{FF2B5EF4-FFF2-40B4-BE49-F238E27FC236}">
                  <a16:creationId xmlns:a16="http://schemas.microsoft.com/office/drawing/2014/main" id="{71CDD94D-EDFC-ABE2-36FC-CCAB124026FB}"/>
                </a:ext>
              </a:extLst>
            </p:cNvPr>
            <p:cNvCxnSpPr>
              <a:cxnSpLocks/>
            </p:cNvCxnSpPr>
            <p:nvPr/>
          </p:nvCxnSpPr>
          <p:spPr>
            <a:xfrm>
              <a:off x="3974501" y="7304179"/>
              <a:ext cx="545012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Gerade Verbindung mit Pfeil 260">
              <a:extLst>
                <a:ext uri="{FF2B5EF4-FFF2-40B4-BE49-F238E27FC236}">
                  <a16:creationId xmlns:a16="http://schemas.microsoft.com/office/drawing/2014/main" id="{21A0CFF3-C7D5-CEB9-3CB1-D7F655085A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81402" y="6360256"/>
              <a:ext cx="0" cy="848379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2" name="Gruppieren 261">
              <a:extLst>
                <a:ext uri="{FF2B5EF4-FFF2-40B4-BE49-F238E27FC236}">
                  <a16:creationId xmlns:a16="http://schemas.microsoft.com/office/drawing/2014/main" id="{5D50C8B2-7FBF-1863-8527-D87F0E916FE1}"/>
                </a:ext>
              </a:extLst>
            </p:cNvPr>
            <p:cNvGrpSpPr/>
            <p:nvPr/>
          </p:nvGrpSpPr>
          <p:grpSpPr>
            <a:xfrm>
              <a:off x="3429000" y="6892163"/>
              <a:ext cx="533558" cy="498607"/>
              <a:chOff x="4180203" y="1945224"/>
              <a:chExt cx="533558" cy="49860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3" name="Textfeld 262">
                    <a:extLst>
                      <a:ext uri="{FF2B5EF4-FFF2-40B4-BE49-F238E27FC236}">
                        <a16:creationId xmlns:a16="http://schemas.microsoft.com/office/drawing/2014/main" id="{5DCB3996-A169-669B-1BA1-F9BDDD28714D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4180203" y="1945224"/>
                    <a:ext cx="404364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000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de-DE" sz="20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de-DE" sz="2000" dirty="0"/>
                  </a:p>
                </p:txBody>
              </p:sp>
            </mc:Choice>
            <mc:Fallback xmlns="">
              <p:sp>
                <p:nvSpPr>
                  <p:cNvPr id="263" name="Textfeld 262">
                    <a:extLst>
                      <a:ext uri="{FF2B5EF4-FFF2-40B4-BE49-F238E27FC236}">
                        <a16:creationId xmlns:a16="http://schemas.microsoft.com/office/drawing/2014/main" id="{5DCB3996-A169-669B-1BA1-F9BDDD28714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4180203" y="1945224"/>
                    <a:ext cx="404364" cy="40011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53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64" name="Gruppieren 263">
                <a:extLst>
                  <a:ext uri="{FF2B5EF4-FFF2-40B4-BE49-F238E27FC236}">
                    <a16:creationId xmlns:a16="http://schemas.microsoft.com/office/drawing/2014/main" id="{1E14DCCD-23EA-B783-083C-4AA6F01EB32A}"/>
                  </a:ext>
                </a:extLst>
              </p:cNvPr>
              <p:cNvGrpSpPr/>
              <p:nvPr/>
            </p:nvGrpSpPr>
            <p:grpSpPr>
              <a:xfrm>
                <a:off x="4539999" y="2270649"/>
                <a:ext cx="173762" cy="173182"/>
                <a:chOff x="1967139" y="1198419"/>
                <a:chExt cx="173762" cy="173182"/>
              </a:xfrm>
            </p:grpSpPr>
            <p:sp>
              <p:nvSpPr>
                <p:cNvPr id="265" name="Ellipse 264">
                  <a:extLst>
                    <a:ext uri="{FF2B5EF4-FFF2-40B4-BE49-F238E27FC236}">
                      <a16:creationId xmlns:a16="http://schemas.microsoft.com/office/drawing/2014/main" id="{0B674B91-4C73-416A-E003-6D0DB000C457}"/>
                    </a:ext>
                  </a:extLst>
                </p:cNvPr>
                <p:cNvSpPr/>
                <p:nvPr/>
              </p:nvSpPr>
              <p:spPr>
                <a:xfrm>
                  <a:off x="1967139" y="1198419"/>
                  <a:ext cx="173762" cy="173182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266" name="Ellipse 265">
                  <a:extLst>
                    <a:ext uri="{FF2B5EF4-FFF2-40B4-BE49-F238E27FC236}">
                      <a16:creationId xmlns:a16="http://schemas.microsoft.com/office/drawing/2014/main" id="{FEBA14E3-6AE9-0B0A-B462-4733A1632586}"/>
                    </a:ext>
                  </a:extLst>
                </p:cNvPr>
                <p:cNvSpPr/>
                <p:nvPr/>
              </p:nvSpPr>
              <p:spPr>
                <a:xfrm>
                  <a:off x="2031084" y="1262151"/>
                  <a:ext cx="45872" cy="45719"/>
                </a:xfrm>
                <a:prstGeom prst="ellipse">
                  <a:avLst/>
                </a:prstGeom>
                <a:solidFill>
                  <a:srgbClr val="0070C0"/>
                </a:solidFill>
                <a:ln w="3175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7" name="Textfeld 266">
                  <a:extLst>
                    <a:ext uri="{FF2B5EF4-FFF2-40B4-BE49-F238E27FC236}">
                      <a16:creationId xmlns:a16="http://schemas.microsoft.com/office/drawing/2014/main" id="{E68C84C1-F163-7103-E1A4-8C05D36CC281}"/>
                    </a:ext>
                  </a:extLst>
                </p:cNvPr>
                <p:cNvSpPr txBox="1"/>
                <p:nvPr/>
              </p:nvSpPr>
              <p:spPr>
                <a:xfrm>
                  <a:off x="3963302" y="6200756"/>
                  <a:ext cx="3524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de-DE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7" name="Textfeld 266">
                  <a:extLst>
                    <a:ext uri="{FF2B5EF4-FFF2-40B4-BE49-F238E27FC236}">
                      <a16:creationId xmlns:a16="http://schemas.microsoft.com/office/drawing/2014/main" id="{E68C84C1-F163-7103-E1A4-8C05D36CC2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3302" y="6200756"/>
                  <a:ext cx="352476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34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8" name="Textfeld 267">
                  <a:extLst>
                    <a:ext uri="{FF2B5EF4-FFF2-40B4-BE49-F238E27FC236}">
                      <a16:creationId xmlns:a16="http://schemas.microsoft.com/office/drawing/2014/main" id="{137ED92E-9936-BB90-CFC8-9D67EAF9C973}"/>
                    </a:ext>
                  </a:extLst>
                </p:cNvPr>
                <p:cNvSpPr txBox="1"/>
                <p:nvPr/>
              </p:nvSpPr>
              <p:spPr>
                <a:xfrm>
                  <a:off x="4457577" y="6991854"/>
                  <a:ext cx="3524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de-DE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8" name="Textfeld 267">
                  <a:extLst>
                    <a:ext uri="{FF2B5EF4-FFF2-40B4-BE49-F238E27FC236}">
                      <a16:creationId xmlns:a16="http://schemas.microsoft.com/office/drawing/2014/main" id="{137ED92E-9936-BB90-CFC8-9D67EAF9C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7577" y="6991854"/>
                  <a:ext cx="352476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103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9" name="Gerade Verbindung mit Pfeil 268">
              <a:extLst>
                <a:ext uri="{FF2B5EF4-FFF2-40B4-BE49-F238E27FC236}">
                  <a16:creationId xmlns:a16="http://schemas.microsoft.com/office/drawing/2014/main" id="{89967DFD-DCD0-950A-9798-71F614742D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53696" y="2743755"/>
              <a:ext cx="920805" cy="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Gerade Verbindung mit Pfeil 269">
              <a:extLst>
                <a:ext uri="{FF2B5EF4-FFF2-40B4-BE49-F238E27FC236}">
                  <a16:creationId xmlns:a16="http://schemas.microsoft.com/office/drawing/2014/main" id="{1A63F3C8-37D7-B377-F334-B698D19F7D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81402" y="1799832"/>
              <a:ext cx="0" cy="84837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1" name="Gruppieren 270">
              <a:extLst>
                <a:ext uri="{FF2B5EF4-FFF2-40B4-BE49-F238E27FC236}">
                  <a16:creationId xmlns:a16="http://schemas.microsoft.com/office/drawing/2014/main" id="{4B73DDB0-2895-E0C3-304C-4297E0C0305D}"/>
                </a:ext>
              </a:extLst>
            </p:cNvPr>
            <p:cNvGrpSpPr/>
            <p:nvPr/>
          </p:nvGrpSpPr>
          <p:grpSpPr>
            <a:xfrm>
              <a:off x="3603412" y="2657164"/>
              <a:ext cx="404364" cy="509561"/>
              <a:chOff x="4354615" y="2270649"/>
              <a:chExt cx="404364" cy="50956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2" name="Textfeld 271">
                    <a:extLst>
                      <a:ext uri="{FF2B5EF4-FFF2-40B4-BE49-F238E27FC236}">
                        <a16:creationId xmlns:a16="http://schemas.microsoft.com/office/drawing/2014/main" id="{AED5A05D-2E5F-C510-7916-526AE4395AAC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4354615" y="2380100"/>
                    <a:ext cx="404364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000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de-DE" sz="2000" b="0" i="1" dirty="0" smtClean="0">
                                  <a:latin typeface="Cambria Math" panose="02040503050406030204" pitchFamily="18" charset="0"/>
                                </a:rPr>
                                <m:t>𝑒𝑒</m:t>
                              </m:r>
                            </m:sub>
                          </m:sSub>
                        </m:oMath>
                      </m:oMathPara>
                    </a14:m>
                    <a:endParaRPr lang="de-DE" sz="2000" dirty="0"/>
                  </a:p>
                </p:txBody>
              </p:sp>
            </mc:Choice>
            <mc:Fallback xmlns="">
              <p:sp>
                <p:nvSpPr>
                  <p:cNvPr id="272" name="Textfeld 271">
                    <a:extLst>
                      <a:ext uri="{FF2B5EF4-FFF2-40B4-BE49-F238E27FC236}">
                        <a16:creationId xmlns:a16="http://schemas.microsoft.com/office/drawing/2014/main" id="{AED5A05D-2E5F-C510-7916-526AE4395A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4354615" y="2380100"/>
                    <a:ext cx="404364" cy="40011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1969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73" name="Gruppieren 272">
                <a:extLst>
                  <a:ext uri="{FF2B5EF4-FFF2-40B4-BE49-F238E27FC236}">
                    <a16:creationId xmlns:a16="http://schemas.microsoft.com/office/drawing/2014/main" id="{1ADB1423-2DFA-D365-A273-DFA6F27AD591}"/>
                  </a:ext>
                </a:extLst>
              </p:cNvPr>
              <p:cNvGrpSpPr/>
              <p:nvPr/>
            </p:nvGrpSpPr>
            <p:grpSpPr>
              <a:xfrm>
                <a:off x="4539999" y="2270649"/>
                <a:ext cx="173762" cy="173182"/>
                <a:chOff x="1967139" y="1198419"/>
                <a:chExt cx="173762" cy="173182"/>
              </a:xfrm>
            </p:grpSpPr>
            <p:sp>
              <p:nvSpPr>
                <p:cNvPr id="274" name="Ellipse 273">
                  <a:extLst>
                    <a:ext uri="{FF2B5EF4-FFF2-40B4-BE49-F238E27FC236}">
                      <a16:creationId xmlns:a16="http://schemas.microsoft.com/office/drawing/2014/main" id="{F9EE04DA-7CD6-A2B4-34D5-93CF154D2337}"/>
                    </a:ext>
                  </a:extLst>
                </p:cNvPr>
                <p:cNvSpPr/>
                <p:nvPr/>
              </p:nvSpPr>
              <p:spPr>
                <a:xfrm>
                  <a:off x="1967139" y="1198419"/>
                  <a:ext cx="173762" cy="173182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275" name="Ellipse 274">
                  <a:extLst>
                    <a:ext uri="{FF2B5EF4-FFF2-40B4-BE49-F238E27FC236}">
                      <a16:creationId xmlns:a16="http://schemas.microsoft.com/office/drawing/2014/main" id="{1A18B77B-5C65-3A3B-3BB0-0FF959C7A092}"/>
                    </a:ext>
                  </a:extLst>
                </p:cNvPr>
                <p:cNvSpPr/>
                <p:nvPr/>
              </p:nvSpPr>
              <p:spPr>
                <a:xfrm>
                  <a:off x="2031084" y="1262151"/>
                  <a:ext cx="45872" cy="45719"/>
                </a:xfrm>
                <a:prstGeom prst="ellipse">
                  <a:avLst/>
                </a:prstGeom>
                <a:solidFill>
                  <a:srgbClr val="0070C0"/>
                </a:solidFill>
                <a:ln w="3175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6" name="Textfeld 275">
                  <a:extLst>
                    <a:ext uri="{FF2B5EF4-FFF2-40B4-BE49-F238E27FC236}">
                      <a16:creationId xmlns:a16="http://schemas.microsoft.com/office/drawing/2014/main" id="{1219D508-67A4-87FD-62AC-8E5E01C84524}"/>
                    </a:ext>
                  </a:extLst>
                </p:cNvPr>
                <p:cNvSpPr txBox="1"/>
                <p:nvPr/>
              </p:nvSpPr>
              <p:spPr>
                <a:xfrm>
                  <a:off x="2827032" y="2371287"/>
                  <a:ext cx="3524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ee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6" name="Textfeld 275">
                  <a:extLst>
                    <a:ext uri="{FF2B5EF4-FFF2-40B4-BE49-F238E27FC236}">
                      <a16:creationId xmlns:a16="http://schemas.microsoft.com/office/drawing/2014/main" id="{1219D508-67A4-87FD-62AC-8E5E01C845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7032" y="2371287"/>
                  <a:ext cx="352476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224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7" name="Textfeld 276">
                  <a:extLst>
                    <a:ext uri="{FF2B5EF4-FFF2-40B4-BE49-F238E27FC236}">
                      <a16:creationId xmlns:a16="http://schemas.microsoft.com/office/drawing/2014/main" id="{3E2A901A-96B2-7A59-D6CA-BAB8DD98D168}"/>
                    </a:ext>
                  </a:extLst>
                </p:cNvPr>
                <p:cNvSpPr txBox="1"/>
                <p:nvPr/>
              </p:nvSpPr>
              <p:spPr>
                <a:xfrm>
                  <a:off x="3873966" y="1611953"/>
                  <a:ext cx="3524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ee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7" name="Textfeld 276">
                  <a:extLst>
                    <a:ext uri="{FF2B5EF4-FFF2-40B4-BE49-F238E27FC236}">
                      <a16:creationId xmlns:a16="http://schemas.microsoft.com/office/drawing/2014/main" id="{3E2A901A-96B2-7A59-D6CA-BAB8DD98D1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3966" y="1611953"/>
                  <a:ext cx="352476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3103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8" name="Textfeld 277">
              <a:extLst>
                <a:ext uri="{FF2B5EF4-FFF2-40B4-BE49-F238E27FC236}">
                  <a16:creationId xmlns:a16="http://schemas.microsoft.com/office/drawing/2014/main" id="{4A4AE0B3-9FEC-DC2E-CA2F-8242B1B4C5CE}"/>
                </a:ext>
              </a:extLst>
            </p:cNvPr>
            <p:cNvSpPr txBox="1"/>
            <p:nvPr/>
          </p:nvSpPr>
          <p:spPr>
            <a:xfrm>
              <a:off x="1688292" y="3330292"/>
              <a:ext cx="10432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0.2 m</a:t>
              </a:r>
            </a:p>
          </p:txBody>
        </p:sp>
        <p:sp>
          <p:nvSpPr>
            <p:cNvPr id="287" name="Textfeld 286">
              <a:extLst>
                <a:ext uri="{FF2B5EF4-FFF2-40B4-BE49-F238E27FC236}">
                  <a16:creationId xmlns:a16="http://schemas.microsoft.com/office/drawing/2014/main" id="{18F29C84-56F3-B385-C676-C418E406F27A}"/>
                </a:ext>
              </a:extLst>
            </p:cNvPr>
            <p:cNvSpPr txBox="1"/>
            <p:nvPr/>
          </p:nvSpPr>
          <p:spPr>
            <a:xfrm>
              <a:off x="1109883" y="4650667"/>
              <a:ext cx="15488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0.1 - 0.3 m</a:t>
              </a:r>
            </a:p>
          </p:txBody>
        </p:sp>
        <p:cxnSp>
          <p:nvCxnSpPr>
            <p:cNvPr id="3" name="Gerade Verbindung mit Pfeil 2">
              <a:extLst>
                <a:ext uri="{FF2B5EF4-FFF2-40B4-BE49-F238E27FC236}">
                  <a16:creationId xmlns:a16="http://schemas.microsoft.com/office/drawing/2014/main" id="{DE6B4F1D-4DBF-BF6F-DFCE-CFC80A3CF737}"/>
                </a:ext>
              </a:extLst>
            </p:cNvPr>
            <p:cNvCxnSpPr>
              <a:cxnSpLocks/>
              <a:stCxn id="238" idx="0"/>
            </p:cNvCxnSpPr>
            <p:nvPr/>
          </p:nvCxnSpPr>
          <p:spPr>
            <a:xfrm flipV="1">
              <a:off x="3848328" y="4743450"/>
              <a:ext cx="0" cy="761872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6CD37447-F149-FF79-ED6A-1CC8FB9AE16E}"/>
                    </a:ext>
                  </a:extLst>
                </p:cNvPr>
                <p:cNvSpPr txBox="1"/>
                <p:nvPr/>
              </p:nvSpPr>
              <p:spPr>
                <a:xfrm>
                  <a:off x="3932391" y="4624947"/>
                  <a:ext cx="3524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de-DE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6CD37447-F149-FF79-ED6A-1CC8FB9AE1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2391" y="4624947"/>
                  <a:ext cx="352476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34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Pfeil: nach oben 8">
              <a:extLst>
                <a:ext uri="{FF2B5EF4-FFF2-40B4-BE49-F238E27FC236}">
                  <a16:creationId xmlns:a16="http://schemas.microsoft.com/office/drawing/2014/main" id="{DA931427-DB1C-AF3E-2E42-E211E86D5B36}"/>
                </a:ext>
              </a:extLst>
            </p:cNvPr>
            <p:cNvSpPr/>
            <p:nvPr/>
          </p:nvSpPr>
          <p:spPr>
            <a:xfrm>
              <a:off x="3521204" y="4708408"/>
              <a:ext cx="192982" cy="714742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6F96C0FB-F075-2E84-FA7F-6F05EEFB8065}"/>
                    </a:ext>
                  </a:extLst>
                </p:cNvPr>
                <p:cNvSpPr txBox="1"/>
                <p:nvPr/>
              </p:nvSpPr>
              <p:spPr>
                <a:xfrm>
                  <a:off x="3176113" y="4797547"/>
                  <a:ext cx="3524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de-DE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6F96C0FB-F075-2E84-FA7F-6F05EEFB80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6113" y="4797547"/>
                  <a:ext cx="352476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68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887666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ruppieren 288">
            <a:extLst>
              <a:ext uri="{FF2B5EF4-FFF2-40B4-BE49-F238E27FC236}">
                <a16:creationId xmlns:a16="http://schemas.microsoft.com/office/drawing/2014/main" id="{3396E8D1-8B39-FB74-5DF0-A005CD003E20}"/>
              </a:ext>
            </a:extLst>
          </p:cNvPr>
          <p:cNvGrpSpPr/>
          <p:nvPr/>
        </p:nvGrpSpPr>
        <p:grpSpPr>
          <a:xfrm>
            <a:off x="1066482" y="2507226"/>
            <a:ext cx="3239892" cy="6309452"/>
            <a:chOff x="1066482" y="2507226"/>
            <a:chExt cx="3239892" cy="6309452"/>
          </a:xfrm>
        </p:grpSpPr>
        <p:cxnSp>
          <p:nvCxnSpPr>
            <p:cNvPr id="288" name="Gerader Verbinder 287">
              <a:extLst>
                <a:ext uri="{FF2B5EF4-FFF2-40B4-BE49-F238E27FC236}">
                  <a16:creationId xmlns:a16="http://schemas.microsoft.com/office/drawing/2014/main" id="{4914CEA8-0D38-C557-1CC4-695174EBDA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15759" y="5975411"/>
              <a:ext cx="1295916" cy="1616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2" name="Gruppieren 231">
              <a:extLst>
                <a:ext uri="{FF2B5EF4-FFF2-40B4-BE49-F238E27FC236}">
                  <a16:creationId xmlns:a16="http://schemas.microsoft.com/office/drawing/2014/main" id="{0798D1EE-1F78-D702-91A2-6A7E1D8F14FB}"/>
                </a:ext>
              </a:extLst>
            </p:cNvPr>
            <p:cNvGrpSpPr/>
            <p:nvPr/>
          </p:nvGrpSpPr>
          <p:grpSpPr>
            <a:xfrm>
              <a:off x="2012655" y="3627503"/>
              <a:ext cx="1328599" cy="2354429"/>
              <a:chOff x="941061" y="1908308"/>
              <a:chExt cx="1328599" cy="2216961"/>
            </a:xfrm>
          </p:grpSpPr>
          <p:cxnSp>
            <p:nvCxnSpPr>
              <p:cNvPr id="228" name="Gerade Verbindung mit Pfeil 227">
                <a:extLst>
                  <a:ext uri="{FF2B5EF4-FFF2-40B4-BE49-F238E27FC236}">
                    <a16:creationId xmlns:a16="http://schemas.microsoft.com/office/drawing/2014/main" id="{EAA909DE-2862-466A-F9ED-624AD794D6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7647" y="1908308"/>
                <a:ext cx="0" cy="2216961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9" name="Gerader Verbinder 228">
                <a:extLst>
                  <a:ext uri="{FF2B5EF4-FFF2-40B4-BE49-F238E27FC236}">
                    <a16:creationId xmlns:a16="http://schemas.microsoft.com/office/drawing/2014/main" id="{5CB4FA00-6122-DEF5-0C45-1ACEFC6C53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1061" y="1914735"/>
                <a:ext cx="1328599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1" name="Rechteck 210">
              <a:extLst>
                <a:ext uri="{FF2B5EF4-FFF2-40B4-BE49-F238E27FC236}">
                  <a16:creationId xmlns:a16="http://schemas.microsoft.com/office/drawing/2014/main" id="{AA730B35-793C-66CE-9DEC-BBB0F6C95C67}"/>
                </a:ext>
              </a:extLst>
            </p:cNvPr>
            <p:cNvSpPr/>
            <p:nvPr/>
          </p:nvSpPr>
          <p:spPr>
            <a:xfrm>
              <a:off x="2376133" y="8218753"/>
              <a:ext cx="1930241" cy="59792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hteck 120">
              <a:extLst>
                <a:ext uri="{FF2B5EF4-FFF2-40B4-BE49-F238E27FC236}">
                  <a16:creationId xmlns:a16="http://schemas.microsoft.com/office/drawing/2014/main" id="{4EFC0500-FB57-9CFF-6283-60EFA1605D7B}"/>
                </a:ext>
              </a:extLst>
            </p:cNvPr>
            <p:cNvSpPr/>
            <p:nvPr/>
          </p:nvSpPr>
          <p:spPr>
            <a:xfrm>
              <a:off x="3142375" y="6400595"/>
              <a:ext cx="343301" cy="135890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grpSp>
          <p:nvGrpSpPr>
            <p:cNvPr id="199" name="Gruppieren 198">
              <a:extLst>
                <a:ext uri="{FF2B5EF4-FFF2-40B4-BE49-F238E27FC236}">
                  <a16:creationId xmlns:a16="http://schemas.microsoft.com/office/drawing/2014/main" id="{69A03C07-6EE4-11F0-E3CD-728BA0148AFF}"/>
                </a:ext>
              </a:extLst>
            </p:cNvPr>
            <p:cNvGrpSpPr/>
            <p:nvPr/>
          </p:nvGrpSpPr>
          <p:grpSpPr>
            <a:xfrm rot="5400000">
              <a:off x="2136125" y="3965260"/>
              <a:ext cx="2377918" cy="1060250"/>
              <a:chOff x="783232" y="1839493"/>
              <a:chExt cx="2377918" cy="1060250"/>
            </a:xfrm>
          </p:grpSpPr>
          <p:sp>
            <p:nvSpPr>
              <p:cNvPr id="122" name="Rechteck 121">
                <a:extLst>
                  <a:ext uri="{FF2B5EF4-FFF2-40B4-BE49-F238E27FC236}">
                    <a16:creationId xmlns:a16="http://schemas.microsoft.com/office/drawing/2014/main" id="{22709D48-60B0-0A4D-C21B-5CD22E14C794}"/>
                  </a:ext>
                </a:extLst>
              </p:cNvPr>
              <p:cNvSpPr/>
              <p:nvPr/>
            </p:nvSpPr>
            <p:spPr>
              <a:xfrm rot="16200000">
                <a:off x="2310049" y="1690168"/>
                <a:ext cx="343301" cy="135890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grpSp>
            <p:nvGrpSpPr>
              <p:cNvPr id="123" name="Gruppieren 122">
                <a:extLst>
                  <a:ext uri="{FF2B5EF4-FFF2-40B4-BE49-F238E27FC236}">
                    <a16:creationId xmlns:a16="http://schemas.microsoft.com/office/drawing/2014/main" id="{3F0AA437-136A-5128-794D-B4DC37B641C3}"/>
                  </a:ext>
                </a:extLst>
              </p:cNvPr>
              <p:cNvGrpSpPr/>
              <p:nvPr/>
            </p:nvGrpSpPr>
            <p:grpSpPr>
              <a:xfrm>
                <a:off x="783232" y="1839493"/>
                <a:ext cx="1019017" cy="1060250"/>
                <a:chOff x="1371600" y="2486025"/>
                <a:chExt cx="1485900" cy="1546025"/>
              </a:xfrm>
              <a:solidFill>
                <a:schemeClr val="accent5">
                  <a:lumMod val="60000"/>
                  <a:lumOff val="40000"/>
                </a:schemeClr>
              </a:solidFill>
            </p:grpSpPr>
            <p:sp>
              <p:nvSpPr>
                <p:cNvPr id="196" name="Rechteck 195">
                  <a:extLst>
                    <a:ext uri="{FF2B5EF4-FFF2-40B4-BE49-F238E27FC236}">
                      <a16:creationId xmlns:a16="http://schemas.microsoft.com/office/drawing/2014/main" id="{E6E24154-115D-4B54-06C3-74682D4D1E28}"/>
                    </a:ext>
                  </a:extLst>
                </p:cNvPr>
                <p:cNvSpPr/>
                <p:nvPr/>
              </p:nvSpPr>
              <p:spPr>
                <a:xfrm>
                  <a:off x="1371600" y="2486025"/>
                  <a:ext cx="1485900" cy="409575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197" name="Rechteck 196">
                  <a:extLst>
                    <a:ext uri="{FF2B5EF4-FFF2-40B4-BE49-F238E27FC236}">
                      <a16:creationId xmlns:a16="http://schemas.microsoft.com/office/drawing/2014/main" id="{F315BB5B-50C8-7934-C715-EFF3E32946DF}"/>
                    </a:ext>
                  </a:extLst>
                </p:cNvPr>
                <p:cNvSpPr/>
                <p:nvPr/>
              </p:nvSpPr>
              <p:spPr>
                <a:xfrm>
                  <a:off x="1371600" y="3622473"/>
                  <a:ext cx="1485900" cy="409575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198" name="Rechteck 197">
                  <a:extLst>
                    <a:ext uri="{FF2B5EF4-FFF2-40B4-BE49-F238E27FC236}">
                      <a16:creationId xmlns:a16="http://schemas.microsoft.com/office/drawing/2014/main" id="{B6A066D5-9716-E30E-51FC-EE4B34AA863F}"/>
                    </a:ext>
                  </a:extLst>
                </p:cNvPr>
                <p:cNvSpPr/>
                <p:nvPr/>
              </p:nvSpPr>
              <p:spPr>
                <a:xfrm rot="5400000">
                  <a:off x="1879700" y="3054250"/>
                  <a:ext cx="1546024" cy="409575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</p:grpSp>
        </p:grpSp>
        <p:sp>
          <p:nvSpPr>
            <p:cNvPr id="124" name="Ellipse 123">
              <a:extLst>
                <a:ext uri="{FF2B5EF4-FFF2-40B4-BE49-F238E27FC236}">
                  <a16:creationId xmlns:a16="http://schemas.microsoft.com/office/drawing/2014/main" id="{88A8A00C-4C54-FC49-DD85-E9678060F98E}"/>
                </a:ext>
              </a:extLst>
            </p:cNvPr>
            <p:cNvSpPr/>
            <p:nvPr/>
          </p:nvSpPr>
          <p:spPr>
            <a:xfrm>
              <a:off x="2875477" y="7728539"/>
              <a:ext cx="914400" cy="9144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25" name="Ellipse 124">
              <a:extLst>
                <a:ext uri="{FF2B5EF4-FFF2-40B4-BE49-F238E27FC236}">
                  <a16:creationId xmlns:a16="http://schemas.microsoft.com/office/drawing/2014/main" id="{3B6E60E5-6E34-3394-D550-81E673F896D6}"/>
                </a:ext>
              </a:extLst>
            </p:cNvPr>
            <p:cNvSpPr/>
            <p:nvPr/>
          </p:nvSpPr>
          <p:spPr>
            <a:xfrm>
              <a:off x="2875477" y="5517152"/>
              <a:ext cx="914400" cy="9144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grpSp>
          <p:nvGrpSpPr>
            <p:cNvPr id="127" name="Gruppieren 126">
              <a:extLst>
                <a:ext uri="{FF2B5EF4-FFF2-40B4-BE49-F238E27FC236}">
                  <a16:creationId xmlns:a16="http://schemas.microsoft.com/office/drawing/2014/main" id="{DE634B26-EFDB-3C1E-514F-637628FEA8C2}"/>
                </a:ext>
              </a:extLst>
            </p:cNvPr>
            <p:cNvGrpSpPr/>
            <p:nvPr/>
          </p:nvGrpSpPr>
          <p:grpSpPr>
            <a:xfrm rot="16200000">
              <a:off x="2924590" y="5588714"/>
              <a:ext cx="526076" cy="448093"/>
              <a:chOff x="4539999" y="1995738"/>
              <a:chExt cx="526076" cy="44809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8" name="Textfeld 187">
                    <a:extLst>
                      <a:ext uri="{FF2B5EF4-FFF2-40B4-BE49-F238E27FC236}">
                        <a16:creationId xmlns:a16="http://schemas.microsoft.com/office/drawing/2014/main" id="{0C2194AE-44DC-6C0C-5986-C6CD8FBE8F2A}"/>
                      </a:ext>
                    </a:extLst>
                  </p:cNvPr>
                  <p:cNvSpPr txBox="1"/>
                  <p:nvPr/>
                </p:nvSpPr>
                <p:spPr>
                  <a:xfrm rot="5400000" flipH="1">
                    <a:off x="4663838" y="1997865"/>
                    <a:ext cx="404364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000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de-DE" sz="2000" b="0" i="0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de-DE" sz="2000" dirty="0"/>
                  </a:p>
                </p:txBody>
              </p:sp>
            </mc:Choice>
            <mc:Fallback xmlns="">
              <p:sp>
                <p:nvSpPr>
                  <p:cNvPr id="188" name="Textfeld 187">
                    <a:extLst>
                      <a:ext uri="{FF2B5EF4-FFF2-40B4-BE49-F238E27FC236}">
                        <a16:creationId xmlns:a16="http://schemas.microsoft.com/office/drawing/2014/main" id="{0C2194AE-44DC-6C0C-5986-C6CD8FBE8F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5400000" flipH="1">
                    <a:off x="4663838" y="1997865"/>
                    <a:ext cx="404364" cy="40011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89" name="Gruppieren 188">
                <a:extLst>
                  <a:ext uri="{FF2B5EF4-FFF2-40B4-BE49-F238E27FC236}">
                    <a16:creationId xmlns:a16="http://schemas.microsoft.com/office/drawing/2014/main" id="{AF543ACA-1ADE-59D8-6663-D5224E102270}"/>
                  </a:ext>
                </a:extLst>
              </p:cNvPr>
              <p:cNvGrpSpPr/>
              <p:nvPr/>
            </p:nvGrpSpPr>
            <p:grpSpPr>
              <a:xfrm>
                <a:off x="4539999" y="2270649"/>
                <a:ext cx="173762" cy="173182"/>
                <a:chOff x="1967139" y="1198419"/>
                <a:chExt cx="173762" cy="173182"/>
              </a:xfrm>
            </p:grpSpPr>
            <p:sp>
              <p:nvSpPr>
                <p:cNvPr id="190" name="Ellipse 189">
                  <a:extLst>
                    <a:ext uri="{FF2B5EF4-FFF2-40B4-BE49-F238E27FC236}">
                      <a16:creationId xmlns:a16="http://schemas.microsoft.com/office/drawing/2014/main" id="{3CBC1D90-C9D1-294C-E2D4-862C653E571C}"/>
                    </a:ext>
                  </a:extLst>
                </p:cNvPr>
                <p:cNvSpPr/>
                <p:nvPr/>
              </p:nvSpPr>
              <p:spPr>
                <a:xfrm>
                  <a:off x="1967139" y="1198419"/>
                  <a:ext cx="173762" cy="173182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191" name="Ellipse 190">
                  <a:extLst>
                    <a:ext uri="{FF2B5EF4-FFF2-40B4-BE49-F238E27FC236}">
                      <a16:creationId xmlns:a16="http://schemas.microsoft.com/office/drawing/2014/main" id="{BBE8E719-0F9A-99DB-2482-25C47ED7B4C2}"/>
                    </a:ext>
                  </a:extLst>
                </p:cNvPr>
                <p:cNvSpPr/>
                <p:nvPr/>
              </p:nvSpPr>
              <p:spPr>
                <a:xfrm>
                  <a:off x="2031084" y="1262150"/>
                  <a:ext cx="45872" cy="45719"/>
                </a:xfrm>
                <a:prstGeom prst="ellipse">
                  <a:avLst/>
                </a:prstGeom>
                <a:solidFill>
                  <a:srgbClr val="0070C0"/>
                </a:solidFill>
                <a:ln w="3175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</p:grpSp>
        </p:grpSp>
        <p:cxnSp>
          <p:nvCxnSpPr>
            <p:cNvPr id="133" name="Gerade Verbindung mit Pfeil 132">
              <a:extLst>
                <a:ext uri="{FF2B5EF4-FFF2-40B4-BE49-F238E27FC236}">
                  <a16:creationId xmlns:a16="http://schemas.microsoft.com/office/drawing/2014/main" id="{B0DE3F96-C40A-8D0E-22F0-CFDC275FDF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29241" y="5982491"/>
              <a:ext cx="0" cy="2216961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Gerader Verbinder 137">
              <a:extLst>
                <a:ext uri="{FF2B5EF4-FFF2-40B4-BE49-F238E27FC236}">
                  <a16:creationId xmlns:a16="http://schemas.microsoft.com/office/drawing/2014/main" id="{DBEDFBBE-D279-0FFD-CC9D-A7ACCD103622}"/>
                </a:ext>
              </a:extLst>
            </p:cNvPr>
            <p:cNvCxnSpPr>
              <a:cxnSpLocks/>
              <a:stCxn id="195" idx="3"/>
            </p:cNvCxnSpPr>
            <p:nvPr/>
          </p:nvCxnSpPr>
          <p:spPr>
            <a:xfrm flipH="1" flipV="1">
              <a:off x="2029241" y="8199457"/>
              <a:ext cx="1295916" cy="1616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Textfeld 144">
              <a:extLst>
                <a:ext uri="{FF2B5EF4-FFF2-40B4-BE49-F238E27FC236}">
                  <a16:creationId xmlns:a16="http://schemas.microsoft.com/office/drawing/2014/main" id="{FD7B558E-A141-6947-8CA8-16EDD94C5BA1}"/>
                </a:ext>
              </a:extLst>
            </p:cNvPr>
            <p:cNvSpPr txBox="1"/>
            <p:nvPr/>
          </p:nvSpPr>
          <p:spPr>
            <a:xfrm>
              <a:off x="1106921" y="6876029"/>
              <a:ext cx="10432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0.35 m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feld 109">
                  <a:extLst>
                    <a:ext uri="{FF2B5EF4-FFF2-40B4-BE49-F238E27FC236}">
                      <a16:creationId xmlns:a16="http://schemas.microsoft.com/office/drawing/2014/main" id="{0C6D6AB8-E672-6737-4F53-53516BE2CAE5}"/>
                    </a:ext>
                  </a:extLst>
                </p:cNvPr>
                <p:cNvSpPr txBox="1"/>
                <p:nvPr/>
              </p:nvSpPr>
              <p:spPr>
                <a:xfrm>
                  <a:off x="3359044" y="7679719"/>
                  <a:ext cx="41028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000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de-DE" sz="3200" dirty="0"/>
                    <a:t> </a:t>
                  </a:r>
                </a:p>
              </p:txBody>
            </p:sp>
          </mc:Choice>
          <mc:Fallback xmlns="">
            <p:sp>
              <p:nvSpPr>
                <p:cNvPr id="110" name="Textfeld 109">
                  <a:extLst>
                    <a:ext uri="{FF2B5EF4-FFF2-40B4-BE49-F238E27FC236}">
                      <a16:creationId xmlns:a16="http://schemas.microsoft.com/office/drawing/2014/main" id="{0C6D6AB8-E672-6737-4F53-53516BE2CA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044" y="7679719"/>
                  <a:ext cx="410280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1" name="Pfeil: gebogen 110">
              <a:extLst>
                <a:ext uri="{FF2B5EF4-FFF2-40B4-BE49-F238E27FC236}">
                  <a16:creationId xmlns:a16="http://schemas.microsoft.com/office/drawing/2014/main" id="{49031C29-4E27-EE04-720B-9F275AC67B3D}"/>
                </a:ext>
              </a:extLst>
            </p:cNvPr>
            <p:cNvSpPr/>
            <p:nvPr/>
          </p:nvSpPr>
          <p:spPr>
            <a:xfrm rot="10800000" flipH="1">
              <a:off x="3099321" y="7952663"/>
              <a:ext cx="506933" cy="525048"/>
            </a:xfrm>
            <a:prstGeom prst="circularArrow">
              <a:avLst>
                <a:gd name="adj1" fmla="val 7185"/>
                <a:gd name="adj2" fmla="val 923709"/>
                <a:gd name="adj3" fmla="val 20442418"/>
                <a:gd name="adj4" fmla="val 9670801"/>
                <a:gd name="adj5" fmla="val 13351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32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feld 113">
                  <a:extLst>
                    <a:ext uri="{FF2B5EF4-FFF2-40B4-BE49-F238E27FC236}">
                      <a16:creationId xmlns:a16="http://schemas.microsoft.com/office/drawing/2014/main" id="{68114E23-7572-6E58-15C5-572CF33ED5D3}"/>
                    </a:ext>
                  </a:extLst>
                </p:cNvPr>
                <p:cNvSpPr txBox="1"/>
                <p:nvPr/>
              </p:nvSpPr>
              <p:spPr>
                <a:xfrm>
                  <a:off x="3400098" y="5644870"/>
                  <a:ext cx="41028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2000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de-DE" sz="3200" dirty="0"/>
                </a:p>
              </p:txBody>
            </p:sp>
          </mc:Choice>
          <mc:Fallback xmlns="">
            <p:sp>
              <p:nvSpPr>
                <p:cNvPr id="114" name="Textfeld 113">
                  <a:extLst>
                    <a:ext uri="{FF2B5EF4-FFF2-40B4-BE49-F238E27FC236}">
                      <a16:creationId xmlns:a16="http://schemas.microsoft.com/office/drawing/2014/main" id="{68114E23-7572-6E58-15C5-572CF33ED5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0098" y="5644870"/>
                  <a:ext cx="410280" cy="400110"/>
                </a:xfrm>
                <a:prstGeom prst="rect">
                  <a:avLst/>
                </a:prstGeom>
                <a:blipFill>
                  <a:blip r:embed="rId4"/>
                  <a:stretch>
                    <a:fillRect r="-44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5" name="Pfeil: gebogen 114">
              <a:extLst>
                <a:ext uri="{FF2B5EF4-FFF2-40B4-BE49-F238E27FC236}">
                  <a16:creationId xmlns:a16="http://schemas.microsoft.com/office/drawing/2014/main" id="{CDA4741F-0834-48BF-20AF-477586B9C2AA}"/>
                </a:ext>
              </a:extLst>
            </p:cNvPr>
            <p:cNvSpPr/>
            <p:nvPr/>
          </p:nvSpPr>
          <p:spPr>
            <a:xfrm rot="10800000" flipH="1">
              <a:off x="3087788" y="5710463"/>
              <a:ext cx="506933" cy="525048"/>
            </a:xfrm>
            <a:prstGeom prst="circularArrow">
              <a:avLst>
                <a:gd name="adj1" fmla="val 7185"/>
                <a:gd name="adj2" fmla="val 923709"/>
                <a:gd name="adj3" fmla="val 20442418"/>
                <a:gd name="adj4" fmla="val 9670801"/>
                <a:gd name="adj5" fmla="val 13351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3200">
                <a:solidFill>
                  <a:schemeClr val="tx1"/>
                </a:solidFill>
              </a:endParaRPr>
            </a:p>
          </p:txBody>
        </p:sp>
        <p:cxnSp>
          <p:nvCxnSpPr>
            <p:cNvPr id="204" name="Gerade Verbindung mit Pfeil 203">
              <a:extLst>
                <a:ext uri="{FF2B5EF4-FFF2-40B4-BE49-F238E27FC236}">
                  <a16:creationId xmlns:a16="http://schemas.microsoft.com/office/drawing/2014/main" id="{A56C574B-8C4B-9DD8-ABA8-B90ED5448F07}"/>
                </a:ext>
              </a:extLst>
            </p:cNvPr>
            <p:cNvCxnSpPr>
              <a:cxnSpLocks/>
            </p:cNvCxnSpPr>
            <p:nvPr/>
          </p:nvCxnSpPr>
          <p:spPr>
            <a:xfrm>
              <a:off x="3440199" y="8199452"/>
              <a:ext cx="545012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Gerade Verbindung mit Pfeil 204">
              <a:extLst>
                <a:ext uri="{FF2B5EF4-FFF2-40B4-BE49-F238E27FC236}">
                  <a16:creationId xmlns:a16="http://schemas.microsoft.com/office/drawing/2014/main" id="{FBA7B25A-DAE2-EEBC-9972-4C83C31A43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7100" y="7255529"/>
              <a:ext cx="0" cy="848379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6" name="Gruppieren 125">
              <a:extLst>
                <a:ext uri="{FF2B5EF4-FFF2-40B4-BE49-F238E27FC236}">
                  <a16:creationId xmlns:a16="http://schemas.microsoft.com/office/drawing/2014/main" id="{C2B35354-C910-C642-E662-993BD469ACFE}"/>
                </a:ext>
              </a:extLst>
            </p:cNvPr>
            <p:cNvGrpSpPr/>
            <p:nvPr/>
          </p:nvGrpSpPr>
          <p:grpSpPr>
            <a:xfrm>
              <a:off x="2894698" y="7787436"/>
              <a:ext cx="533558" cy="498607"/>
              <a:chOff x="4180203" y="1945224"/>
              <a:chExt cx="533558" cy="49860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2" name="Textfeld 191">
                    <a:extLst>
                      <a:ext uri="{FF2B5EF4-FFF2-40B4-BE49-F238E27FC236}">
                        <a16:creationId xmlns:a16="http://schemas.microsoft.com/office/drawing/2014/main" id="{C58A56BD-BC87-D88A-D0DA-41420BCA6551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4180203" y="1945224"/>
                    <a:ext cx="404364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000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de-DE" sz="20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de-DE" sz="2000" dirty="0"/>
                  </a:p>
                </p:txBody>
              </p:sp>
            </mc:Choice>
            <mc:Fallback xmlns="">
              <p:sp>
                <p:nvSpPr>
                  <p:cNvPr id="192" name="Textfeld 191">
                    <a:extLst>
                      <a:ext uri="{FF2B5EF4-FFF2-40B4-BE49-F238E27FC236}">
                        <a16:creationId xmlns:a16="http://schemas.microsoft.com/office/drawing/2014/main" id="{C58A56BD-BC87-D88A-D0DA-41420BCA65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4180203" y="1945224"/>
                    <a:ext cx="404364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93" name="Gruppieren 192">
                <a:extLst>
                  <a:ext uri="{FF2B5EF4-FFF2-40B4-BE49-F238E27FC236}">
                    <a16:creationId xmlns:a16="http://schemas.microsoft.com/office/drawing/2014/main" id="{9F879E4E-F9D8-67A3-9651-9BAE82E5DECC}"/>
                  </a:ext>
                </a:extLst>
              </p:cNvPr>
              <p:cNvGrpSpPr/>
              <p:nvPr/>
            </p:nvGrpSpPr>
            <p:grpSpPr>
              <a:xfrm>
                <a:off x="4539999" y="2270649"/>
                <a:ext cx="173762" cy="173182"/>
                <a:chOff x="1967139" y="1198419"/>
                <a:chExt cx="173762" cy="173182"/>
              </a:xfrm>
            </p:grpSpPr>
            <p:sp>
              <p:nvSpPr>
                <p:cNvPr id="194" name="Ellipse 193">
                  <a:extLst>
                    <a:ext uri="{FF2B5EF4-FFF2-40B4-BE49-F238E27FC236}">
                      <a16:creationId xmlns:a16="http://schemas.microsoft.com/office/drawing/2014/main" id="{55A8846B-47AE-1F36-A60D-D7055B88E99A}"/>
                    </a:ext>
                  </a:extLst>
                </p:cNvPr>
                <p:cNvSpPr/>
                <p:nvPr/>
              </p:nvSpPr>
              <p:spPr>
                <a:xfrm>
                  <a:off x="1967139" y="1198419"/>
                  <a:ext cx="173762" cy="173182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195" name="Ellipse 194">
                  <a:extLst>
                    <a:ext uri="{FF2B5EF4-FFF2-40B4-BE49-F238E27FC236}">
                      <a16:creationId xmlns:a16="http://schemas.microsoft.com/office/drawing/2014/main" id="{C71ED8FB-1751-E41E-EE51-5E938FE38D85}"/>
                    </a:ext>
                  </a:extLst>
                </p:cNvPr>
                <p:cNvSpPr/>
                <p:nvPr/>
              </p:nvSpPr>
              <p:spPr>
                <a:xfrm>
                  <a:off x="2031084" y="1262151"/>
                  <a:ext cx="45872" cy="45719"/>
                </a:xfrm>
                <a:prstGeom prst="ellipse">
                  <a:avLst/>
                </a:prstGeom>
                <a:solidFill>
                  <a:srgbClr val="0070C0"/>
                </a:solidFill>
                <a:ln w="3175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feld 207">
                  <a:extLst>
                    <a:ext uri="{FF2B5EF4-FFF2-40B4-BE49-F238E27FC236}">
                      <a16:creationId xmlns:a16="http://schemas.microsoft.com/office/drawing/2014/main" id="{12F8386B-3E97-E3D3-6761-154997D454BF}"/>
                    </a:ext>
                  </a:extLst>
                </p:cNvPr>
                <p:cNvSpPr txBox="1"/>
                <p:nvPr/>
              </p:nvSpPr>
              <p:spPr>
                <a:xfrm>
                  <a:off x="3429000" y="7096029"/>
                  <a:ext cx="3524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de-DE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8" name="Textfeld 207">
                  <a:extLst>
                    <a:ext uri="{FF2B5EF4-FFF2-40B4-BE49-F238E27FC236}">
                      <a16:creationId xmlns:a16="http://schemas.microsoft.com/office/drawing/2014/main" id="{12F8386B-3E97-E3D3-6761-154997D454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7096029"/>
                  <a:ext cx="352476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35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Textfeld 209">
                  <a:extLst>
                    <a:ext uri="{FF2B5EF4-FFF2-40B4-BE49-F238E27FC236}">
                      <a16:creationId xmlns:a16="http://schemas.microsoft.com/office/drawing/2014/main" id="{AC9A93DC-050E-CD5B-43D8-CFB84E29ABF7}"/>
                    </a:ext>
                  </a:extLst>
                </p:cNvPr>
                <p:cNvSpPr txBox="1"/>
                <p:nvPr/>
              </p:nvSpPr>
              <p:spPr>
                <a:xfrm>
                  <a:off x="3923275" y="7887127"/>
                  <a:ext cx="3524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de-DE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0" name="Textfeld 209">
                  <a:extLst>
                    <a:ext uri="{FF2B5EF4-FFF2-40B4-BE49-F238E27FC236}">
                      <a16:creationId xmlns:a16="http://schemas.microsoft.com/office/drawing/2014/main" id="{AC9A93DC-050E-CD5B-43D8-CFB84E29AB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3275" y="7887127"/>
                  <a:ext cx="352476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3" name="Gerade Verbindung mit Pfeil 212">
              <a:extLst>
                <a:ext uri="{FF2B5EF4-FFF2-40B4-BE49-F238E27FC236}">
                  <a16:creationId xmlns:a16="http://schemas.microsoft.com/office/drawing/2014/main" id="{5F470D73-BA94-2FE8-1E38-BCC5851657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19394" y="3639028"/>
              <a:ext cx="920805" cy="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Gerade Verbindung mit Pfeil 213">
              <a:extLst>
                <a:ext uri="{FF2B5EF4-FFF2-40B4-BE49-F238E27FC236}">
                  <a16:creationId xmlns:a16="http://schemas.microsoft.com/office/drawing/2014/main" id="{032F3182-0260-5710-1751-C6163A8910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7100" y="2695105"/>
              <a:ext cx="0" cy="84837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" name="Gruppieren 214">
              <a:extLst>
                <a:ext uri="{FF2B5EF4-FFF2-40B4-BE49-F238E27FC236}">
                  <a16:creationId xmlns:a16="http://schemas.microsoft.com/office/drawing/2014/main" id="{6D6B9A09-C296-4BD0-E576-C6E2BD8E595D}"/>
                </a:ext>
              </a:extLst>
            </p:cNvPr>
            <p:cNvGrpSpPr/>
            <p:nvPr/>
          </p:nvGrpSpPr>
          <p:grpSpPr>
            <a:xfrm>
              <a:off x="3069110" y="3552437"/>
              <a:ext cx="404364" cy="509561"/>
              <a:chOff x="4354615" y="2270649"/>
              <a:chExt cx="404364" cy="50956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6" name="Textfeld 215">
                    <a:extLst>
                      <a:ext uri="{FF2B5EF4-FFF2-40B4-BE49-F238E27FC236}">
                        <a16:creationId xmlns:a16="http://schemas.microsoft.com/office/drawing/2014/main" id="{22D0255E-C959-42B4-3A23-782411E815E6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4354615" y="2380100"/>
                    <a:ext cx="404364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000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de-DE" sz="2000" b="0" i="1" dirty="0" smtClean="0">
                                  <a:latin typeface="Cambria Math" panose="02040503050406030204" pitchFamily="18" charset="0"/>
                                </a:rPr>
                                <m:t>𝑒𝑒</m:t>
                              </m:r>
                            </m:sub>
                          </m:sSub>
                        </m:oMath>
                      </m:oMathPara>
                    </a14:m>
                    <a:endParaRPr lang="de-DE" sz="2000" dirty="0"/>
                  </a:p>
                </p:txBody>
              </p:sp>
            </mc:Choice>
            <mc:Fallback xmlns="">
              <p:sp>
                <p:nvSpPr>
                  <p:cNvPr id="216" name="Textfeld 215">
                    <a:extLst>
                      <a:ext uri="{FF2B5EF4-FFF2-40B4-BE49-F238E27FC236}">
                        <a16:creationId xmlns:a16="http://schemas.microsoft.com/office/drawing/2014/main" id="{22D0255E-C959-42B4-3A23-782411E815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4354615" y="2380100"/>
                    <a:ext cx="404364" cy="40011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1791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17" name="Gruppieren 216">
                <a:extLst>
                  <a:ext uri="{FF2B5EF4-FFF2-40B4-BE49-F238E27FC236}">
                    <a16:creationId xmlns:a16="http://schemas.microsoft.com/office/drawing/2014/main" id="{0A77F26B-2A9D-AC12-D60D-BB11415C2C77}"/>
                  </a:ext>
                </a:extLst>
              </p:cNvPr>
              <p:cNvGrpSpPr/>
              <p:nvPr/>
            </p:nvGrpSpPr>
            <p:grpSpPr>
              <a:xfrm>
                <a:off x="4539999" y="2270649"/>
                <a:ext cx="173762" cy="173182"/>
                <a:chOff x="1967139" y="1198419"/>
                <a:chExt cx="173762" cy="173182"/>
              </a:xfrm>
            </p:grpSpPr>
            <p:sp>
              <p:nvSpPr>
                <p:cNvPr id="218" name="Ellipse 217">
                  <a:extLst>
                    <a:ext uri="{FF2B5EF4-FFF2-40B4-BE49-F238E27FC236}">
                      <a16:creationId xmlns:a16="http://schemas.microsoft.com/office/drawing/2014/main" id="{93F231D6-1C67-4C18-26A7-89AD2FE25840}"/>
                    </a:ext>
                  </a:extLst>
                </p:cNvPr>
                <p:cNvSpPr/>
                <p:nvPr/>
              </p:nvSpPr>
              <p:spPr>
                <a:xfrm>
                  <a:off x="1967139" y="1198419"/>
                  <a:ext cx="173762" cy="173182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219" name="Ellipse 218">
                  <a:extLst>
                    <a:ext uri="{FF2B5EF4-FFF2-40B4-BE49-F238E27FC236}">
                      <a16:creationId xmlns:a16="http://schemas.microsoft.com/office/drawing/2014/main" id="{25303D38-1BDF-34ED-B892-E9FB077A5044}"/>
                    </a:ext>
                  </a:extLst>
                </p:cNvPr>
                <p:cNvSpPr/>
                <p:nvPr/>
              </p:nvSpPr>
              <p:spPr>
                <a:xfrm>
                  <a:off x="2031084" y="1262151"/>
                  <a:ext cx="45872" cy="45719"/>
                </a:xfrm>
                <a:prstGeom prst="ellipse">
                  <a:avLst/>
                </a:prstGeom>
                <a:solidFill>
                  <a:srgbClr val="0070C0"/>
                </a:solidFill>
                <a:ln w="3175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0" name="Textfeld 219">
                  <a:extLst>
                    <a:ext uri="{FF2B5EF4-FFF2-40B4-BE49-F238E27FC236}">
                      <a16:creationId xmlns:a16="http://schemas.microsoft.com/office/drawing/2014/main" id="{0A8CD807-7A0A-6F7B-3148-3446734EFFAF}"/>
                    </a:ext>
                  </a:extLst>
                </p:cNvPr>
                <p:cNvSpPr txBox="1"/>
                <p:nvPr/>
              </p:nvSpPr>
              <p:spPr>
                <a:xfrm>
                  <a:off x="2292730" y="3266560"/>
                  <a:ext cx="3524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ee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0" name="Textfeld 219">
                  <a:extLst>
                    <a:ext uri="{FF2B5EF4-FFF2-40B4-BE49-F238E27FC236}">
                      <a16:creationId xmlns:a16="http://schemas.microsoft.com/office/drawing/2014/main" id="{0A8CD807-7A0A-6F7B-3148-3446734EFF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2730" y="3266560"/>
                  <a:ext cx="352476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241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Textfeld 220">
                  <a:extLst>
                    <a:ext uri="{FF2B5EF4-FFF2-40B4-BE49-F238E27FC236}">
                      <a16:creationId xmlns:a16="http://schemas.microsoft.com/office/drawing/2014/main" id="{8791F62C-3D61-74D0-39E9-ACF15381ACAF}"/>
                    </a:ext>
                  </a:extLst>
                </p:cNvPr>
                <p:cNvSpPr txBox="1"/>
                <p:nvPr/>
              </p:nvSpPr>
              <p:spPr>
                <a:xfrm>
                  <a:off x="3339664" y="2507226"/>
                  <a:ext cx="3524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ee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1" name="Textfeld 220">
                  <a:extLst>
                    <a:ext uri="{FF2B5EF4-FFF2-40B4-BE49-F238E27FC236}">
                      <a16:creationId xmlns:a16="http://schemas.microsoft.com/office/drawing/2014/main" id="{8791F62C-3D61-74D0-39E9-ACF15381AC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9664" y="2507226"/>
                  <a:ext cx="352476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2931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3" name="Textfeld 232">
              <a:extLst>
                <a:ext uri="{FF2B5EF4-FFF2-40B4-BE49-F238E27FC236}">
                  <a16:creationId xmlns:a16="http://schemas.microsoft.com/office/drawing/2014/main" id="{DEC58352-8520-BEDA-0ED4-CF5447B2AE4C}"/>
                </a:ext>
              </a:extLst>
            </p:cNvPr>
            <p:cNvSpPr txBox="1"/>
            <p:nvPr/>
          </p:nvSpPr>
          <p:spPr>
            <a:xfrm>
              <a:off x="1066482" y="4498374"/>
              <a:ext cx="10432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0.4 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94758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87192-D9CB-F36E-086B-7208ED33D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4E2B5660-55C7-3A28-CA81-BFFF433F54D7}"/>
              </a:ext>
            </a:extLst>
          </p:cNvPr>
          <p:cNvGrpSpPr/>
          <p:nvPr/>
        </p:nvGrpSpPr>
        <p:grpSpPr>
          <a:xfrm>
            <a:off x="1066482" y="3035369"/>
            <a:ext cx="3413769" cy="5781309"/>
            <a:chOff x="1066482" y="3035369"/>
            <a:chExt cx="3413769" cy="5781309"/>
          </a:xfrm>
        </p:grpSpPr>
        <p:cxnSp>
          <p:nvCxnSpPr>
            <p:cNvPr id="288" name="Gerader Verbinder 287">
              <a:extLst>
                <a:ext uri="{FF2B5EF4-FFF2-40B4-BE49-F238E27FC236}">
                  <a16:creationId xmlns:a16="http://schemas.microsoft.com/office/drawing/2014/main" id="{CDB38626-9C91-E25C-1C3E-C9978F0DBF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15759" y="5975411"/>
              <a:ext cx="1295916" cy="1616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2" name="Gruppieren 231">
              <a:extLst>
                <a:ext uri="{FF2B5EF4-FFF2-40B4-BE49-F238E27FC236}">
                  <a16:creationId xmlns:a16="http://schemas.microsoft.com/office/drawing/2014/main" id="{D68B4328-877B-8F6D-8A20-ABAF950F16F9}"/>
                </a:ext>
              </a:extLst>
            </p:cNvPr>
            <p:cNvGrpSpPr/>
            <p:nvPr/>
          </p:nvGrpSpPr>
          <p:grpSpPr>
            <a:xfrm>
              <a:off x="2012655" y="4158223"/>
              <a:ext cx="1328599" cy="1823709"/>
              <a:chOff x="941061" y="1908308"/>
              <a:chExt cx="1328599" cy="2216961"/>
            </a:xfrm>
          </p:grpSpPr>
          <p:cxnSp>
            <p:nvCxnSpPr>
              <p:cNvPr id="228" name="Gerade Verbindung mit Pfeil 227">
                <a:extLst>
                  <a:ext uri="{FF2B5EF4-FFF2-40B4-BE49-F238E27FC236}">
                    <a16:creationId xmlns:a16="http://schemas.microsoft.com/office/drawing/2014/main" id="{27405D57-7D58-1825-1593-E0BA53F5A9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7647" y="1908308"/>
                <a:ext cx="0" cy="2216961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9" name="Gerader Verbinder 228">
                <a:extLst>
                  <a:ext uri="{FF2B5EF4-FFF2-40B4-BE49-F238E27FC236}">
                    <a16:creationId xmlns:a16="http://schemas.microsoft.com/office/drawing/2014/main" id="{5D7BDD14-1A69-965A-4AF5-9D0F4720705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1061" y="1914735"/>
                <a:ext cx="1328599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1" name="Rechteck 210">
              <a:extLst>
                <a:ext uri="{FF2B5EF4-FFF2-40B4-BE49-F238E27FC236}">
                  <a16:creationId xmlns:a16="http://schemas.microsoft.com/office/drawing/2014/main" id="{0B2B62E8-E25F-E9F0-75E5-C7D03DA60C81}"/>
                </a:ext>
              </a:extLst>
            </p:cNvPr>
            <p:cNvSpPr/>
            <p:nvPr/>
          </p:nvSpPr>
          <p:spPr>
            <a:xfrm>
              <a:off x="2376133" y="8218753"/>
              <a:ext cx="1930241" cy="59792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hteck 120">
              <a:extLst>
                <a:ext uri="{FF2B5EF4-FFF2-40B4-BE49-F238E27FC236}">
                  <a16:creationId xmlns:a16="http://schemas.microsoft.com/office/drawing/2014/main" id="{1934A8B0-97F3-4444-7ABE-ACC615717FA4}"/>
                </a:ext>
              </a:extLst>
            </p:cNvPr>
            <p:cNvSpPr/>
            <p:nvPr/>
          </p:nvSpPr>
          <p:spPr>
            <a:xfrm>
              <a:off x="3142375" y="6400595"/>
              <a:ext cx="343301" cy="135890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22" name="Rechteck 121">
              <a:extLst>
                <a:ext uri="{FF2B5EF4-FFF2-40B4-BE49-F238E27FC236}">
                  <a16:creationId xmlns:a16="http://schemas.microsoft.com/office/drawing/2014/main" id="{2D0769ED-C2E1-6B28-3D97-FB953D581FEF}"/>
                </a:ext>
              </a:extLst>
            </p:cNvPr>
            <p:cNvSpPr/>
            <p:nvPr/>
          </p:nvSpPr>
          <p:spPr>
            <a:xfrm>
              <a:off x="3153433" y="4325443"/>
              <a:ext cx="343301" cy="135890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24" name="Ellipse 123">
              <a:extLst>
                <a:ext uri="{FF2B5EF4-FFF2-40B4-BE49-F238E27FC236}">
                  <a16:creationId xmlns:a16="http://schemas.microsoft.com/office/drawing/2014/main" id="{B8032514-3F3E-61CE-8700-20B39386A288}"/>
                </a:ext>
              </a:extLst>
            </p:cNvPr>
            <p:cNvSpPr/>
            <p:nvPr/>
          </p:nvSpPr>
          <p:spPr>
            <a:xfrm>
              <a:off x="2875477" y="7728539"/>
              <a:ext cx="914400" cy="9144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25" name="Ellipse 124">
              <a:extLst>
                <a:ext uri="{FF2B5EF4-FFF2-40B4-BE49-F238E27FC236}">
                  <a16:creationId xmlns:a16="http://schemas.microsoft.com/office/drawing/2014/main" id="{80DFE128-7BC2-A425-F192-F1A4DD2AFA4C}"/>
                </a:ext>
              </a:extLst>
            </p:cNvPr>
            <p:cNvSpPr/>
            <p:nvPr/>
          </p:nvSpPr>
          <p:spPr>
            <a:xfrm>
              <a:off x="2875477" y="5517152"/>
              <a:ext cx="914400" cy="9144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grpSp>
          <p:nvGrpSpPr>
            <p:cNvPr id="127" name="Gruppieren 126">
              <a:extLst>
                <a:ext uri="{FF2B5EF4-FFF2-40B4-BE49-F238E27FC236}">
                  <a16:creationId xmlns:a16="http://schemas.microsoft.com/office/drawing/2014/main" id="{1BAC23F3-F58A-2E12-3177-2C4FF9EAB8DD}"/>
                </a:ext>
              </a:extLst>
            </p:cNvPr>
            <p:cNvGrpSpPr/>
            <p:nvPr/>
          </p:nvGrpSpPr>
          <p:grpSpPr>
            <a:xfrm rot="16200000">
              <a:off x="2924590" y="5588714"/>
              <a:ext cx="526076" cy="448093"/>
              <a:chOff x="4539999" y="1995738"/>
              <a:chExt cx="526076" cy="44809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8" name="Textfeld 187">
                    <a:extLst>
                      <a:ext uri="{FF2B5EF4-FFF2-40B4-BE49-F238E27FC236}">
                        <a16:creationId xmlns:a16="http://schemas.microsoft.com/office/drawing/2014/main" id="{F2ABFEF5-001A-D017-B2C8-B1AAFDF39262}"/>
                      </a:ext>
                    </a:extLst>
                  </p:cNvPr>
                  <p:cNvSpPr txBox="1"/>
                  <p:nvPr/>
                </p:nvSpPr>
                <p:spPr>
                  <a:xfrm rot="5400000" flipH="1">
                    <a:off x="4663838" y="1997865"/>
                    <a:ext cx="404364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000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de-DE" sz="2000" b="0" i="0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de-DE" sz="2000" dirty="0"/>
                  </a:p>
                </p:txBody>
              </p:sp>
            </mc:Choice>
            <mc:Fallback xmlns="">
              <p:sp>
                <p:nvSpPr>
                  <p:cNvPr id="188" name="Textfeld 187">
                    <a:extLst>
                      <a:ext uri="{FF2B5EF4-FFF2-40B4-BE49-F238E27FC236}">
                        <a16:creationId xmlns:a16="http://schemas.microsoft.com/office/drawing/2014/main" id="{F2ABFEF5-001A-D017-B2C8-B1AAFDF3926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5400000" flipH="1">
                    <a:off x="4663838" y="1997865"/>
                    <a:ext cx="404364" cy="40011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89" name="Gruppieren 188">
                <a:extLst>
                  <a:ext uri="{FF2B5EF4-FFF2-40B4-BE49-F238E27FC236}">
                    <a16:creationId xmlns:a16="http://schemas.microsoft.com/office/drawing/2014/main" id="{DE574170-32E3-2CF6-C80F-52A87F856F2A}"/>
                  </a:ext>
                </a:extLst>
              </p:cNvPr>
              <p:cNvGrpSpPr/>
              <p:nvPr/>
            </p:nvGrpSpPr>
            <p:grpSpPr>
              <a:xfrm>
                <a:off x="4539999" y="2270649"/>
                <a:ext cx="173762" cy="173182"/>
                <a:chOff x="1967139" y="1198419"/>
                <a:chExt cx="173762" cy="173182"/>
              </a:xfrm>
            </p:grpSpPr>
            <p:sp>
              <p:nvSpPr>
                <p:cNvPr id="190" name="Ellipse 189">
                  <a:extLst>
                    <a:ext uri="{FF2B5EF4-FFF2-40B4-BE49-F238E27FC236}">
                      <a16:creationId xmlns:a16="http://schemas.microsoft.com/office/drawing/2014/main" id="{B7697EC1-4E9E-B0BF-99EC-8EDA4AF61E7C}"/>
                    </a:ext>
                  </a:extLst>
                </p:cNvPr>
                <p:cNvSpPr/>
                <p:nvPr/>
              </p:nvSpPr>
              <p:spPr>
                <a:xfrm>
                  <a:off x="1967139" y="1198419"/>
                  <a:ext cx="173762" cy="173182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191" name="Ellipse 190">
                  <a:extLst>
                    <a:ext uri="{FF2B5EF4-FFF2-40B4-BE49-F238E27FC236}">
                      <a16:creationId xmlns:a16="http://schemas.microsoft.com/office/drawing/2014/main" id="{5CFD5CB4-AD5C-3355-B83F-57B25AD21E77}"/>
                    </a:ext>
                  </a:extLst>
                </p:cNvPr>
                <p:cNvSpPr/>
                <p:nvPr/>
              </p:nvSpPr>
              <p:spPr>
                <a:xfrm>
                  <a:off x="2031084" y="1262150"/>
                  <a:ext cx="45872" cy="45719"/>
                </a:xfrm>
                <a:prstGeom prst="ellipse">
                  <a:avLst/>
                </a:prstGeom>
                <a:solidFill>
                  <a:srgbClr val="0070C0"/>
                </a:solidFill>
                <a:ln w="3175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</p:grpSp>
        </p:grpSp>
        <p:cxnSp>
          <p:nvCxnSpPr>
            <p:cNvPr id="133" name="Gerade Verbindung mit Pfeil 132">
              <a:extLst>
                <a:ext uri="{FF2B5EF4-FFF2-40B4-BE49-F238E27FC236}">
                  <a16:creationId xmlns:a16="http://schemas.microsoft.com/office/drawing/2014/main" id="{1FBEC23A-4D92-D255-7362-558641619B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29241" y="5982491"/>
              <a:ext cx="0" cy="2216961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Gerader Verbinder 137">
              <a:extLst>
                <a:ext uri="{FF2B5EF4-FFF2-40B4-BE49-F238E27FC236}">
                  <a16:creationId xmlns:a16="http://schemas.microsoft.com/office/drawing/2014/main" id="{A32C8F2E-11DD-6748-2C05-754E34FC61D6}"/>
                </a:ext>
              </a:extLst>
            </p:cNvPr>
            <p:cNvCxnSpPr>
              <a:cxnSpLocks/>
              <a:stCxn id="195" idx="3"/>
            </p:cNvCxnSpPr>
            <p:nvPr/>
          </p:nvCxnSpPr>
          <p:spPr>
            <a:xfrm flipH="1" flipV="1">
              <a:off x="2029241" y="8199457"/>
              <a:ext cx="1295916" cy="1616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Textfeld 144">
              <a:extLst>
                <a:ext uri="{FF2B5EF4-FFF2-40B4-BE49-F238E27FC236}">
                  <a16:creationId xmlns:a16="http://schemas.microsoft.com/office/drawing/2014/main" id="{2A6974D9-1AFE-3BAB-EDEF-CE6AAD2E3CE6}"/>
                </a:ext>
              </a:extLst>
            </p:cNvPr>
            <p:cNvSpPr txBox="1"/>
            <p:nvPr/>
          </p:nvSpPr>
          <p:spPr>
            <a:xfrm>
              <a:off x="1106921" y="6876029"/>
              <a:ext cx="10432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0.35 m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feld 109">
                  <a:extLst>
                    <a:ext uri="{FF2B5EF4-FFF2-40B4-BE49-F238E27FC236}">
                      <a16:creationId xmlns:a16="http://schemas.microsoft.com/office/drawing/2014/main" id="{07B09DAD-20C7-9A74-1337-30FAA0B8642D}"/>
                    </a:ext>
                  </a:extLst>
                </p:cNvPr>
                <p:cNvSpPr txBox="1"/>
                <p:nvPr/>
              </p:nvSpPr>
              <p:spPr>
                <a:xfrm>
                  <a:off x="3359044" y="7679719"/>
                  <a:ext cx="41028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000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de-DE" sz="3200" dirty="0"/>
                    <a:t> </a:t>
                  </a:r>
                </a:p>
              </p:txBody>
            </p:sp>
          </mc:Choice>
          <mc:Fallback xmlns="">
            <p:sp>
              <p:nvSpPr>
                <p:cNvPr id="110" name="Textfeld 109">
                  <a:extLst>
                    <a:ext uri="{FF2B5EF4-FFF2-40B4-BE49-F238E27FC236}">
                      <a16:creationId xmlns:a16="http://schemas.microsoft.com/office/drawing/2014/main" id="{07B09DAD-20C7-9A74-1337-30FAA0B864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044" y="7679719"/>
                  <a:ext cx="410280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1" name="Pfeil: gebogen 110">
              <a:extLst>
                <a:ext uri="{FF2B5EF4-FFF2-40B4-BE49-F238E27FC236}">
                  <a16:creationId xmlns:a16="http://schemas.microsoft.com/office/drawing/2014/main" id="{62C1E517-9612-D71E-1D97-A2475F6F8796}"/>
                </a:ext>
              </a:extLst>
            </p:cNvPr>
            <p:cNvSpPr/>
            <p:nvPr/>
          </p:nvSpPr>
          <p:spPr>
            <a:xfrm rot="10800000" flipH="1">
              <a:off x="3099321" y="7952663"/>
              <a:ext cx="506933" cy="525048"/>
            </a:xfrm>
            <a:prstGeom prst="circularArrow">
              <a:avLst>
                <a:gd name="adj1" fmla="val 7185"/>
                <a:gd name="adj2" fmla="val 923709"/>
                <a:gd name="adj3" fmla="val 20442418"/>
                <a:gd name="adj4" fmla="val 9670801"/>
                <a:gd name="adj5" fmla="val 13351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32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feld 113">
                  <a:extLst>
                    <a:ext uri="{FF2B5EF4-FFF2-40B4-BE49-F238E27FC236}">
                      <a16:creationId xmlns:a16="http://schemas.microsoft.com/office/drawing/2014/main" id="{E5D3BC02-DF21-2A92-CCBC-F77CCB10FB33}"/>
                    </a:ext>
                  </a:extLst>
                </p:cNvPr>
                <p:cNvSpPr txBox="1"/>
                <p:nvPr/>
              </p:nvSpPr>
              <p:spPr>
                <a:xfrm>
                  <a:off x="3400098" y="5644870"/>
                  <a:ext cx="41028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2000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de-DE" sz="3200" dirty="0"/>
                </a:p>
              </p:txBody>
            </p:sp>
          </mc:Choice>
          <mc:Fallback xmlns="">
            <p:sp>
              <p:nvSpPr>
                <p:cNvPr id="114" name="Textfeld 113">
                  <a:extLst>
                    <a:ext uri="{FF2B5EF4-FFF2-40B4-BE49-F238E27FC236}">
                      <a16:creationId xmlns:a16="http://schemas.microsoft.com/office/drawing/2014/main" id="{E5D3BC02-DF21-2A92-CCBC-F77CCB10FB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0098" y="5644870"/>
                  <a:ext cx="410280" cy="400110"/>
                </a:xfrm>
                <a:prstGeom prst="rect">
                  <a:avLst/>
                </a:prstGeom>
                <a:blipFill>
                  <a:blip r:embed="rId4"/>
                  <a:stretch>
                    <a:fillRect r="-44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5" name="Pfeil: gebogen 114">
              <a:extLst>
                <a:ext uri="{FF2B5EF4-FFF2-40B4-BE49-F238E27FC236}">
                  <a16:creationId xmlns:a16="http://schemas.microsoft.com/office/drawing/2014/main" id="{FD8BB581-80FB-5ED5-FF4F-D0EA789193D4}"/>
                </a:ext>
              </a:extLst>
            </p:cNvPr>
            <p:cNvSpPr/>
            <p:nvPr/>
          </p:nvSpPr>
          <p:spPr>
            <a:xfrm rot="10800000" flipH="1">
              <a:off x="3087788" y="5710463"/>
              <a:ext cx="506933" cy="525048"/>
            </a:xfrm>
            <a:prstGeom prst="circularArrow">
              <a:avLst>
                <a:gd name="adj1" fmla="val 7185"/>
                <a:gd name="adj2" fmla="val 923709"/>
                <a:gd name="adj3" fmla="val 20442418"/>
                <a:gd name="adj4" fmla="val 9670801"/>
                <a:gd name="adj5" fmla="val 13351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3200">
                <a:solidFill>
                  <a:schemeClr val="tx1"/>
                </a:solidFill>
              </a:endParaRPr>
            </a:p>
          </p:txBody>
        </p:sp>
        <p:cxnSp>
          <p:nvCxnSpPr>
            <p:cNvPr id="204" name="Gerade Verbindung mit Pfeil 203">
              <a:extLst>
                <a:ext uri="{FF2B5EF4-FFF2-40B4-BE49-F238E27FC236}">
                  <a16:creationId xmlns:a16="http://schemas.microsoft.com/office/drawing/2014/main" id="{1F249DEA-DED4-F9B9-D540-41A7CC11AAFD}"/>
                </a:ext>
              </a:extLst>
            </p:cNvPr>
            <p:cNvCxnSpPr>
              <a:cxnSpLocks/>
            </p:cNvCxnSpPr>
            <p:nvPr/>
          </p:nvCxnSpPr>
          <p:spPr>
            <a:xfrm>
              <a:off x="3440199" y="8199452"/>
              <a:ext cx="545012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Gerade Verbindung mit Pfeil 204">
              <a:extLst>
                <a:ext uri="{FF2B5EF4-FFF2-40B4-BE49-F238E27FC236}">
                  <a16:creationId xmlns:a16="http://schemas.microsoft.com/office/drawing/2014/main" id="{163D0182-7C06-07B6-8578-8B21C05BBE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7100" y="7255529"/>
              <a:ext cx="0" cy="848379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6" name="Gruppieren 125">
              <a:extLst>
                <a:ext uri="{FF2B5EF4-FFF2-40B4-BE49-F238E27FC236}">
                  <a16:creationId xmlns:a16="http://schemas.microsoft.com/office/drawing/2014/main" id="{8D2BEC80-274B-835C-BC99-373FC229FE71}"/>
                </a:ext>
              </a:extLst>
            </p:cNvPr>
            <p:cNvGrpSpPr/>
            <p:nvPr/>
          </p:nvGrpSpPr>
          <p:grpSpPr>
            <a:xfrm>
              <a:off x="2894698" y="7787436"/>
              <a:ext cx="533558" cy="498607"/>
              <a:chOff x="4180203" y="1945224"/>
              <a:chExt cx="533558" cy="49860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2" name="Textfeld 191">
                    <a:extLst>
                      <a:ext uri="{FF2B5EF4-FFF2-40B4-BE49-F238E27FC236}">
                        <a16:creationId xmlns:a16="http://schemas.microsoft.com/office/drawing/2014/main" id="{1F0366E3-CBB4-7119-DEBC-AA57F1D3E7AF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4180203" y="1945224"/>
                    <a:ext cx="404364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000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de-DE" sz="20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de-DE" sz="2000" dirty="0"/>
                  </a:p>
                </p:txBody>
              </p:sp>
            </mc:Choice>
            <mc:Fallback xmlns="">
              <p:sp>
                <p:nvSpPr>
                  <p:cNvPr id="192" name="Textfeld 191">
                    <a:extLst>
                      <a:ext uri="{FF2B5EF4-FFF2-40B4-BE49-F238E27FC236}">
                        <a16:creationId xmlns:a16="http://schemas.microsoft.com/office/drawing/2014/main" id="{1F0366E3-CBB4-7119-DEBC-AA57F1D3E7A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4180203" y="1945224"/>
                    <a:ext cx="404364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93" name="Gruppieren 192">
                <a:extLst>
                  <a:ext uri="{FF2B5EF4-FFF2-40B4-BE49-F238E27FC236}">
                    <a16:creationId xmlns:a16="http://schemas.microsoft.com/office/drawing/2014/main" id="{738A464F-EA74-B99B-B926-5C897CD279BE}"/>
                  </a:ext>
                </a:extLst>
              </p:cNvPr>
              <p:cNvGrpSpPr/>
              <p:nvPr/>
            </p:nvGrpSpPr>
            <p:grpSpPr>
              <a:xfrm>
                <a:off x="4539999" y="2270649"/>
                <a:ext cx="173762" cy="173182"/>
                <a:chOff x="1967139" y="1198419"/>
                <a:chExt cx="173762" cy="173182"/>
              </a:xfrm>
            </p:grpSpPr>
            <p:sp>
              <p:nvSpPr>
                <p:cNvPr id="194" name="Ellipse 193">
                  <a:extLst>
                    <a:ext uri="{FF2B5EF4-FFF2-40B4-BE49-F238E27FC236}">
                      <a16:creationId xmlns:a16="http://schemas.microsoft.com/office/drawing/2014/main" id="{9319265E-FFA2-317F-8010-74642A5ABEC1}"/>
                    </a:ext>
                  </a:extLst>
                </p:cNvPr>
                <p:cNvSpPr/>
                <p:nvPr/>
              </p:nvSpPr>
              <p:spPr>
                <a:xfrm>
                  <a:off x="1967139" y="1198419"/>
                  <a:ext cx="173762" cy="173182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195" name="Ellipse 194">
                  <a:extLst>
                    <a:ext uri="{FF2B5EF4-FFF2-40B4-BE49-F238E27FC236}">
                      <a16:creationId xmlns:a16="http://schemas.microsoft.com/office/drawing/2014/main" id="{97586395-5618-1757-6435-F79448B650A7}"/>
                    </a:ext>
                  </a:extLst>
                </p:cNvPr>
                <p:cNvSpPr/>
                <p:nvPr/>
              </p:nvSpPr>
              <p:spPr>
                <a:xfrm>
                  <a:off x="2031084" y="1262151"/>
                  <a:ext cx="45872" cy="45719"/>
                </a:xfrm>
                <a:prstGeom prst="ellipse">
                  <a:avLst/>
                </a:prstGeom>
                <a:solidFill>
                  <a:srgbClr val="0070C0"/>
                </a:solidFill>
                <a:ln w="3175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feld 207">
                  <a:extLst>
                    <a:ext uri="{FF2B5EF4-FFF2-40B4-BE49-F238E27FC236}">
                      <a16:creationId xmlns:a16="http://schemas.microsoft.com/office/drawing/2014/main" id="{E0965F44-5649-015B-E60C-78DDCDDAD1AF}"/>
                    </a:ext>
                  </a:extLst>
                </p:cNvPr>
                <p:cNvSpPr txBox="1"/>
                <p:nvPr/>
              </p:nvSpPr>
              <p:spPr>
                <a:xfrm>
                  <a:off x="3429000" y="7096029"/>
                  <a:ext cx="3524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de-DE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8" name="Textfeld 207">
                  <a:extLst>
                    <a:ext uri="{FF2B5EF4-FFF2-40B4-BE49-F238E27FC236}">
                      <a16:creationId xmlns:a16="http://schemas.microsoft.com/office/drawing/2014/main" id="{E0965F44-5649-015B-E60C-78DDCDDAD1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7096029"/>
                  <a:ext cx="352476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35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Textfeld 209">
                  <a:extLst>
                    <a:ext uri="{FF2B5EF4-FFF2-40B4-BE49-F238E27FC236}">
                      <a16:creationId xmlns:a16="http://schemas.microsoft.com/office/drawing/2014/main" id="{36F02F1B-14DB-A53B-FA23-CD843C6BA694}"/>
                    </a:ext>
                  </a:extLst>
                </p:cNvPr>
                <p:cNvSpPr txBox="1"/>
                <p:nvPr/>
              </p:nvSpPr>
              <p:spPr>
                <a:xfrm>
                  <a:off x="3923275" y="7887127"/>
                  <a:ext cx="3524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de-DE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0" name="Textfeld 209">
                  <a:extLst>
                    <a:ext uri="{FF2B5EF4-FFF2-40B4-BE49-F238E27FC236}">
                      <a16:creationId xmlns:a16="http://schemas.microsoft.com/office/drawing/2014/main" id="{36F02F1B-14DB-A53B-FA23-CD843C6BA6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3275" y="7887127"/>
                  <a:ext cx="352476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3" name="Textfeld 232">
              <a:extLst>
                <a:ext uri="{FF2B5EF4-FFF2-40B4-BE49-F238E27FC236}">
                  <a16:creationId xmlns:a16="http://schemas.microsoft.com/office/drawing/2014/main" id="{F5232130-7C18-7F96-B67E-8772C9901598}"/>
                </a:ext>
              </a:extLst>
            </p:cNvPr>
            <p:cNvSpPr txBox="1"/>
            <p:nvPr/>
          </p:nvSpPr>
          <p:spPr>
            <a:xfrm>
              <a:off x="1066482" y="4498374"/>
              <a:ext cx="10432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0.25 m</a:t>
              </a:r>
            </a:p>
          </p:txBody>
        </p:sp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654CB299-8973-5A20-46DE-227E3C77D60A}"/>
                </a:ext>
              </a:extLst>
            </p:cNvPr>
            <p:cNvSpPr/>
            <p:nvPr/>
          </p:nvSpPr>
          <p:spPr>
            <a:xfrm>
              <a:off x="2884053" y="3727801"/>
              <a:ext cx="914400" cy="9144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cxnSp>
          <p:nvCxnSpPr>
            <p:cNvPr id="213" name="Gerade Verbindung mit Pfeil 212">
              <a:extLst>
                <a:ext uri="{FF2B5EF4-FFF2-40B4-BE49-F238E27FC236}">
                  <a16:creationId xmlns:a16="http://schemas.microsoft.com/office/drawing/2014/main" id="{65C4B476-7862-C6C3-394D-B3774250A114}"/>
                </a:ext>
              </a:extLst>
            </p:cNvPr>
            <p:cNvCxnSpPr>
              <a:cxnSpLocks/>
            </p:cNvCxnSpPr>
            <p:nvPr/>
          </p:nvCxnSpPr>
          <p:spPr>
            <a:xfrm>
              <a:off x="3439765" y="4167171"/>
              <a:ext cx="798860" cy="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Gerade Verbindung mit Pfeil 213">
              <a:extLst>
                <a:ext uri="{FF2B5EF4-FFF2-40B4-BE49-F238E27FC236}">
                  <a16:creationId xmlns:a16="http://schemas.microsoft.com/office/drawing/2014/main" id="{0AE1952B-4E43-8BA5-AC18-B48F59BF65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6666" y="3223248"/>
              <a:ext cx="0" cy="84837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" name="Gruppieren 214">
              <a:extLst>
                <a:ext uri="{FF2B5EF4-FFF2-40B4-BE49-F238E27FC236}">
                  <a16:creationId xmlns:a16="http://schemas.microsoft.com/office/drawing/2014/main" id="{3D76DF78-F2F6-13A8-0102-18705C1965DA}"/>
                </a:ext>
              </a:extLst>
            </p:cNvPr>
            <p:cNvGrpSpPr/>
            <p:nvPr/>
          </p:nvGrpSpPr>
          <p:grpSpPr>
            <a:xfrm>
              <a:off x="2963399" y="4080580"/>
              <a:ext cx="464423" cy="537443"/>
              <a:chOff x="4249338" y="2270649"/>
              <a:chExt cx="464423" cy="53744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6" name="Textfeld 215">
                    <a:extLst>
                      <a:ext uri="{FF2B5EF4-FFF2-40B4-BE49-F238E27FC236}">
                        <a16:creationId xmlns:a16="http://schemas.microsoft.com/office/drawing/2014/main" id="{573C7F80-E5F7-96A7-2361-7F86D6760F31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4249338" y="2407982"/>
                    <a:ext cx="404364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000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de-DE" sz="2000" b="0" i="1" dirty="0" smtClean="0">
                                  <a:latin typeface="Cambria Math" panose="02040503050406030204" pitchFamily="18" charset="0"/>
                                </a:rPr>
                                <m:t>𝑒𝑒</m:t>
                              </m:r>
                            </m:sub>
                          </m:sSub>
                        </m:oMath>
                      </m:oMathPara>
                    </a14:m>
                    <a:endParaRPr lang="de-DE" sz="2000" dirty="0"/>
                  </a:p>
                </p:txBody>
              </p:sp>
            </mc:Choice>
            <mc:Fallback xmlns="">
              <p:sp>
                <p:nvSpPr>
                  <p:cNvPr id="216" name="Textfeld 215">
                    <a:extLst>
                      <a:ext uri="{FF2B5EF4-FFF2-40B4-BE49-F238E27FC236}">
                        <a16:creationId xmlns:a16="http://schemas.microsoft.com/office/drawing/2014/main" id="{573C7F80-E5F7-96A7-2361-7F86D6760F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4249338" y="2407982"/>
                    <a:ext cx="404364" cy="40011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1969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8" name="Ellipse 217">
                <a:extLst>
                  <a:ext uri="{FF2B5EF4-FFF2-40B4-BE49-F238E27FC236}">
                    <a16:creationId xmlns:a16="http://schemas.microsoft.com/office/drawing/2014/main" id="{1B2D1DCC-D103-ADC2-D68C-03A6A5C0FCBA}"/>
                  </a:ext>
                </a:extLst>
              </p:cNvPr>
              <p:cNvSpPr/>
              <p:nvPr/>
            </p:nvSpPr>
            <p:spPr>
              <a:xfrm>
                <a:off x="4539999" y="2270649"/>
                <a:ext cx="173762" cy="17318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0" name="Textfeld 219">
                  <a:extLst>
                    <a:ext uri="{FF2B5EF4-FFF2-40B4-BE49-F238E27FC236}">
                      <a16:creationId xmlns:a16="http://schemas.microsoft.com/office/drawing/2014/main" id="{2CABDFD9-AF02-C7CD-5B9E-FC9C52154F72}"/>
                    </a:ext>
                  </a:extLst>
                </p:cNvPr>
                <p:cNvSpPr txBox="1"/>
                <p:nvPr/>
              </p:nvSpPr>
              <p:spPr>
                <a:xfrm>
                  <a:off x="4127775" y="3873705"/>
                  <a:ext cx="3524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ee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0" name="Textfeld 219">
                  <a:extLst>
                    <a:ext uri="{FF2B5EF4-FFF2-40B4-BE49-F238E27FC236}">
                      <a16:creationId xmlns:a16="http://schemas.microsoft.com/office/drawing/2014/main" id="{2CABDFD9-AF02-C7CD-5B9E-FC9C52154F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7775" y="3873705"/>
                  <a:ext cx="352476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241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Textfeld 220">
                  <a:extLst>
                    <a:ext uri="{FF2B5EF4-FFF2-40B4-BE49-F238E27FC236}">
                      <a16:creationId xmlns:a16="http://schemas.microsoft.com/office/drawing/2014/main" id="{FA01CD25-2924-28C8-6155-7C0BAE4DCE4C}"/>
                    </a:ext>
                  </a:extLst>
                </p:cNvPr>
                <p:cNvSpPr txBox="1"/>
                <p:nvPr/>
              </p:nvSpPr>
              <p:spPr>
                <a:xfrm>
                  <a:off x="3339230" y="3035369"/>
                  <a:ext cx="3524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ee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1" name="Textfeld 220">
                  <a:extLst>
                    <a:ext uri="{FF2B5EF4-FFF2-40B4-BE49-F238E27FC236}">
                      <a16:creationId xmlns:a16="http://schemas.microsoft.com/office/drawing/2014/main" id="{FA01CD25-2924-28C8-6155-7C0BAE4DCE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9230" y="3035369"/>
                  <a:ext cx="352476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2931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42F3B5C3-0779-8AD3-47D6-5B1E7384F167}"/>
                </a:ext>
              </a:extLst>
            </p:cNvPr>
            <p:cNvCxnSpPr>
              <a:stCxn id="218" idx="1"/>
              <a:endCxn id="218" idx="5"/>
            </p:cNvCxnSpPr>
            <p:nvPr/>
          </p:nvCxnSpPr>
          <p:spPr>
            <a:xfrm>
              <a:off x="3279507" y="4105942"/>
              <a:ext cx="122868" cy="122458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9DC61272-8724-9629-4BF7-3005AA00FDF5}"/>
                </a:ext>
              </a:extLst>
            </p:cNvPr>
            <p:cNvCxnSpPr>
              <a:stCxn id="218" idx="3"/>
              <a:endCxn id="218" idx="7"/>
            </p:cNvCxnSpPr>
            <p:nvPr/>
          </p:nvCxnSpPr>
          <p:spPr>
            <a:xfrm flipV="1">
              <a:off x="3279507" y="4105942"/>
              <a:ext cx="122868" cy="122458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FF1B55B1-8CA1-7DD2-61D0-78B328031206}"/>
                    </a:ext>
                  </a:extLst>
                </p:cNvPr>
                <p:cNvSpPr txBox="1"/>
                <p:nvPr/>
              </p:nvSpPr>
              <p:spPr>
                <a:xfrm>
                  <a:off x="3384980" y="3811101"/>
                  <a:ext cx="41028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2000" b="0" i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de-DE" sz="3200" dirty="0"/>
                </a:p>
              </p:txBody>
            </p:sp>
          </mc:Choice>
          <mc:Fallback xmlns="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FF1B55B1-8CA1-7DD2-61D0-78B3280312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4980" y="3811101"/>
                  <a:ext cx="410280" cy="400110"/>
                </a:xfrm>
                <a:prstGeom prst="rect">
                  <a:avLst/>
                </a:prstGeom>
                <a:blipFill>
                  <a:blip r:embed="rId11"/>
                  <a:stretch>
                    <a:fillRect r="-44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Pfeil: gebogen 10">
              <a:extLst>
                <a:ext uri="{FF2B5EF4-FFF2-40B4-BE49-F238E27FC236}">
                  <a16:creationId xmlns:a16="http://schemas.microsoft.com/office/drawing/2014/main" id="{1C03F416-90A3-DAF8-1CB5-6936F8CD5C14}"/>
                </a:ext>
              </a:extLst>
            </p:cNvPr>
            <p:cNvSpPr/>
            <p:nvPr/>
          </p:nvSpPr>
          <p:spPr>
            <a:xfrm rot="10800000" flipH="1">
              <a:off x="3085763" y="3895699"/>
              <a:ext cx="506933" cy="525048"/>
            </a:xfrm>
            <a:prstGeom prst="circularArrow">
              <a:avLst>
                <a:gd name="adj1" fmla="val 7185"/>
                <a:gd name="adj2" fmla="val 923709"/>
                <a:gd name="adj3" fmla="val 20442418"/>
                <a:gd name="adj4" fmla="val 9670801"/>
                <a:gd name="adj5" fmla="val 13351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32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745756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19C46-1AFF-48F4-15B4-C1C6B4957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hteck 70">
            <a:extLst>
              <a:ext uri="{FF2B5EF4-FFF2-40B4-BE49-F238E27FC236}">
                <a16:creationId xmlns:a16="http://schemas.microsoft.com/office/drawing/2014/main" id="{6CE274E2-C205-A062-13D1-14DDE2554E65}"/>
              </a:ext>
            </a:extLst>
          </p:cNvPr>
          <p:cNvSpPr/>
          <p:nvPr/>
        </p:nvSpPr>
        <p:spPr>
          <a:xfrm>
            <a:off x="5110444" y="1311918"/>
            <a:ext cx="515389" cy="39901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A0E4155-10ED-E3AC-5033-F5869DDA629B}"/>
              </a:ext>
            </a:extLst>
          </p:cNvPr>
          <p:cNvGrpSpPr/>
          <p:nvPr/>
        </p:nvGrpSpPr>
        <p:grpSpPr>
          <a:xfrm>
            <a:off x="296152" y="1262855"/>
            <a:ext cx="2878654" cy="5835715"/>
            <a:chOff x="64638" y="216132"/>
            <a:chExt cx="2878654" cy="5835715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00138A79-36A9-41C2-70A3-AE2C5618DA72}"/>
                </a:ext>
              </a:extLst>
            </p:cNvPr>
            <p:cNvSpPr/>
            <p:nvPr/>
          </p:nvSpPr>
          <p:spPr>
            <a:xfrm>
              <a:off x="1109855" y="216132"/>
              <a:ext cx="515389" cy="399010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D124F5F7-E156-3567-A455-BF64F1826B75}"/>
                </a:ext>
              </a:extLst>
            </p:cNvPr>
            <p:cNvSpPr/>
            <p:nvPr/>
          </p:nvSpPr>
          <p:spPr>
            <a:xfrm>
              <a:off x="742711" y="4045528"/>
              <a:ext cx="1274618" cy="1274618"/>
            </a:xfrm>
            <a:prstGeom prst="ellipse">
              <a:avLst/>
            </a:prstGeom>
            <a:solidFill>
              <a:srgbClr val="96DCF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E20D6737-9F4F-95ED-DFDF-566B4D883CCD}"/>
                    </a:ext>
                  </a:extLst>
                </p:cNvPr>
                <p:cNvSpPr txBox="1"/>
                <p:nvPr/>
              </p:nvSpPr>
              <p:spPr>
                <a:xfrm>
                  <a:off x="2327872" y="4929623"/>
                  <a:ext cx="410280" cy="8089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4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de-DE" sz="4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sz="44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de-DE" sz="4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sz="4400" dirty="0"/>
                </a:p>
              </p:txBody>
            </p:sp>
          </mc:Choice>
          <mc:Fallback xmlns="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E20D6737-9F4F-95ED-DFDF-566B4D883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7872" y="4929623"/>
                  <a:ext cx="410280" cy="808939"/>
                </a:xfrm>
                <a:prstGeom prst="rect">
                  <a:avLst/>
                </a:prstGeom>
                <a:blipFill>
                  <a:blip r:embed="rId2"/>
                  <a:stretch>
                    <a:fillRect r="-4328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Pfeil: gebogen 11">
              <a:extLst>
                <a:ext uri="{FF2B5EF4-FFF2-40B4-BE49-F238E27FC236}">
                  <a16:creationId xmlns:a16="http://schemas.microsoft.com/office/drawing/2014/main" id="{6648084B-D2F4-9AF6-33AF-F733E1CEFDCB}"/>
                </a:ext>
              </a:extLst>
            </p:cNvPr>
            <p:cNvSpPr/>
            <p:nvPr/>
          </p:nvSpPr>
          <p:spPr>
            <a:xfrm rot="13178890" flipH="1">
              <a:off x="64638" y="3184878"/>
              <a:ext cx="2768054" cy="2866969"/>
            </a:xfrm>
            <a:prstGeom prst="circularArrow">
              <a:avLst>
                <a:gd name="adj1" fmla="val 7185"/>
                <a:gd name="adj2" fmla="val 923709"/>
                <a:gd name="adj3" fmla="val 20442418"/>
                <a:gd name="adj4" fmla="val 9670801"/>
                <a:gd name="adj5" fmla="val 13351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3200">
                <a:solidFill>
                  <a:schemeClr val="tx1"/>
                </a:solidFill>
              </a:endParaRPr>
            </a:p>
          </p:txBody>
        </p:sp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F81739EE-A92C-6E2B-68C2-B919AA561032}"/>
                </a:ext>
              </a:extLst>
            </p:cNvPr>
            <p:cNvGrpSpPr/>
            <p:nvPr/>
          </p:nvGrpSpPr>
          <p:grpSpPr>
            <a:xfrm>
              <a:off x="650040" y="2649870"/>
              <a:ext cx="2293252" cy="2509562"/>
              <a:chOff x="2978886" y="7179897"/>
              <a:chExt cx="1161130" cy="1270653"/>
            </a:xfrm>
          </p:grpSpPr>
          <p:cxnSp>
            <p:nvCxnSpPr>
              <p:cNvPr id="13" name="Gerade Verbindung mit Pfeil 12">
                <a:extLst>
                  <a:ext uri="{FF2B5EF4-FFF2-40B4-BE49-F238E27FC236}">
                    <a16:creationId xmlns:a16="http://schemas.microsoft.com/office/drawing/2014/main" id="{459B19A7-0E1A-05D2-D180-3A1BBD167E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25501" y="8199452"/>
                <a:ext cx="545012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 Verbindung mit Pfeil 13">
                <a:extLst>
                  <a:ext uri="{FF2B5EF4-FFF2-40B4-BE49-F238E27FC236}">
                    <a16:creationId xmlns:a16="http://schemas.microsoft.com/office/drawing/2014/main" id="{D8029DF9-D0DB-978C-7828-FB46AFC7BD8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47100" y="7255529"/>
                <a:ext cx="0" cy="848379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feld 14">
                    <a:extLst>
                      <a:ext uri="{FF2B5EF4-FFF2-40B4-BE49-F238E27FC236}">
                        <a16:creationId xmlns:a16="http://schemas.microsoft.com/office/drawing/2014/main" id="{D08D0C32-0C6C-32ED-662C-D28793F55C35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978886" y="8050440"/>
                    <a:ext cx="404364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000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de-DE" sz="20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de-DE" sz="2000" dirty="0"/>
                  </a:p>
                </p:txBody>
              </p:sp>
            </mc:Choice>
            <mc:Fallback xmlns="">
              <p:sp>
                <p:nvSpPr>
                  <p:cNvPr id="15" name="Textfeld 14">
                    <a:extLst>
                      <a:ext uri="{FF2B5EF4-FFF2-40B4-BE49-F238E27FC236}">
                        <a16:creationId xmlns:a16="http://schemas.microsoft.com/office/drawing/2014/main" id="{D08D0C32-0C6C-32ED-662C-D28793F55C3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978886" y="8050440"/>
                    <a:ext cx="404364" cy="40011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Ellipse 15">
                <a:extLst>
                  <a:ext uri="{FF2B5EF4-FFF2-40B4-BE49-F238E27FC236}">
                    <a16:creationId xmlns:a16="http://schemas.microsoft.com/office/drawing/2014/main" id="{489F3A04-7B7F-FC75-91C3-0C31F4C35394}"/>
                  </a:ext>
                </a:extLst>
              </p:cNvPr>
              <p:cNvSpPr/>
              <p:nvPr/>
            </p:nvSpPr>
            <p:spPr>
              <a:xfrm>
                <a:off x="3254494" y="8112861"/>
                <a:ext cx="173762" cy="17318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7" name="Ellipse 16">
                <a:extLst>
                  <a:ext uri="{FF2B5EF4-FFF2-40B4-BE49-F238E27FC236}">
                    <a16:creationId xmlns:a16="http://schemas.microsoft.com/office/drawing/2014/main" id="{874316FA-0D84-7B06-8D6B-AFBFF802C44C}"/>
                  </a:ext>
                </a:extLst>
              </p:cNvPr>
              <p:cNvSpPr/>
              <p:nvPr/>
            </p:nvSpPr>
            <p:spPr>
              <a:xfrm>
                <a:off x="3318439" y="8176593"/>
                <a:ext cx="45872" cy="45719"/>
              </a:xfrm>
              <a:prstGeom prst="ellipse">
                <a:avLst/>
              </a:prstGeom>
              <a:solidFill>
                <a:srgbClr val="0070C0"/>
              </a:solidFill>
              <a:ln w="317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feld 17">
                    <a:extLst>
                      <a:ext uri="{FF2B5EF4-FFF2-40B4-BE49-F238E27FC236}">
                        <a16:creationId xmlns:a16="http://schemas.microsoft.com/office/drawing/2014/main" id="{CA457700-C802-9C80-D6B4-444D5A484566}"/>
                      </a:ext>
                    </a:extLst>
                  </p:cNvPr>
                  <p:cNvSpPr txBox="1"/>
                  <p:nvPr/>
                </p:nvSpPr>
                <p:spPr>
                  <a:xfrm>
                    <a:off x="3338729" y="7179897"/>
                    <a:ext cx="179054" cy="18700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Textfeld 17">
                    <a:extLst>
                      <a:ext uri="{FF2B5EF4-FFF2-40B4-BE49-F238E27FC236}">
                        <a16:creationId xmlns:a16="http://schemas.microsoft.com/office/drawing/2014/main" id="{CA457700-C802-9C80-D6B4-444D5A4845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38729" y="7179897"/>
                    <a:ext cx="179054" cy="18700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34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feld 18">
                    <a:extLst>
                      <a:ext uri="{FF2B5EF4-FFF2-40B4-BE49-F238E27FC236}">
                        <a16:creationId xmlns:a16="http://schemas.microsoft.com/office/drawing/2014/main" id="{C7545336-35B7-E31E-39B9-3406EA1AD2FF}"/>
                      </a:ext>
                    </a:extLst>
                  </p:cNvPr>
                  <p:cNvSpPr txBox="1"/>
                  <p:nvPr/>
                </p:nvSpPr>
                <p:spPr>
                  <a:xfrm>
                    <a:off x="3932281" y="8025014"/>
                    <a:ext cx="207735" cy="18700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feld 18">
                    <a:extLst>
                      <a:ext uri="{FF2B5EF4-FFF2-40B4-BE49-F238E27FC236}">
                        <a16:creationId xmlns:a16="http://schemas.microsoft.com/office/drawing/2014/main" id="{C7545336-35B7-E31E-39B9-3406EA1AD2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32281" y="8025014"/>
                    <a:ext cx="207735" cy="18700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23" name="Ellipse 22">
            <a:extLst>
              <a:ext uri="{FF2B5EF4-FFF2-40B4-BE49-F238E27FC236}">
                <a16:creationId xmlns:a16="http://schemas.microsoft.com/office/drawing/2014/main" id="{C0E67473-8B96-155D-F3C6-F79C47DB3EE9}"/>
              </a:ext>
            </a:extLst>
          </p:cNvPr>
          <p:cNvSpPr/>
          <p:nvPr/>
        </p:nvSpPr>
        <p:spPr>
          <a:xfrm>
            <a:off x="4747260" y="5162211"/>
            <a:ext cx="1274618" cy="1274618"/>
          </a:xfrm>
          <a:prstGeom prst="ellipse">
            <a:avLst/>
          </a:prstGeom>
          <a:solidFill>
            <a:srgbClr val="96DC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C242B107-14CB-232E-EBA8-40540B5B7FE8}"/>
              </a:ext>
            </a:extLst>
          </p:cNvPr>
          <p:cNvSpPr/>
          <p:nvPr/>
        </p:nvSpPr>
        <p:spPr>
          <a:xfrm>
            <a:off x="5212978" y="5628502"/>
            <a:ext cx="343183" cy="342037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7772E93A-E945-1043-0B53-23347F5DB251}"/>
              </a:ext>
            </a:extLst>
          </p:cNvPr>
          <p:cNvSpPr/>
          <p:nvPr/>
        </p:nvSpPr>
        <p:spPr>
          <a:xfrm>
            <a:off x="5339270" y="5754372"/>
            <a:ext cx="90598" cy="90296"/>
          </a:xfrm>
          <a:prstGeom prst="ellipse">
            <a:avLst/>
          </a:prstGeom>
          <a:solidFill>
            <a:srgbClr val="0070C0"/>
          </a:solidFill>
          <a:ln w="31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4" name="Rechtwinkliges Dreieck 33">
            <a:extLst>
              <a:ext uri="{FF2B5EF4-FFF2-40B4-BE49-F238E27FC236}">
                <a16:creationId xmlns:a16="http://schemas.microsoft.com/office/drawing/2014/main" id="{A0A8AB41-2849-7978-3DDB-2162F0A5B4EA}"/>
              </a:ext>
            </a:extLst>
          </p:cNvPr>
          <p:cNvSpPr/>
          <p:nvPr/>
        </p:nvSpPr>
        <p:spPr>
          <a:xfrm rot="10800000">
            <a:off x="3474717" y="1332815"/>
            <a:ext cx="1897381" cy="4422567"/>
          </a:xfrm>
          <a:prstGeom prst="rtTriangl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88411FD3-4F9D-BAC1-61D9-F9850E9A2602}"/>
              </a:ext>
            </a:extLst>
          </p:cNvPr>
          <p:cNvCxnSpPr>
            <a:cxnSpLocks/>
          </p:cNvCxnSpPr>
          <p:nvPr/>
        </p:nvCxnSpPr>
        <p:spPr>
          <a:xfrm flipH="1">
            <a:off x="3474716" y="1332815"/>
            <a:ext cx="189738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9289D597-8F47-DABB-6F1B-88F669BF4D5E}"/>
              </a:ext>
            </a:extLst>
          </p:cNvPr>
          <p:cNvCxnSpPr>
            <a:cxnSpLocks/>
          </p:cNvCxnSpPr>
          <p:nvPr/>
        </p:nvCxnSpPr>
        <p:spPr>
          <a:xfrm flipH="1">
            <a:off x="3600450" y="1656323"/>
            <a:ext cx="177164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82266920-1A79-82E5-2054-DD3D37A6056F}"/>
              </a:ext>
            </a:extLst>
          </p:cNvPr>
          <p:cNvCxnSpPr>
            <a:cxnSpLocks/>
          </p:cNvCxnSpPr>
          <p:nvPr/>
        </p:nvCxnSpPr>
        <p:spPr>
          <a:xfrm flipH="1">
            <a:off x="3751954" y="1973316"/>
            <a:ext cx="162014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B1BCA88B-44C3-DC1E-EF64-DC54323F227B}"/>
              </a:ext>
            </a:extLst>
          </p:cNvPr>
          <p:cNvCxnSpPr>
            <a:cxnSpLocks/>
          </p:cNvCxnSpPr>
          <p:nvPr/>
        </p:nvCxnSpPr>
        <p:spPr>
          <a:xfrm flipH="1">
            <a:off x="3892550" y="2290309"/>
            <a:ext cx="147954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E8273D1D-9836-2F05-2847-2E7A2C3B7D17}"/>
              </a:ext>
            </a:extLst>
          </p:cNvPr>
          <p:cNvCxnSpPr>
            <a:cxnSpLocks/>
          </p:cNvCxnSpPr>
          <p:nvPr/>
        </p:nvCxnSpPr>
        <p:spPr>
          <a:xfrm flipH="1">
            <a:off x="4033894" y="2607302"/>
            <a:ext cx="133820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8E878522-17EC-62AF-E790-89E1ACA5466F}"/>
              </a:ext>
            </a:extLst>
          </p:cNvPr>
          <p:cNvCxnSpPr>
            <a:cxnSpLocks/>
          </p:cNvCxnSpPr>
          <p:nvPr/>
        </p:nvCxnSpPr>
        <p:spPr>
          <a:xfrm flipH="1">
            <a:off x="4171054" y="2924295"/>
            <a:ext cx="120104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D8CA14CC-AD27-A147-41FC-93E0D40AAB20}"/>
              </a:ext>
            </a:extLst>
          </p:cNvPr>
          <p:cNvCxnSpPr>
            <a:cxnSpLocks/>
          </p:cNvCxnSpPr>
          <p:nvPr/>
        </p:nvCxnSpPr>
        <p:spPr>
          <a:xfrm flipH="1">
            <a:off x="4292600" y="3241288"/>
            <a:ext cx="107949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207CF204-AFE8-F039-A71A-DB4788A848AC}"/>
              </a:ext>
            </a:extLst>
          </p:cNvPr>
          <p:cNvCxnSpPr>
            <a:cxnSpLocks/>
            <a:endCxn id="34" idx="5"/>
          </p:cNvCxnSpPr>
          <p:nvPr/>
        </p:nvCxnSpPr>
        <p:spPr>
          <a:xfrm flipH="1" flipV="1">
            <a:off x="4423407" y="3544098"/>
            <a:ext cx="948691" cy="1418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2477E6EE-88F8-73F4-AC19-ED3EC48A4657}"/>
              </a:ext>
            </a:extLst>
          </p:cNvPr>
          <p:cNvCxnSpPr>
            <a:cxnSpLocks/>
          </p:cNvCxnSpPr>
          <p:nvPr/>
        </p:nvCxnSpPr>
        <p:spPr>
          <a:xfrm flipH="1">
            <a:off x="4559674" y="3875274"/>
            <a:ext cx="81242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983D1E25-3453-9856-397A-7A2089988AE2}"/>
              </a:ext>
            </a:extLst>
          </p:cNvPr>
          <p:cNvCxnSpPr>
            <a:cxnSpLocks/>
          </p:cNvCxnSpPr>
          <p:nvPr/>
        </p:nvCxnSpPr>
        <p:spPr>
          <a:xfrm flipH="1">
            <a:off x="4689214" y="4192267"/>
            <a:ext cx="68288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CD16E657-A793-1F4B-973E-97CBADC5021B}"/>
              </a:ext>
            </a:extLst>
          </p:cNvPr>
          <p:cNvCxnSpPr>
            <a:cxnSpLocks/>
          </p:cNvCxnSpPr>
          <p:nvPr/>
        </p:nvCxnSpPr>
        <p:spPr>
          <a:xfrm flipH="1">
            <a:off x="4833994" y="4509260"/>
            <a:ext cx="53810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089A2F2D-9D7D-B251-7A67-26C44E48D15C}"/>
              </a:ext>
            </a:extLst>
          </p:cNvPr>
          <p:cNvCxnSpPr>
            <a:cxnSpLocks/>
          </p:cNvCxnSpPr>
          <p:nvPr/>
        </p:nvCxnSpPr>
        <p:spPr>
          <a:xfrm flipH="1">
            <a:off x="4978774" y="4826253"/>
            <a:ext cx="39332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FB9DB61A-F8FB-E4E0-C0E2-774D7F711276}"/>
              </a:ext>
            </a:extLst>
          </p:cNvPr>
          <p:cNvCxnSpPr>
            <a:cxnSpLocks/>
          </p:cNvCxnSpPr>
          <p:nvPr/>
        </p:nvCxnSpPr>
        <p:spPr>
          <a:xfrm flipH="1">
            <a:off x="5114404" y="5143246"/>
            <a:ext cx="257695" cy="189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2A07E930-BB67-3509-BAA5-B5E20C090711}"/>
              </a:ext>
            </a:extLst>
          </p:cNvPr>
          <p:cNvCxnSpPr>
            <a:cxnSpLocks/>
          </p:cNvCxnSpPr>
          <p:nvPr/>
        </p:nvCxnSpPr>
        <p:spPr>
          <a:xfrm flipH="1">
            <a:off x="5268334" y="5460239"/>
            <a:ext cx="10376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feld 66">
            <a:extLst>
              <a:ext uri="{FF2B5EF4-FFF2-40B4-BE49-F238E27FC236}">
                <a16:creationId xmlns:a16="http://schemas.microsoft.com/office/drawing/2014/main" id="{EEFFDD75-A242-F0FF-E640-DC47605A70DC}"/>
              </a:ext>
            </a:extLst>
          </p:cNvPr>
          <p:cNvSpPr txBox="1"/>
          <p:nvPr/>
        </p:nvSpPr>
        <p:spPr>
          <a:xfrm>
            <a:off x="3418375" y="651369"/>
            <a:ext cx="2421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v</a:t>
            </a:r>
          </a:p>
        </p:txBody>
      </p:sp>
      <p:cxnSp>
        <p:nvCxnSpPr>
          <p:cNvPr id="72" name="Gerade Verbindung mit Pfeil 71">
            <a:extLst>
              <a:ext uri="{FF2B5EF4-FFF2-40B4-BE49-F238E27FC236}">
                <a16:creationId xmlns:a16="http://schemas.microsoft.com/office/drawing/2014/main" id="{4C5AE400-A964-143E-51B4-3BAA52AA616B}"/>
              </a:ext>
            </a:extLst>
          </p:cNvPr>
          <p:cNvCxnSpPr>
            <a:cxnSpLocks/>
          </p:cNvCxnSpPr>
          <p:nvPr/>
        </p:nvCxnSpPr>
        <p:spPr>
          <a:xfrm>
            <a:off x="1753984" y="1289845"/>
            <a:ext cx="46583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 Verbindung mit Pfeil 72">
            <a:extLst>
              <a:ext uri="{FF2B5EF4-FFF2-40B4-BE49-F238E27FC236}">
                <a16:creationId xmlns:a16="http://schemas.microsoft.com/office/drawing/2014/main" id="{EECB4ACC-85C1-8F94-C5CC-B924168C400E}"/>
              </a:ext>
            </a:extLst>
          </p:cNvPr>
          <p:cNvCxnSpPr>
            <a:cxnSpLocks/>
          </p:cNvCxnSpPr>
          <p:nvPr/>
        </p:nvCxnSpPr>
        <p:spPr>
          <a:xfrm flipV="1">
            <a:off x="1599140" y="754743"/>
            <a:ext cx="0" cy="34640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feld 73">
                <a:extLst>
                  <a:ext uri="{FF2B5EF4-FFF2-40B4-BE49-F238E27FC236}">
                    <a16:creationId xmlns:a16="http://schemas.microsoft.com/office/drawing/2014/main" id="{EC5BB10A-C6A9-02E7-053C-C0970FBEE363}"/>
                  </a:ext>
                </a:extLst>
              </p:cNvPr>
              <p:cNvSpPr txBox="1"/>
              <p:nvPr/>
            </p:nvSpPr>
            <p:spPr>
              <a:xfrm flipH="1">
                <a:off x="610145" y="835514"/>
                <a:ext cx="7986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000" i="0" dirty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2000" b="0" i="0" dirty="0" smtClean="0">
                              <a:latin typeface="Cambria Math" panose="02040503050406030204" pitchFamily="18" charset="0"/>
                            </a:rPr>
                            <m:t>frame</m:t>
                          </m:r>
                        </m:sub>
                      </m:sSub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74" name="Textfeld 73">
                <a:extLst>
                  <a:ext uri="{FF2B5EF4-FFF2-40B4-BE49-F238E27FC236}">
                    <a16:creationId xmlns:a16="http://schemas.microsoft.com/office/drawing/2014/main" id="{EC5BB10A-C6A9-02E7-053C-C0970FBEE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10145" y="835514"/>
                <a:ext cx="798626" cy="400110"/>
              </a:xfrm>
              <a:prstGeom prst="rect">
                <a:avLst/>
              </a:prstGeom>
              <a:blipFill>
                <a:blip r:embed="rId6"/>
                <a:stretch>
                  <a:fillRect r="-4580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Ellipse 74">
            <a:extLst>
              <a:ext uri="{FF2B5EF4-FFF2-40B4-BE49-F238E27FC236}">
                <a16:creationId xmlns:a16="http://schemas.microsoft.com/office/drawing/2014/main" id="{7DC40B5E-199A-F6C4-6429-04E1E4E650A1}"/>
              </a:ext>
            </a:extLst>
          </p:cNvPr>
          <p:cNvSpPr/>
          <p:nvPr/>
        </p:nvSpPr>
        <p:spPr>
          <a:xfrm>
            <a:off x="1416242" y="1118826"/>
            <a:ext cx="343183" cy="342037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A81605DB-69AA-47D7-4802-6BDDE127F046}"/>
              </a:ext>
            </a:extLst>
          </p:cNvPr>
          <p:cNvSpPr/>
          <p:nvPr/>
        </p:nvSpPr>
        <p:spPr>
          <a:xfrm>
            <a:off x="1542534" y="1244698"/>
            <a:ext cx="90598" cy="90296"/>
          </a:xfrm>
          <a:prstGeom prst="ellipse">
            <a:avLst/>
          </a:prstGeom>
          <a:solidFill>
            <a:srgbClr val="0070C0"/>
          </a:solidFill>
          <a:ln w="31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C14B03CD-4F43-16B1-2188-27272EDD0498}"/>
                  </a:ext>
                </a:extLst>
              </p:cNvPr>
              <p:cNvSpPr txBox="1"/>
              <p:nvPr/>
            </p:nvSpPr>
            <p:spPr>
              <a:xfrm>
                <a:off x="1423435" y="292071"/>
                <a:ext cx="3536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frame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C14B03CD-4F43-16B1-2188-27272EDD04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435" y="292071"/>
                <a:ext cx="353635" cy="369332"/>
              </a:xfrm>
              <a:prstGeom prst="rect">
                <a:avLst/>
              </a:prstGeom>
              <a:blipFill>
                <a:blip r:embed="rId7"/>
                <a:stretch>
                  <a:fillRect r="-112069"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68954CD3-E05E-C456-8F6A-C4562C3D9F17}"/>
                  </a:ext>
                </a:extLst>
              </p:cNvPr>
              <p:cNvSpPr txBox="1"/>
              <p:nvPr/>
            </p:nvSpPr>
            <p:spPr>
              <a:xfrm>
                <a:off x="2145145" y="995163"/>
                <a:ext cx="7736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frame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68954CD3-E05E-C456-8F6A-C4562C3D9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5145" y="995163"/>
                <a:ext cx="77362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79079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EBE48-9D03-D542-012B-AF79E7EA1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D262060A-D0FC-0388-FA4D-000B9EC78101}"/>
              </a:ext>
            </a:extLst>
          </p:cNvPr>
          <p:cNvGrpSpPr/>
          <p:nvPr/>
        </p:nvGrpSpPr>
        <p:grpSpPr>
          <a:xfrm rot="18690241">
            <a:off x="4439909" y="1191334"/>
            <a:ext cx="878446" cy="4498221"/>
            <a:chOff x="1341369" y="754743"/>
            <a:chExt cx="878446" cy="4498221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9D59673F-5F92-06E3-2639-9666ACEDD641}"/>
                </a:ext>
              </a:extLst>
            </p:cNvPr>
            <p:cNvSpPr/>
            <p:nvPr/>
          </p:nvSpPr>
          <p:spPr>
            <a:xfrm>
              <a:off x="1341369" y="1262855"/>
              <a:ext cx="515389" cy="399010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0E5AD059-3695-3564-9FC3-05738AB00744}"/>
                </a:ext>
              </a:extLst>
            </p:cNvPr>
            <p:cNvCxnSpPr>
              <a:cxnSpLocks/>
            </p:cNvCxnSpPr>
            <p:nvPr/>
          </p:nvCxnSpPr>
          <p:spPr>
            <a:xfrm>
              <a:off x="1753984" y="1289845"/>
              <a:ext cx="465831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 Verbindung mit Pfeil 21">
              <a:extLst>
                <a:ext uri="{FF2B5EF4-FFF2-40B4-BE49-F238E27FC236}">
                  <a16:creationId xmlns:a16="http://schemas.microsoft.com/office/drawing/2014/main" id="{4CAC968F-6DD9-29A2-7BB9-A83B463023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99140" y="754743"/>
              <a:ext cx="0" cy="346401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A5A098A1-76CA-3B19-9FAA-E57E4AD5A2D5}"/>
                </a:ext>
              </a:extLst>
            </p:cNvPr>
            <p:cNvSpPr/>
            <p:nvPr/>
          </p:nvSpPr>
          <p:spPr>
            <a:xfrm>
              <a:off x="1416242" y="1118826"/>
              <a:ext cx="343183" cy="34203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86A2A915-6AFA-2B79-4CE2-501DAC0F8398}"/>
                </a:ext>
              </a:extLst>
            </p:cNvPr>
            <p:cNvSpPr/>
            <p:nvPr/>
          </p:nvSpPr>
          <p:spPr>
            <a:xfrm>
              <a:off x="1542534" y="1244698"/>
              <a:ext cx="90598" cy="90296"/>
            </a:xfrm>
            <a:prstGeom prst="ellipse">
              <a:avLst/>
            </a:prstGeom>
            <a:solidFill>
              <a:srgbClr val="0070C0"/>
            </a:solidFill>
            <a:ln w="31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</p:grp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815328E7-4A81-B1EB-F1E2-D1B0F34AD80D}"/>
              </a:ext>
            </a:extLst>
          </p:cNvPr>
          <p:cNvGrpSpPr/>
          <p:nvPr/>
        </p:nvGrpSpPr>
        <p:grpSpPr>
          <a:xfrm rot="18690241">
            <a:off x="-819922" y="1533677"/>
            <a:ext cx="878446" cy="4498221"/>
            <a:chOff x="1341369" y="754743"/>
            <a:chExt cx="878446" cy="4498221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21CD8A32-A81B-7928-1FF9-72D56A130B79}"/>
                </a:ext>
              </a:extLst>
            </p:cNvPr>
            <p:cNvSpPr/>
            <p:nvPr/>
          </p:nvSpPr>
          <p:spPr>
            <a:xfrm>
              <a:off x="1341369" y="1262855"/>
              <a:ext cx="515389" cy="399010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2" name="Gerade Verbindung mit Pfeil 71">
              <a:extLst>
                <a:ext uri="{FF2B5EF4-FFF2-40B4-BE49-F238E27FC236}">
                  <a16:creationId xmlns:a16="http://schemas.microsoft.com/office/drawing/2014/main" id="{BB9ABCF9-20C3-0697-AC06-038539971F0A}"/>
                </a:ext>
              </a:extLst>
            </p:cNvPr>
            <p:cNvCxnSpPr>
              <a:cxnSpLocks/>
            </p:cNvCxnSpPr>
            <p:nvPr/>
          </p:nvCxnSpPr>
          <p:spPr>
            <a:xfrm>
              <a:off x="1753984" y="1289845"/>
              <a:ext cx="465831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Gerade Verbindung mit Pfeil 72">
              <a:extLst>
                <a:ext uri="{FF2B5EF4-FFF2-40B4-BE49-F238E27FC236}">
                  <a16:creationId xmlns:a16="http://schemas.microsoft.com/office/drawing/2014/main" id="{8CD3AEEC-4A06-F038-55C2-8E6AD7B2BE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99140" y="754743"/>
              <a:ext cx="0" cy="346401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Ellipse 74">
              <a:extLst>
                <a:ext uri="{FF2B5EF4-FFF2-40B4-BE49-F238E27FC236}">
                  <a16:creationId xmlns:a16="http://schemas.microsoft.com/office/drawing/2014/main" id="{371B5188-9306-9C66-7C98-7CE447C28BD1}"/>
                </a:ext>
              </a:extLst>
            </p:cNvPr>
            <p:cNvSpPr/>
            <p:nvPr/>
          </p:nvSpPr>
          <p:spPr>
            <a:xfrm>
              <a:off x="1416242" y="1118826"/>
              <a:ext cx="343183" cy="34203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6" name="Ellipse 75">
              <a:extLst>
                <a:ext uri="{FF2B5EF4-FFF2-40B4-BE49-F238E27FC236}">
                  <a16:creationId xmlns:a16="http://schemas.microsoft.com/office/drawing/2014/main" id="{E423032E-2925-702E-467C-E9C7B8B7AC15}"/>
                </a:ext>
              </a:extLst>
            </p:cNvPr>
            <p:cNvSpPr/>
            <p:nvPr/>
          </p:nvSpPr>
          <p:spPr>
            <a:xfrm>
              <a:off x="1542534" y="1244698"/>
              <a:ext cx="90598" cy="90296"/>
            </a:xfrm>
            <a:prstGeom prst="ellipse">
              <a:avLst/>
            </a:prstGeom>
            <a:solidFill>
              <a:srgbClr val="0070C0"/>
            </a:solidFill>
            <a:ln w="31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</p:grpSp>
      <p:sp>
        <p:nvSpPr>
          <p:cNvPr id="4" name="Ellipse 3">
            <a:extLst>
              <a:ext uri="{FF2B5EF4-FFF2-40B4-BE49-F238E27FC236}">
                <a16:creationId xmlns:a16="http://schemas.microsoft.com/office/drawing/2014/main" id="{7879BBE7-3BCD-3907-635D-C12136B667A8}"/>
              </a:ext>
            </a:extLst>
          </p:cNvPr>
          <p:cNvSpPr/>
          <p:nvPr/>
        </p:nvSpPr>
        <p:spPr>
          <a:xfrm>
            <a:off x="974225" y="5092251"/>
            <a:ext cx="1274618" cy="1274618"/>
          </a:xfrm>
          <a:prstGeom prst="ellipse">
            <a:avLst/>
          </a:prstGeom>
          <a:solidFill>
            <a:srgbClr val="96DC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F18AF545-83FF-FB38-CFA3-499692D8CC67}"/>
                  </a:ext>
                </a:extLst>
              </p:cNvPr>
              <p:cNvSpPr txBox="1"/>
              <p:nvPr/>
            </p:nvSpPr>
            <p:spPr>
              <a:xfrm>
                <a:off x="2559386" y="5976346"/>
                <a:ext cx="410280" cy="808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de-DE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4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de-DE" sz="4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sz="4400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F18AF545-83FF-FB38-CFA3-499692D8C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386" y="5976346"/>
                <a:ext cx="410280" cy="808939"/>
              </a:xfrm>
              <a:prstGeom prst="rect">
                <a:avLst/>
              </a:prstGeom>
              <a:blipFill>
                <a:blip r:embed="rId2"/>
                <a:stretch>
                  <a:fillRect r="-432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feil: gebogen 11">
            <a:extLst>
              <a:ext uri="{FF2B5EF4-FFF2-40B4-BE49-F238E27FC236}">
                <a16:creationId xmlns:a16="http://schemas.microsoft.com/office/drawing/2014/main" id="{B1930345-B342-9D0D-CB9C-E0CB9AD25CB7}"/>
              </a:ext>
            </a:extLst>
          </p:cNvPr>
          <p:cNvSpPr/>
          <p:nvPr/>
        </p:nvSpPr>
        <p:spPr>
          <a:xfrm rot="13178890" flipH="1">
            <a:off x="296152" y="4231601"/>
            <a:ext cx="2768054" cy="2866969"/>
          </a:xfrm>
          <a:prstGeom prst="circularArrow">
            <a:avLst>
              <a:gd name="adj1" fmla="val 7185"/>
              <a:gd name="adj2" fmla="val 923709"/>
              <a:gd name="adj3" fmla="val 20442418"/>
              <a:gd name="adj4" fmla="val 9670801"/>
              <a:gd name="adj5" fmla="val 1335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200">
              <a:solidFill>
                <a:schemeClr val="tx1"/>
              </a:solidFill>
            </a:endParaRPr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CE20BC41-674C-5DE7-1A98-0D9EED6C2B22}"/>
              </a:ext>
            </a:extLst>
          </p:cNvPr>
          <p:cNvGrpSpPr/>
          <p:nvPr/>
        </p:nvGrpSpPr>
        <p:grpSpPr>
          <a:xfrm>
            <a:off x="881554" y="3696593"/>
            <a:ext cx="2293252" cy="2509562"/>
            <a:chOff x="2978886" y="7179897"/>
            <a:chExt cx="1161130" cy="1270653"/>
          </a:xfrm>
        </p:grpSpPr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90BF40E0-8EF7-5DF3-B4E0-31619A89F4DC}"/>
                </a:ext>
              </a:extLst>
            </p:cNvPr>
            <p:cNvCxnSpPr>
              <a:cxnSpLocks/>
            </p:cNvCxnSpPr>
            <p:nvPr/>
          </p:nvCxnSpPr>
          <p:spPr>
            <a:xfrm>
              <a:off x="3425501" y="8199452"/>
              <a:ext cx="545012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mit Pfeil 13">
              <a:extLst>
                <a:ext uri="{FF2B5EF4-FFF2-40B4-BE49-F238E27FC236}">
                  <a16:creationId xmlns:a16="http://schemas.microsoft.com/office/drawing/2014/main" id="{A5E65F6F-7377-C03F-9280-EE8A1AAFF1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7100" y="7255529"/>
              <a:ext cx="0" cy="848379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4757000C-D3F9-5241-471A-5D5EAF3B08D1}"/>
                    </a:ext>
                  </a:extLst>
                </p:cNvPr>
                <p:cNvSpPr txBox="1"/>
                <p:nvPr/>
              </p:nvSpPr>
              <p:spPr>
                <a:xfrm flipH="1">
                  <a:off x="2978886" y="8050440"/>
                  <a:ext cx="40436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2000" dirty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de-DE" sz="20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de-DE" sz="2000" dirty="0"/>
                </a:p>
              </p:txBody>
            </p:sp>
          </mc:Choice>
          <mc:Fallback xmlns="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4757000C-D3F9-5241-471A-5D5EAF3B08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978886" y="8050440"/>
                  <a:ext cx="404364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5343434B-9D95-2183-22FC-83BD91B1E69D}"/>
                </a:ext>
              </a:extLst>
            </p:cNvPr>
            <p:cNvSpPr/>
            <p:nvPr/>
          </p:nvSpPr>
          <p:spPr>
            <a:xfrm>
              <a:off x="3254494" y="8112861"/>
              <a:ext cx="173762" cy="1731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C74AA813-B37F-FFDB-675A-7088D7A0D78E}"/>
                </a:ext>
              </a:extLst>
            </p:cNvPr>
            <p:cNvSpPr/>
            <p:nvPr/>
          </p:nvSpPr>
          <p:spPr>
            <a:xfrm>
              <a:off x="3318439" y="8176593"/>
              <a:ext cx="45872" cy="45719"/>
            </a:xfrm>
            <a:prstGeom prst="ellipse">
              <a:avLst/>
            </a:prstGeom>
            <a:solidFill>
              <a:srgbClr val="0070C0"/>
            </a:solidFill>
            <a:ln w="31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feld 17">
                  <a:extLst>
                    <a:ext uri="{FF2B5EF4-FFF2-40B4-BE49-F238E27FC236}">
                      <a16:creationId xmlns:a16="http://schemas.microsoft.com/office/drawing/2014/main" id="{073D3C61-347D-4C03-8A01-FA2E77D9F3DA}"/>
                    </a:ext>
                  </a:extLst>
                </p:cNvPr>
                <p:cNvSpPr txBox="1"/>
                <p:nvPr/>
              </p:nvSpPr>
              <p:spPr>
                <a:xfrm>
                  <a:off x="3338729" y="7179897"/>
                  <a:ext cx="179054" cy="1870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de-DE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feld 17">
                  <a:extLst>
                    <a:ext uri="{FF2B5EF4-FFF2-40B4-BE49-F238E27FC236}">
                      <a16:creationId xmlns:a16="http://schemas.microsoft.com/office/drawing/2014/main" id="{073D3C61-347D-4C03-8A01-FA2E77D9F3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8729" y="7179897"/>
                  <a:ext cx="179054" cy="187002"/>
                </a:xfrm>
                <a:prstGeom prst="rect">
                  <a:avLst/>
                </a:prstGeom>
                <a:blipFill>
                  <a:blip r:embed="rId4"/>
                  <a:stretch>
                    <a:fillRect r="-34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feld 18">
                  <a:extLst>
                    <a:ext uri="{FF2B5EF4-FFF2-40B4-BE49-F238E27FC236}">
                      <a16:creationId xmlns:a16="http://schemas.microsoft.com/office/drawing/2014/main" id="{A473C532-EFEC-BC91-FBF1-B7160FC6DDBA}"/>
                    </a:ext>
                  </a:extLst>
                </p:cNvPr>
                <p:cNvSpPr txBox="1"/>
                <p:nvPr/>
              </p:nvSpPr>
              <p:spPr>
                <a:xfrm>
                  <a:off x="3932281" y="8025014"/>
                  <a:ext cx="207735" cy="1870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de-DE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feld 18">
                  <a:extLst>
                    <a:ext uri="{FF2B5EF4-FFF2-40B4-BE49-F238E27FC236}">
                      <a16:creationId xmlns:a16="http://schemas.microsoft.com/office/drawing/2014/main" id="{A473C532-EFEC-BC91-FBF1-B7160FC6DD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2281" y="8025014"/>
                  <a:ext cx="207735" cy="18700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" name="Ellipse 22">
            <a:extLst>
              <a:ext uri="{FF2B5EF4-FFF2-40B4-BE49-F238E27FC236}">
                <a16:creationId xmlns:a16="http://schemas.microsoft.com/office/drawing/2014/main" id="{E8255576-103E-6A89-24BF-9EFD2BC282DC}"/>
              </a:ext>
            </a:extLst>
          </p:cNvPr>
          <p:cNvSpPr/>
          <p:nvPr/>
        </p:nvSpPr>
        <p:spPr>
          <a:xfrm>
            <a:off x="6140518" y="4821382"/>
            <a:ext cx="1274618" cy="1274618"/>
          </a:xfrm>
          <a:prstGeom prst="ellipse">
            <a:avLst/>
          </a:prstGeom>
          <a:solidFill>
            <a:srgbClr val="96DC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BF14125D-4665-18BE-A371-03782CE5E37D}"/>
              </a:ext>
            </a:extLst>
          </p:cNvPr>
          <p:cNvSpPr/>
          <p:nvPr/>
        </p:nvSpPr>
        <p:spPr>
          <a:xfrm>
            <a:off x="6606236" y="5287673"/>
            <a:ext cx="343183" cy="342037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FAF88D82-86CB-6A0B-253D-C07C69C24009}"/>
              </a:ext>
            </a:extLst>
          </p:cNvPr>
          <p:cNvSpPr/>
          <p:nvPr/>
        </p:nvSpPr>
        <p:spPr>
          <a:xfrm>
            <a:off x="6732528" y="5389519"/>
            <a:ext cx="90598" cy="90296"/>
          </a:xfrm>
          <a:prstGeom prst="ellipse">
            <a:avLst/>
          </a:prstGeom>
          <a:solidFill>
            <a:srgbClr val="0070C0"/>
          </a:solidFill>
          <a:ln w="31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683E932A-82A1-FD68-8024-2C8E81B73531}"/>
              </a:ext>
            </a:extLst>
          </p:cNvPr>
          <p:cNvGrpSpPr/>
          <p:nvPr/>
        </p:nvGrpSpPr>
        <p:grpSpPr>
          <a:xfrm rot="18744069">
            <a:off x="3507913" y="2417067"/>
            <a:ext cx="1897383" cy="4422567"/>
            <a:chOff x="3474716" y="1332815"/>
            <a:chExt cx="1897383" cy="4422567"/>
          </a:xfrm>
        </p:grpSpPr>
        <p:sp>
          <p:nvSpPr>
            <p:cNvPr id="34" name="Rechtwinkliges Dreieck 33">
              <a:extLst>
                <a:ext uri="{FF2B5EF4-FFF2-40B4-BE49-F238E27FC236}">
                  <a16:creationId xmlns:a16="http://schemas.microsoft.com/office/drawing/2014/main" id="{D3966F50-5E0E-DE5D-8436-DE8441F4289C}"/>
                </a:ext>
              </a:extLst>
            </p:cNvPr>
            <p:cNvSpPr/>
            <p:nvPr/>
          </p:nvSpPr>
          <p:spPr>
            <a:xfrm rot="10800000">
              <a:off x="3474717" y="1332815"/>
              <a:ext cx="1897381" cy="4422567"/>
            </a:xfrm>
            <a:prstGeom prst="rtTriangl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Gerade Verbindung mit Pfeil 37">
              <a:extLst>
                <a:ext uri="{FF2B5EF4-FFF2-40B4-BE49-F238E27FC236}">
                  <a16:creationId xmlns:a16="http://schemas.microsoft.com/office/drawing/2014/main" id="{1D59B021-1F2B-35C9-3A64-41BA4A8D53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74716" y="1332815"/>
              <a:ext cx="1897382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 Verbindung mit Pfeil 39">
              <a:extLst>
                <a:ext uri="{FF2B5EF4-FFF2-40B4-BE49-F238E27FC236}">
                  <a16:creationId xmlns:a16="http://schemas.microsoft.com/office/drawing/2014/main" id="{82249913-33CA-62C0-D963-C3D4B761C2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00450" y="1656323"/>
              <a:ext cx="1771648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 Verbindung mit Pfeil 40">
              <a:extLst>
                <a:ext uri="{FF2B5EF4-FFF2-40B4-BE49-F238E27FC236}">
                  <a16:creationId xmlns:a16="http://schemas.microsoft.com/office/drawing/2014/main" id="{B52915CE-82BA-BC66-002F-1DBD6448E5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51954" y="1973316"/>
              <a:ext cx="162014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mit Pfeil 42">
              <a:extLst>
                <a:ext uri="{FF2B5EF4-FFF2-40B4-BE49-F238E27FC236}">
                  <a16:creationId xmlns:a16="http://schemas.microsoft.com/office/drawing/2014/main" id="{160A31A1-1E52-9F06-6450-E3435BDE4C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92550" y="2290309"/>
              <a:ext cx="147954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 Verbindung mit Pfeil 43">
              <a:extLst>
                <a:ext uri="{FF2B5EF4-FFF2-40B4-BE49-F238E27FC236}">
                  <a16:creationId xmlns:a16="http://schemas.microsoft.com/office/drawing/2014/main" id="{AF5A3087-D3C1-5074-73DD-7A6A576170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33894" y="2607302"/>
              <a:ext cx="133820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 Verbindung mit Pfeil 44">
              <a:extLst>
                <a:ext uri="{FF2B5EF4-FFF2-40B4-BE49-F238E27FC236}">
                  <a16:creationId xmlns:a16="http://schemas.microsoft.com/office/drawing/2014/main" id="{CCE2130D-6A0A-5860-96BB-D06D13F493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71054" y="2924295"/>
              <a:ext cx="120104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mit Pfeil 45">
              <a:extLst>
                <a:ext uri="{FF2B5EF4-FFF2-40B4-BE49-F238E27FC236}">
                  <a16:creationId xmlns:a16="http://schemas.microsoft.com/office/drawing/2014/main" id="{BA5F69D8-0248-AF05-B8A6-6AC1893D93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2600" y="3241288"/>
              <a:ext cx="107949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 Verbindung mit Pfeil 46">
              <a:extLst>
                <a:ext uri="{FF2B5EF4-FFF2-40B4-BE49-F238E27FC236}">
                  <a16:creationId xmlns:a16="http://schemas.microsoft.com/office/drawing/2014/main" id="{7BCA8B92-538E-AD08-5F84-A49180DE1F2F}"/>
                </a:ext>
              </a:extLst>
            </p:cNvPr>
            <p:cNvCxnSpPr>
              <a:cxnSpLocks/>
              <a:endCxn id="34" idx="5"/>
            </p:cNvCxnSpPr>
            <p:nvPr/>
          </p:nvCxnSpPr>
          <p:spPr>
            <a:xfrm flipH="1" flipV="1">
              <a:off x="4423407" y="3544098"/>
              <a:ext cx="948691" cy="14183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 Verbindung mit Pfeil 47">
              <a:extLst>
                <a:ext uri="{FF2B5EF4-FFF2-40B4-BE49-F238E27FC236}">
                  <a16:creationId xmlns:a16="http://schemas.microsoft.com/office/drawing/2014/main" id="{CCB02FE3-9097-167C-3EFB-FE8221D273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59674" y="3875274"/>
              <a:ext cx="81242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mit Pfeil 48">
              <a:extLst>
                <a:ext uri="{FF2B5EF4-FFF2-40B4-BE49-F238E27FC236}">
                  <a16:creationId xmlns:a16="http://schemas.microsoft.com/office/drawing/2014/main" id="{35B6512C-F1E7-0CC6-C436-5823EA739B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89214" y="4192267"/>
              <a:ext cx="682885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 Verbindung mit Pfeil 49">
              <a:extLst>
                <a:ext uri="{FF2B5EF4-FFF2-40B4-BE49-F238E27FC236}">
                  <a16:creationId xmlns:a16="http://schemas.microsoft.com/office/drawing/2014/main" id="{679EF83D-F025-51F3-B729-8C443A64B0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3994" y="4509260"/>
              <a:ext cx="53810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 Verbindung mit Pfeil 50">
              <a:extLst>
                <a:ext uri="{FF2B5EF4-FFF2-40B4-BE49-F238E27FC236}">
                  <a16:creationId xmlns:a16="http://schemas.microsoft.com/office/drawing/2014/main" id="{37A505B1-3834-9859-23D4-651A865921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78774" y="4826253"/>
              <a:ext cx="39332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 Verbindung mit Pfeil 51">
              <a:extLst>
                <a:ext uri="{FF2B5EF4-FFF2-40B4-BE49-F238E27FC236}">
                  <a16:creationId xmlns:a16="http://schemas.microsoft.com/office/drawing/2014/main" id="{2C33C358-7B64-6950-2B2A-47BFD06FB4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14404" y="5143246"/>
              <a:ext cx="257695" cy="1896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 Verbindung mit Pfeil 52">
              <a:extLst>
                <a:ext uri="{FF2B5EF4-FFF2-40B4-BE49-F238E27FC236}">
                  <a16:creationId xmlns:a16="http://schemas.microsoft.com/office/drawing/2014/main" id="{71A481DD-576F-AF41-A229-2651821B0B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8334" y="5460239"/>
              <a:ext cx="10376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feld 73">
                <a:extLst>
                  <a:ext uri="{FF2B5EF4-FFF2-40B4-BE49-F238E27FC236}">
                    <a16:creationId xmlns:a16="http://schemas.microsoft.com/office/drawing/2014/main" id="{6F8138B9-0B88-5303-9828-799FD23ACA09}"/>
                  </a:ext>
                </a:extLst>
              </p:cNvPr>
              <p:cNvSpPr txBox="1"/>
              <p:nvPr/>
            </p:nvSpPr>
            <p:spPr>
              <a:xfrm flipH="1">
                <a:off x="-2436471" y="2793433"/>
                <a:ext cx="7986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000" i="0" dirty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2000" b="0" i="0" dirty="0" smtClean="0">
                              <a:latin typeface="Cambria Math" panose="02040503050406030204" pitchFamily="18" charset="0"/>
                            </a:rPr>
                            <m:t>frame</m:t>
                          </m:r>
                        </m:sub>
                      </m:sSub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74" name="Textfeld 73">
                <a:extLst>
                  <a:ext uri="{FF2B5EF4-FFF2-40B4-BE49-F238E27FC236}">
                    <a16:creationId xmlns:a16="http://schemas.microsoft.com/office/drawing/2014/main" id="{6F8138B9-0B88-5303-9828-799FD23AC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2436471" y="2793433"/>
                <a:ext cx="798626" cy="400110"/>
              </a:xfrm>
              <a:prstGeom prst="rect">
                <a:avLst/>
              </a:prstGeom>
              <a:blipFill>
                <a:blip r:embed="rId6"/>
                <a:stretch>
                  <a:fillRect r="-4580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84FAABC4-B39C-B1FD-D2B0-CD9A9E5761A6}"/>
                  </a:ext>
                </a:extLst>
              </p:cNvPr>
              <p:cNvSpPr txBox="1"/>
              <p:nvPr/>
            </p:nvSpPr>
            <p:spPr>
              <a:xfrm>
                <a:off x="-2536791" y="2089207"/>
                <a:ext cx="3536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frame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84FAABC4-B39C-B1FD-D2B0-CD9A9E576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36791" y="2089207"/>
                <a:ext cx="353635" cy="369332"/>
              </a:xfrm>
              <a:prstGeom prst="rect">
                <a:avLst/>
              </a:prstGeom>
              <a:blipFill>
                <a:blip r:embed="rId7"/>
                <a:stretch>
                  <a:fillRect r="-112069"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B481F309-F25A-CCDD-65BB-0DA07429DF74}"/>
                  </a:ext>
                </a:extLst>
              </p:cNvPr>
              <p:cNvSpPr txBox="1"/>
              <p:nvPr/>
            </p:nvSpPr>
            <p:spPr>
              <a:xfrm>
                <a:off x="-1406593" y="2067358"/>
                <a:ext cx="7736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frame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B481F309-F25A-CCDD-65BB-0DA07429D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06593" y="2067358"/>
                <a:ext cx="77362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80782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19403-A52F-4C78-DD9C-874339CDA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ruppieren 205">
            <a:extLst>
              <a:ext uri="{FF2B5EF4-FFF2-40B4-BE49-F238E27FC236}">
                <a16:creationId xmlns:a16="http://schemas.microsoft.com/office/drawing/2014/main" id="{6C604C06-86BF-269E-1B1A-4BC2AA51C8F4}"/>
              </a:ext>
            </a:extLst>
          </p:cNvPr>
          <p:cNvGrpSpPr/>
          <p:nvPr/>
        </p:nvGrpSpPr>
        <p:grpSpPr>
          <a:xfrm>
            <a:off x="-1520332" y="429687"/>
            <a:ext cx="8672570" cy="6396571"/>
            <a:chOff x="-1520332" y="429687"/>
            <a:chExt cx="8672570" cy="6396571"/>
          </a:xfrm>
        </p:grpSpPr>
        <p:grpSp>
          <p:nvGrpSpPr>
            <p:cNvPr id="63" name="Gruppieren 62">
              <a:extLst>
                <a:ext uri="{FF2B5EF4-FFF2-40B4-BE49-F238E27FC236}">
                  <a16:creationId xmlns:a16="http://schemas.microsoft.com/office/drawing/2014/main" id="{E5F2EA32-1F7D-3D9A-1D94-373FD0A038D6}"/>
                </a:ext>
              </a:extLst>
            </p:cNvPr>
            <p:cNvGrpSpPr/>
            <p:nvPr/>
          </p:nvGrpSpPr>
          <p:grpSpPr>
            <a:xfrm>
              <a:off x="1918710" y="5852529"/>
              <a:ext cx="737611" cy="737611"/>
              <a:chOff x="4747260" y="5162211"/>
              <a:chExt cx="1274618" cy="1274618"/>
            </a:xfrm>
          </p:grpSpPr>
          <p:sp>
            <p:nvSpPr>
              <p:cNvPr id="23" name="Ellipse 22">
                <a:extLst>
                  <a:ext uri="{FF2B5EF4-FFF2-40B4-BE49-F238E27FC236}">
                    <a16:creationId xmlns:a16="http://schemas.microsoft.com/office/drawing/2014/main" id="{867E7BB9-A91E-3009-E36D-065AF78C81F8}"/>
                  </a:ext>
                </a:extLst>
              </p:cNvPr>
              <p:cNvSpPr/>
              <p:nvPr/>
            </p:nvSpPr>
            <p:spPr>
              <a:xfrm>
                <a:off x="4747260" y="5162211"/>
                <a:ext cx="1274618" cy="1274618"/>
              </a:xfrm>
              <a:prstGeom prst="ellipse">
                <a:avLst/>
              </a:prstGeom>
              <a:solidFill>
                <a:srgbClr val="96DCF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Ellipse 34">
                <a:extLst>
                  <a:ext uri="{FF2B5EF4-FFF2-40B4-BE49-F238E27FC236}">
                    <a16:creationId xmlns:a16="http://schemas.microsoft.com/office/drawing/2014/main" id="{4015B8C4-4802-AC78-B12A-22E41AB74ACF}"/>
                  </a:ext>
                </a:extLst>
              </p:cNvPr>
              <p:cNvSpPr/>
              <p:nvPr/>
            </p:nvSpPr>
            <p:spPr>
              <a:xfrm>
                <a:off x="5212978" y="5628502"/>
                <a:ext cx="343183" cy="34203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36" name="Ellipse 35">
                <a:extLst>
                  <a:ext uri="{FF2B5EF4-FFF2-40B4-BE49-F238E27FC236}">
                    <a16:creationId xmlns:a16="http://schemas.microsoft.com/office/drawing/2014/main" id="{0011833F-05FE-4BF9-1646-185E107A156F}"/>
                  </a:ext>
                </a:extLst>
              </p:cNvPr>
              <p:cNvSpPr/>
              <p:nvPr/>
            </p:nvSpPr>
            <p:spPr>
              <a:xfrm>
                <a:off x="5339270" y="5754372"/>
                <a:ext cx="90598" cy="90296"/>
              </a:xfrm>
              <a:prstGeom prst="ellipse">
                <a:avLst/>
              </a:prstGeom>
              <a:solidFill>
                <a:srgbClr val="0070C0"/>
              </a:solidFill>
              <a:ln w="317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</p:grpSp>
        <p:grpSp>
          <p:nvGrpSpPr>
            <p:cNvPr id="64" name="Gruppieren 63">
              <a:extLst>
                <a:ext uri="{FF2B5EF4-FFF2-40B4-BE49-F238E27FC236}">
                  <a16:creationId xmlns:a16="http://schemas.microsoft.com/office/drawing/2014/main" id="{2C52A09C-6D06-DF1F-A1FA-10549DDA04C4}"/>
                </a:ext>
              </a:extLst>
            </p:cNvPr>
            <p:cNvGrpSpPr/>
            <p:nvPr/>
          </p:nvGrpSpPr>
          <p:grpSpPr>
            <a:xfrm>
              <a:off x="312494" y="1144228"/>
              <a:ext cx="1975021" cy="5091467"/>
              <a:chOff x="3474716" y="1332815"/>
              <a:chExt cx="1897383" cy="4422567"/>
            </a:xfrm>
          </p:grpSpPr>
          <p:sp>
            <p:nvSpPr>
              <p:cNvPr id="34" name="Rechtwinkliges Dreieck 33">
                <a:extLst>
                  <a:ext uri="{FF2B5EF4-FFF2-40B4-BE49-F238E27FC236}">
                    <a16:creationId xmlns:a16="http://schemas.microsoft.com/office/drawing/2014/main" id="{BBE1C4DA-824C-6B58-571C-70A0A72568EF}"/>
                  </a:ext>
                </a:extLst>
              </p:cNvPr>
              <p:cNvSpPr/>
              <p:nvPr/>
            </p:nvSpPr>
            <p:spPr>
              <a:xfrm rot="10800000">
                <a:off x="3474717" y="1332815"/>
                <a:ext cx="1897381" cy="4422567"/>
              </a:xfrm>
              <a:prstGeom prst="rtTriangl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8" name="Gerade Verbindung mit Pfeil 37">
                <a:extLst>
                  <a:ext uri="{FF2B5EF4-FFF2-40B4-BE49-F238E27FC236}">
                    <a16:creationId xmlns:a16="http://schemas.microsoft.com/office/drawing/2014/main" id="{A1E53E6C-4CE9-216D-F218-A1DDC5AF68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74716" y="1332815"/>
                <a:ext cx="1897382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Gerade Verbindung mit Pfeil 39">
                <a:extLst>
                  <a:ext uri="{FF2B5EF4-FFF2-40B4-BE49-F238E27FC236}">
                    <a16:creationId xmlns:a16="http://schemas.microsoft.com/office/drawing/2014/main" id="{F43A17C7-6255-EC4E-CABE-EC4CFE2B2E2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00450" y="1656323"/>
                <a:ext cx="1771648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Gerade Verbindung mit Pfeil 40">
                <a:extLst>
                  <a:ext uri="{FF2B5EF4-FFF2-40B4-BE49-F238E27FC236}">
                    <a16:creationId xmlns:a16="http://schemas.microsoft.com/office/drawing/2014/main" id="{E49702A7-4F9F-E783-A8A6-57F78101C3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51954" y="1973316"/>
                <a:ext cx="1620144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Gerade Verbindung mit Pfeil 42">
                <a:extLst>
                  <a:ext uri="{FF2B5EF4-FFF2-40B4-BE49-F238E27FC236}">
                    <a16:creationId xmlns:a16="http://schemas.microsoft.com/office/drawing/2014/main" id="{172736AC-1EC4-1505-94F2-8F9B44A86C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92550" y="2290309"/>
                <a:ext cx="1479549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Gerade Verbindung mit Pfeil 43">
                <a:extLst>
                  <a:ext uri="{FF2B5EF4-FFF2-40B4-BE49-F238E27FC236}">
                    <a16:creationId xmlns:a16="http://schemas.microsoft.com/office/drawing/2014/main" id="{89EACB67-E889-7B45-88C4-1EE0D52D2A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33894" y="2607302"/>
                <a:ext cx="1338204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Gerade Verbindung mit Pfeil 44">
                <a:extLst>
                  <a:ext uri="{FF2B5EF4-FFF2-40B4-BE49-F238E27FC236}">
                    <a16:creationId xmlns:a16="http://schemas.microsoft.com/office/drawing/2014/main" id="{A5C4BDF8-7EC9-4A2F-82BC-9675855187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71054" y="2924295"/>
                <a:ext cx="1201044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Gerade Verbindung mit Pfeil 45">
                <a:extLst>
                  <a:ext uri="{FF2B5EF4-FFF2-40B4-BE49-F238E27FC236}">
                    <a16:creationId xmlns:a16="http://schemas.microsoft.com/office/drawing/2014/main" id="{A9C95120-842C-C85E-5581-1798FCEB79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92600" y="3241288"/>
                <a:ext cx="1079499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Gerade Verbindung mit Pfeil 46">
                <a:extLst>
                  <a:ext uri="{FF2B5EF4-FFF2-40B4-BE49-F238E27FC236}">
                    <a16:creationId xmlns:a16="http://schemas.microsoft.com/office/drawing/2014/main" id="{D0D3B8A0-D2A0-E0B8-61C3-9E424E1CDD24}"/>
                  </a:ext>
                </a:extLst>
              </p:cNvPr>
              <p:cNvCxnSpPr>
                <a:cxnSpLocks/>
                <a:endCxn id="34" idx="5"/>
              </p:cNvCxnSpPr>
              <p:nvPr/>
            </p:nvCxnSpPr>
            <p:spPr>
              <a:xfrm flipH="1" flipV="1">
                <a:off x="4423407" y="3544098"/>
                <a:ext cx="948691" cy="14183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Gerade Verbindung mit Pfeil 47">
                <a:extLst>
                  <a:ext uri="{FF2B5EF4-FFF2-40B4-BE49-F238E27FC236}">
                    <a16:creationId xmlns:a16="http://schemas.microsoft.com/office/drawing/2014/main" id="{4D4BEC1B-B094-CB80-1D04-214BDA25FB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59674" y="3875274"/>
                <a:ext cx="812424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Gerade Verbindung mit Pfeil 48">
                <a:extLst>
                  <a:ext uri="{FF2B5EF4-FFF2-40B4-BE49-F238E27FC236}">
                    <a16:creationId xmlns:a16="http://schemas.microsoft.com/office/drawing/2014/main" id="{21944E7B-0CF7-2012-00EA-AC6E070014F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89214" y="4192267"/>
                <a:ext cx="682885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Gerade Verbindung mit Pfeil 49">
                <a:extLst>
                  <a:ext uri="{FF2B5EF4-FFF2-40B4-BE49-F238E27FC236}">
                    <a16:creationId xmlns:a16="http://schemas.microsoft.com/office/drawing/2014/main" id="{6D3EE558-07D7-3BAB-BC2C-ED660E27AC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33994" y="4509260"/>
                <a:ext cx="538104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Gerade Verbindung mit Pfeil 50">
                <a:extLst>
                  <a:ext uri="{FF2B5EF4-FFF2-40B4-BE49-F238E27FC236}">
                    <a16:creationId xmlns:a16="http://schemas.microsoft.com/office/drawing/2014/main" id="{EEFE47C2-76C9-7CB4-AE53-BB434682AC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78774" y="4826253"/>
                <a:ext cx="393324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Gerade Verbindung mit Pfeil 51">
                <a:extLst>
                  <a:ext uri="{FF2B5EF4-FFF2-40B4-BE49-F238E27FC236}">
                    <a16:creationId xmlns:a16="http://schemas.microsoft.com/office/drawing/2014/main" id="{249705CC-7A5F-7CB0-84F9-D14DB99E2F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14404" y="5143246"/>
                <a:ext cx="257695" cy="18965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Gerade Verbindung mit Pfeil 52">
                <a:extLst>
                  <a:ext uri="{FF2B5EF4-FFF2-40B4-BE49-F238E27FC236}">
                    <a16:creationId xmlns:a16="http://schemas.microsoft.com/office/drawing/2014/main" id="{287F2E11-4926-A387-DF66-8B6E8D77F4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68334" y="5460239"/>
                <a:ext cx="103764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feld 66">
                  <a:extLst>
                    <a:ext uri="{FF2B5EF4-FFF2-40B4-BE49-F238E27FC236}">
                      <a16:creationId xmlns:a16="http://schemas.microsoft.com/office/drawing/2014/main" id="{4D87BD9F-1A8B-936D-B0A2-1A7171E96F2E}"/>
                    </a:ext>
                  </a:extLst>
                </p:cNvPr>
                <p:cNvSpPr txBox="1"/>
                <p:nvPr/>
              </p:nvSpPr>
              <p:spPr>
                <a:xfrm>
                  <a:off x="960116" y="458003"/>
                  <a:ext cx="539115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4000" b="0" i="0" smtClean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de-DE" sz="40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67" name="Textfeld 66">
                  <a:extLst>
                    <a:ext uri="{FF2B5EF4-FFF2-40B4-BE49-F238E27FC236}">
                      <a16:creationId xmlns:a16="http://schemas.microsoft.com/office/drawing/2014/main" id="{4D87BD9F-1A8B-936D-B0A2-1A7171E96F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0116" y="458003"/>
                  <a:ext cx="539115" cy="70788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7" name="Gruppieren 86">
              <a:extLst>
                <a:ext uri="{FF2B5EF4-FFF2-40B4-BE49-F238E27FC236}">
                  <a16:creationId xmlns:a16="http://schemas.microsoft.com/office/drawing/2014/main" id="{AC8396FB-3C45-0851-97C1-693953472B34}"/>
                </a:ext>
              </a:extLst>
            </p:cNvPr>
            <p:cNvGrpSpPr/>
            <p:nvPr/>
          </p:nvGrpSpPr>
          <p:grpSpPr>
            <a:xfrm>
              <a:off x="-1520332" y="840854"/>
              <a:ext cx="1773022" cy="5985404"/>
              <a:chOff x="790606" y="1089570"/>
              <a:chExt cx="1773022" cy="5985404"/>
            </a:xfrm>
          </p:grpSpPr>
          <p:sp>
            <p:nvSpPr>
              <p:cNvPr id="5" name="Rechteck 4">
                <a:extLst>
                  <a:ext uri="{FF2B5EF4-FFF2-40B4-BE49-F238E27FC236}">
                    <a16:creationId xmlns:a16="http://schemas.microsoft.com/office/drawing/2014/main" id="{DBDB417B-A629-7E7C-828B-214EF26BC737}"/>
                  </a:ext>
                </a:extLst>
              </p:cNvPr>
              <p:cNvSpPr/>
              <p:nvPr/>
            </p:nvSpPr>
            <p:spPr>
              <a:xfrm>
                <a:off x="1395465" y="3697893"/>
                <a:ext cx="298251" cy="230904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Ellipse 3">
                <a:extLst>
                  <a:ext uri="{FF2B5EF4-FFF2-40B4-BE49-F238E27FC236}">
                    <a16:creationId xmlns:a16="http://schemas.microsoft.com/office/drawing/2014/main" id="{B0F81F4D-3265-8944-DAE2-8F3162CD0652}"/>
                  </a:ext>
                </a:extLst>
              </p:cNvPr>
              <p:cNvSpPr/>
              <p:nvPr/>
            </p:nvSpPr>
            <p:spPr>
              <a:xfrm>
                <a:off x="1183001" y="5913934"/>
                <a:ext cx="737611" cy="737611"/>
              </a:xfrm>
              <a:prstGeom prst="ellipse">
                <a:avLst/>
              </a:prstGeom>
              <a:solidFill>
                <a:srgbClr val="96DCF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feld 6">
                    <a:extLst>
                      <a:ext uri="{FF2B5EF4-FFF2-40B4-BE49-F238E27FC236}">
                        <a16:creationId xmlns:a16="http://schemas.microsoft.com/office/drawing/2014/main" id="{C5EE09C5-A91A-AB03-7D96-D63506586670}"/>
                      </a:ext>
                    </a:extLst>
                  </p:cNvPr>
                  <p:cNvSpPr txBox="1"/>
                  <p:nvPr/>
                </p:nvSpPr>
                <p:spPr>
                  <a:xfrm>
                    <a:off x="2100321" y="6425552"/>
                    <a:ext cx="237426" cy="46812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de-DE" sz="4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4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  <m:sub>
                              <m:r>
                                <a:rPr lang="de-DE" sz="4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de-DE" sz="4400" dirty="0"/>
                  </a:p>
                </p:txBody>
              </p:sp>
            </mc:Choice>
            <mc:Fallback xmlns="">
              <p:sp>
                <p:nvSpPr>
                  <p:cNvPr id="7" name="Textfeld 6">
                    <a:extLst>
                      <a:ext uri="{FF2B5EF4-FFF2-40B4-BE49-F238E27FC236}">
                        <a16:creationId xmlns:a16="http://schemas.microsoft.com/office/drawing/2014/main" id="{C5EE09C5-A91A-AB03-7D96-D6350658667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00321" y="6425552"/>
                    <a:ext cx="237426" cy="468126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148718" b="-532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" name="Pfeil: gebogen 11">
                <a:extLst>
                  <a:ext uri="{FF2B5EF4-FFF2-40B4-BE49-F238E27FC236}">
                    <a16:creationId xmlns:a16="http://schemas.microsoft.com/office/drawing/2014/main" id="{CC76BB3A-E9EE-1E9D-FE48-552E96D0E7AB}"/>
                  </a:ext>
                </a:extLst>
              </p:cNvPr>
              <p:cNvSpPr/>
              <p:nvPr/>
            </p:nvSpPr>
            <p:spPr>
              <a:xfrm rot="13178890" flipH="1">
                <a:off x="790606" y="5415883"/>
                <a:ext cx="1601850" cy="1659091"/>
              </a:xfrm>
              <a:prstGeom prst="circularArrow">
                <a:avLst>
                  <a:gd name="adj1" fmla="val 7185"/>
                  <a:gd name="adj2" fmla="val 923709"/>
                  <a:gd name="adj3" fmla="val 20442418"/>
                  <a:gd name="adj4" fmla="val 9670801"/>
                  <a:gd name="adj5" fmla="val 13351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32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0" name="Gruppieren 19">
                <a:extLst>
                  <a:ext uri="{FF2B5EF4-FFF2-40B4-BE49-F238E27FC236}">
                    <a16:creationId xmlns:a16="http://schemas.microsoft.com/office/drawing/2014/main" id="{1BC95ADA-32F1-C381-0000-31A374871882}"/>
                  </a:ext>
                </a:extLst>
              </p:cNvPr>
              <p:cNvGrpSpPr/>
              <p:nvPr/>
            </p:nvGrpSpPr>
            <p:grpSpPr>
              <a:xfrm>
                <a:off x="1129373" y="5106278"/>
                <a:ext cx="1327086" cy="1452263"/>
                <a:chOff x="2978886" y="7179897"/>
                <a:chExt cx="1161130" cy="1270653"/>
              </a:xfrm>
            </p:grpSpPr>
            <p:cxnSp>
              <p:nvCxnSpPr>
                <p:cNvPr id="13" name="Gerade Verbindung mit Pfeil 12">
                  <a:extLst>
                    <a:ext uri="{FF2B5EF4-FFF2-40B4-BE49-F238E27FC236}">
                      <a16:creationId xmlns:a16="http://schemas.microsoft.com/office/drawing/2014/main" id="{1EF5700D-6239-9C4A-0DF9-33EBEF9719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40199" y="8199452"/>
                  <a:ext cx="545012" cy="0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Gerade Verbindung mit Pfeil 13">
                  <a:extLst>
                    <a:ext uri="{FF2B5EF4-FFF2-40B4-BE49-F238E27FC236}">
                      <a16:creationId xmlns:a16="http://schemas.microsoft.com/office/drawing/2014/main" id="{A89FFF73-7786-0DE5-DA6D-D348ABE7CF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47100" y="7255529"/>
                  <a:ext cx="0" cy="848379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Textfeld 14">
                      <a:extLst>
                        <a:ext uri="{FF2B5EF4-FFF2-40B4-BE49-F238E27FC236}">
                          <a16:creationId xmlns:a16="http://schemas.microsoft.com/office/drawing/2014/main" id="{ED10C540-6AA9-AA0D-EF88-45557198BC5B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2978886" y="8050440"/>
                      <a:ext cx="404364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sz="20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2000" dirty="0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de-DE" sz="20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de-DE" sz="2000" dirty="0"/>
                    </a:p>
                  </p:txBody>
                </p:sp>
              </mc:Choice>
              <mc:Fallback xmlns="">
                <p:sp>
                  <p:nvSpPr>
                    <p:cNvPr id="15" name="Textfeld 14">
                      <a:extLst>
                        <a:ext uri="{FF2B5EF4-FFF2-40B4-BE49-F238E27FC236}">
                          <a16:creationId xmlns:a16="http://schemas.microsoft.com/office/drawing/2014/main" id="{ED10C540-6AA9-AA0D-EF88-45557198BC5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2978886" y="8050440"/>
                      <a:ext cx="404364" cy="40011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6" name="Ellipse 15">
                  <a:extLst>
                    <a:ext uri="{FF2B5EF4-FFF2-40B4-BE49-F238E27FC236}">
                      <a16:creationId xmlns:a16="http://schemas.microsoft.com/office/drawing/2014/main" id="{63BBE0B4-370A-4056-A077-8F71A7E0925A}"/>
                    </a:ext>
                  </a:extLst>
                </p:cNvPr>
                <p:cNvSpPr/>
                <p:nvPr/>
              </p:nvSpPr>
              <p:spPr>
                <a:xfrm>
                  <a:off x="3254494" y="8112861"/>
                  <a:ext cx="173762" cy="173182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17" name="Ellipse 16">
                  <a:extLst>
                    <a:ext uri="{FF2B5EF4-FFF2-40B4-BE49-F238E27FC236}">
                      <a16:creationId xmlns:a16="http://schemas.microsoft.com/office/drawing/2014/main" id="{3F3FB077-7A5F-B1FE-2D3D-42713B784344}"/>
                    </a:ext>
                  </a:extLst>
                </p:cNvPr>
                <p:cNvSpPr/>
                <p:nvPr/>
              </p:nvSpPr>
              <p:spPr>
                <a:xfrm>
                  <a:off x="3318439" y="8176593"/>
                  <a:ext cx="45872" cy="45719"/>
                </a:xfrm>
                <a:prstGeom prst="ellipse">
                  <a:avLst/>
                </a:prstGeom>
                <a:solidFill>
                  <a:srgbClr val="0070C0"/>
                </a:solidFill>
                <a:ln w="3175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Textfeld 17">
                      <a:extLst>
                        <a:ext uri="{FF2B5EF4-FFF2-40B4-BE49-F238E27FC236}">
                          <a16:creationId xmlns:a16="http://schemas.microsoft.com/office/drawing/2014/main" id="{ADDBAA2D-39D6-1BED-BEEE-97C4AB88B30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38729" y="7179897"/>
                      <a:ext cx="179054" cy="18700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b="0" i="0" smtClean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de-DE" b="0" i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8" name="Textfeld 17">
                      <a:extLst>
                        <a:ext uri="{FF2B5EF4-FFF2-40B4-BE49-F238E27FC236}">
                          <a16:creationId xmlns:a16="http://schemas.microsoft.com/office/drawing/2014/main" id="{ADDBAA2D-39D6-1BED-BEEE-97C4AB88B30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38729" y="7179897"/>
                      <a:ext cx="179054" cy="18700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r="-78788" b="-7142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feld 18">
                      <a:extLst>
                        <a:ext uri="{FF2B5EF4-FFF2-40B4-BE49-F238E27FC236}">
                          <a16:creationId xmlns:a16="http://schemas.microsoft.com/office/drawing/2014/main" id="{FA466900-797A-4C13-81E8-24EAA262218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32281" y="8025014"/>
                      <a:ext cx="207735" cy="18700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de-DE" b="0" i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9" name="Textfeld 18">
                      <a:extLst>
                        <a:ext uri="{FF2B5EF4-FFF2-40B4-BE49-F238E27FC236}">
                          <a16:creationId xmlns:a16="http://schemas.microsoft.com/office/drawing/2014/main" id="{FA466900-797A-4C13-81E8-24EAA262218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32281" y="8025014"/>
                      <a:ext cx="207735" cy="18700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r="-61538" b="-7142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33" name="Rechteck 32">
                <a:extLst>
                  <a:ext uri="{FF2B5EF4-FFF2-40B4-BE49-F238E27FC236}">
                    <a16:creationId xmlns:a16="http://schemas.microsoft.com/office/drawing/2014/main" id="{12F6D0B8-2654-AA1F-3C12-E2FB79D3FD6A}"/>
                  </a:ext>
                </a:extLst>
              </p:cNvPr>
              <p:cNvSpPr/>
              <p:nvPr/>
            </p:nvSpPr>
            <p:spPr>
              <a:xfrm>
                <a:off x="1395465" y="1089570"/>
                <a:ext cx="298251" cy="230904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Ellipse 36">
                <a:extLst>
                  <a:ext uri="{FF2B5EF4-FFF2-40B4-BE49-F238E27FC236}">
                    <a16:creationId xmlns:a16="http://schemas.microsoft.com/office/drawing/2014/main" id="{99E3ED36-ACB4-154E-7626-03B31943E25D}"/>
                  </a:ext>
                </a:extLst>
              </p:cNvPr>
              <p:cNvSpPr/>
              <p:nvPr/>
            </p:nvSpPr>
            <p:spPr>
              <a:xfrm>
                <a:off x="1183001" y="3305610"/>
                <a:ext cx="737611" cy="737611"/>
              </a:xfrm>
              <a:prstGeom prst="ellipse">
                <a:avLst/>
              </a:prstGeom>
              <a:solidFill>
                <a:srgbClr val="96DCF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feld 38">
                    <a:extLst>
                      <a:ext uri="{FF2B5EF4-FFF2-40B4-BE49-F238E27FC236}">
                        <a16:creationId xmlns:a16="http://schemas.microsoft.com/office/drawing/2014/main" id="{AD79186F-3A60-419F-C170-4911A02B4776}"/>
                      </a:ext>
                    </a:extLst>
                  </p:cNvPr>
                  <p:cNvSpPr txBox="1"/>
                  <p:nvPr/>
                </p:nvSpPr>
                <p:spPr>
                  <a:xfrm>
                    <a:off x="2100321" y="3817228"/>
                    <a:ext cx="463307" cy="46812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de-DE" sz="4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4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  <m:sub>
                              <m:r>
                                <a:rPr lang="de-DE" sz="4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de-DE" sz="4400" dirty="0"/>
                  </a:p>
                </p:txBody>
              </p:sp>
            </mc:Choice>
            <mc:Fallback xmlns="">
              <p:sp>
                <p:nvSpPr>
                  <p:cNvPr id="39" name="Textfeld 38">
                    <a:extLst>
                      <a:ext uri="{FF2B5EF4-FFF2-40B4-BE49-F238E27FC236}">
                        <a16:creationId xmlns:a16="http://schemas.microsoft.com/office/drawing/2014/main" id="{AD79186F-3A60-419F-C170-4911A02B477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00321" y="3817228"/>
                    <a:ext cx="463307" cy="468126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28947" b="-532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2" name="Pfeil: gebogen 41">
                <a:extLst>
                  <a:ext uri="{FF2B5EF4-FFF2-40B4-BE49-F238E27FC236}">
                    <a16:creationId xmlns:a16="http://schemas.microsoft.com/office/drawing/2014/main" id="{9D4BD67E-57FC-B0C7-577B-AE4B0FFCAA8E}"/>
                  </a:ext>
                </a:extLst>
              </p:cNvPr>
              <p:cNvSpPr/>
              <p:nvPr/>
            </p:nvSpPr>
            <p:spPr>
              <a:xfrm rot="13178890" flipH="1">
                <a:off x="790606" y="2807559"/>
                <a:ext cx="1601850" cy="1659091"/>
              </a:xfrm>
              <a:prstGeom prst="circularArrow">
                <a:avLst>
                  <a:gd name="adj1" fmla="val 7185"/>
                  <a:gd name="adj2" fmla="val 923709"/>
                  <a:gd name="adj3" fmla="val 20442418"/>
                  <a:gd name="adj4" fmla="val 9670801"/>
                  <a:gd name="adj5" fmla="val 13351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32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4" name="Gruppieren 53">
                <a:extLst>
                  <a:ext uri="{FF2B5EF4-FFF2-40B4-BE49-F238E27FC236}">
                    <a16:creationId xmlns:a16="http://schemas.microsoft.com/office/drawing/2014/main" id="{353C81C7-AE13-5B95-A625-5B3320FB529C}"/>
                  </a:ext>
                </a:extLst>
              </p:cNvPr>
              <p:cNvGrpSpPr/>
              <p:nvPr/>
            </p:nvGrpSpPr>
            <p:grpSpPr>
              <a:xfrm>
                <a:off x="1129373" y="2497955"/>
                <a:ext cx="1327086" cy="1264244"/>
                <a:chOff x="2978886" y="7179897"/>
                <a:chExt cx="1161130" cy="1106146"/>
              </a:xfrm>
            </p:grpSpPr>
            <p:cxnSp>
              <p:nvCxnSpPr>
                <p:cNvPr id="55" name="Gerade Verbindung mit Pfeil 54">
                  <a:extLst>
                    <a:ext uri="{FF2B5EF4-FFF2-40B4-BE49-F238E27FC236}">
                      <a16:creationId xmlns:a16="http://schemas.microsoft.com/office/drawing/2014/main" id="{5BACF30A-3134-C86A-AD25-3312BC0932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40199" y="8199452"/>
                  <a:ext cx="545012" cy="0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Gerade Verbindung mit Pfeil 55">
                  <a:extLst>
                    <a:ext uri="{FF2B5EF4-FFF2-40B4-BE49-F238E27FC236}">
                      <a16:creationId xmlns:a16="http://schemas.microsoft.com/office/drawing/2014/main" id="{F278A36C-CDE3-0551-7E68-AE5ABB143D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47100" y="7255529"/>
                  <a:ext cx="0" cy="848379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7" name="Textfeld 56">
                      <a:extLst>
                        <a:ext uri="{FF2B5EF4-FFF2-40B4-BE49-F238E27FC236}">
                          <a16:creationId xmlns:a16="http://schemas.microsoft.com/office/drawing/2014/main" id="{E7D28EED-1127-6D07-6FFC-2E8FA9FEBC84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2978886" y="8050440"/>
                      <a:ext cx="404364" cy="2025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sz="20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2000" dirty="0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de-DE" sz="20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de-DE" sz="2000" dirty="0"/>
                    </a:p>
                  </p:txBody>
                </p:sp>
              </mc:Choice>
              <mc:Fallback xmlns="">
                <p:sp>
                  <p:nvSpPr>
                    <p:cNvPr id="57" name="Textfeld 56">
                      <a:extLst>
                        <a:ext uri="{FF2B5EF4-FFF2-40B4-BE49-F238E27FC236}">
                          <a16:creationId xmlns:a16="http://schemas.microsoft.com/office/drawing/2014/main" id="{E7D28EED-1127-6D07-6FFC-2E8FA9FEBC8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2978886" y="8050440"/>
                      <a:ext cx="404364" cy="202586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7368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58" name="Ellipse 57">
                  <a:extLst>
                    <a:ext uri="{FF2B5EF4-FFF2-40B4-BE49-F238E27FC236}">
                      <a16:creationId xmlns:a16="http://schemas.microsoft.com/office/drawing/2014/main" id="{890B7DD1-39AE-30CD-B2F4-2024FBBBF84D}"/>
                    </a:ext>
                  </a:extLst>
                </p:cNvPr>
                <p:cNvSpPr/>
                <p:nvPr/>
              </p:nvSpPr>
              <p:spPr>
                <a:xfrm>
                  <a:off x="3254494" y="8112861"/>
                  <a:ext cx="173762" cy="173182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59" name="Ellipse 58">
                  <a:extLst>
                    <a:ext uri="{FF2B5EF4-FFF2-40B4-BE49-F238E27FC236}">
                      <a16:creationId xmlns:a16="http://schemas.microsoft.com/office/drawing/2014/main" id="{91D06164-46E5-0BEE-B6F5-0676BE0ADEB1}"/>
                    </a:ext>
                  </a:extLst>
                </p:cNvPr>
                <p:cNvSpPr/>
                <p:nvPr/>
              </p:nvSpPr>
              <p:spPr>
                <a:xfrm>
                  <a:off x="3318439" y="8176593"/>
                  <a:ext cx="45872" cy="45719"/>
                </a:xfrm>
                <a:prstGeom prst="ellipse">
                  <a:avLst/>
                </a:prstGeom>
                <a:solidFill>
                  <a:srgbClr val="0070C0"/>
                </a:solidFill>
                <a:ln w="3175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0" name="Textfeld 59">
                      <a:extLst>
                        <a:ext uri="{FF2B5EF4-FFF2-40B4-BE49-F238E27FC236}">
                          <a16:creationId xmlns:a16="http://schemas.microsoft.com/office/drawing/2014/main" id="{F4EA7178-CD38-4F0E-04B2-D3D415E66B6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38729" y="7179897"/>
                      <a:ext cx="179054" cy="18700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b="0" i="0" smtClean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de-DE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0" name="Textfeld 59">
                      <a:extLst>
                        <a:ext uri="{FF2B5EF4-FFF2-40B4-BE49-F238E27FC236}">
                          <a16:creationId xmlns:a16="http://schemas.microsoft.com/office/drawing/2014/main" id="{F4EA7178-CD38-4F0E-04B2-D3D415E66B6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38729" y="7179897"/>
                      <a:ext cx="179054" cy="18700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r="-75758" b="-7142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" name="Textfeld 60">
                      <a:extLst>
                        <a:ext uri="{FF2B5EF4-FFF2-40B4-BE49-F238E27FC236}">
                          <a16:creationId xmlns:a16="http://schemas.microsoft.com/office/drawing/2014/main" id="{3CD49390-5E5D-F072-5493-116CADA65E6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32281" y="8025014"/>
                      <a:ext cx="207735" cy="18700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de-DE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1" name="Textfeld 60">
                      <a:extLst>
                        <a:ext uri="{FF2B5EF4-FFF2-40B4-BE49-F238E27FC236}">
                          <a16:creationId xmlns:a16="http://schemas.microsoft.com/office/drawing/2014/main" id="{3CD49390-5E5D-F072-5493-116CADA65E6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32281" y="8025014"/>
                      <a:ext cx="207735" cy="187002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r="-58974" b="-7142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65" name="Gruppieren 64">
              <a:extLst>
                <a:ext uri="{FF2B5EF4-FFF2-40B4-BE49-F238E27FC236}">
                  <a16:creationId xmlns:a16="http://schemas.microsoft.com/office/drawing/2014/main" id="{F844337D-91B1-CFB0-931E-54C7C5F212CA}"/>
                </a:ext>
              </a:extLst>
            </p:cNvPr>
            <p:cNvGrpSpPr/>
            <p:nvPr/>
          </p:nvGrpSpPr>
          <p:grpSpPr>
            <a:xfrm>
              <a:off x="3110943" y="3274807"/>
              <a:ext cx="737611" cy="737611"/>
              <a:chOff x="4747260" y="5162211"/>
              <a:chExt cx="1274618" cy="1274618"/>
            </a:xfrm>
          </p:grpSpPr>
          <p:sp>
            <p:nvSpPr>
              <p:cNvPr id="66" name="Ellipse 65">
                <a:extLst>
                  <a:ext uri="{FF2B5EF4-FFF2-40B4-BE49-F238E27FC236}">
                    <a16:creationId xmlns:a16="http://schemas.microsoft.com/office/drawing/2014/main" id="{CC0B070D-AB4B-15C5-A65A-DB129F3CE7CE}"/>
                  </a:ext>
                </a:extLst>
              </p:cNvPr>
              <p:cNvSpPr/>
              <p:nvPr/>
            </p:nvSpPr>
            <p:spPr>
              <a:xfrm>
                <a:off x="4747260" y="5162211"/>
                <a:ext cx="1274618" cy="1274618"/>
              </a:xfrm>
              <a:prstGeom prst="ellipse">
                <a:avLst/>
              </a:prstGeom>
              <a:solidFill>
                <a:srgbClr val="96DCF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Ellipse 67">
                <a:extLst>
                  <a:ext uri="{FF2B5EF4-FFF2-40B4-BE49-F238E27FC236}">
                    <a16:creationId xmlns:a16="http://schemas.microsoft.com/office/drawing/2014/main" id="{E9E48A0E-3C0E-1A10-3F3A-659521A8F352}"/>
                  </a:ext>
                </a:extLst>
              </p:cNvPr>
              <p:cNvSpPr/>
              <p:nvPr/>
            </p:nvSpPr>
            <p:spPr>
              <a:xfrm>
                <a:off x="5212978" y="5628502"/>
                <a:ext cx="343183" cy="34203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69" name="Ellipse 68">
                <a:extLst>
                  <a:ext uri="{FF2B5EF4-FFF2-40B4-BE49-F238E27FC236}">
                    <a16:creationId xmlns:a16="http://schemas.microsoft.com/office/drawing/2014/main" id="{C2D6AD29-4E4A-0550-4EE5-D5D3C60C478B}"/>
                  </a:ext>
                </a:extLst>
              </p:cNvPr>
              <p:cNvSpPr/>
              <p:nvPr/>
            </p:nvSpPr>
            <p:spPr>
              <a:xfrm>
                <a:off x="5339270" y="5754372"/>
                <a:ext cx="90598" cy="90296"/>
              </a:xfrm>
              <a:prstGeom prst="ellipse">
                <a:avLst/>
              </a:prstGeom>
              <a:solidFill>
                <a:srgbClr val="0070C0"/>
              </a:solidFill>
              <a:ln w="317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</p:grpSp>
        <p:sp>
          <p:nvSpPr>
            <p:cNvPr id="72" name="Rechtwinkliges Dreieck 71">
              <a:extLst>
                <a:ext uri="{FF2B5EF4-FFF2-40B4-BE49-F238E27FC236}">
                  <a16:creationId xmlns:a16="http://schemas.microsoft.com/office/drawing/2014/main" id="{FD6C7E78-C719-12BF-E434-A2819234215A}"/>
                </a:ext>
              </a:extLst>
            </p:cNvPr>
            <p:cNvSpPr/>
            <p:nvPr/>
          </p:nvSpPr>
          <p:spPr>
            <a:xfrm rot="10800000">
              <a:off x="2386815" y="1159529"/>
              <a:ext cx="1097999" cy="2490279"/>
            </a:xfrm>
            <a:prstGeom prst="rtTriangl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3" name="Gerade Verbindung mit Pfeil 72">
              <a:extLst>
                <a:ext uri="{FF2B5EF4-FFF2-40B4-BE49-F238E27FC236}">
                  <a16:creationId xmlns:a16="http://schemas.microsoft.com/office/drawing/2014/main" id="{5DAC5ABC-7931-6994-B810-89EF5B402A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86814" y="1159529"/>
              <a:ext cx="1097999" cy="0"/>
            </a:xfrm>
            <a:prstGeom prst="straightConnector1">
              <a:avLst/>
            </a:prstGeom>
            <a:ln w="38100">
              <a:solidFill>
                <a:srgbClr val="15608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Gerade Verbindung mit Pfeil 73">
              <a:extLst>
                <a:ext uri="{FF2B5EF4-FFF2-40B4-BE49-F238E27FC236}">
                  <a16:creationId xmlns:a16="http://schemas.microsoft.com/office/drawing/2014/main" id="{5FE90D55-17B6-F109-5D43-71CD01A3EE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9575" y="1341691"/>
              <a:ext cx="1025238" cy="0"/>
            </a:xfrm>
            <a:prstGeom prst="straightConnector1">
              <a:avLst/>
            </a:prstGeom>
            <a:ln w="38100">
              <a:solidFill>
                <a:srgbClr val="15608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Gerade Verbindung mit Pfeil 74">
              <a:extLst>
                <a:ext uri="{FF2B5EF4-FFF2-40B4-BE49-F238E27FC236}">
                  <a16:creationId xmlns:a16="http://schemas.microsoft.com/office/drawing/2014/main" id="{CE11D697-1054-7597-5273-35F4EC9958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7249" y="1520185"/>
              <a:ext cx="937564" cy="0"/>
            </a:xfrm>
            <a:prstGeom prst="straightConnector1">
              <a:avLst/>
            </a:prstGeom>
            <a:ln w="38100">
              <a:solidFill>
                <a:srgbClr val="15608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Gerade Verbindung mit Pfeil 75">
              <a:extLst>
                <a:ext uri="{FF2B5EF4-FFF2-40B4-BE49-F238E27FC236}">
                  <a16:creationId xmlns:a16="http://schemas.microsoft.com/office/drawing/2014/main" id="{0622813F-C582-0A16-451D-3A0BFF5DFD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8611" y="1698679"/>
              <a:ext cx="856203" cy="0"/>
            </a:xfrm>
            <a:prstGeom prst="straightConnector1">
              <a:avLst/>
            </a:prstGeom>
            <a:ln w="38100">
              <a:solidFill>
                <a:srgbClr val="15608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Gerade Verbindung mit Pfeil 76">
              <a:extLst>
                <a:ext uri="{FF2B5EF4-FFF2-40B4-BE49-F238E27FC236}">
                  <a16:creationId xmlns:a16="http://schemas.microsoft.com/office/drawing/2014/main" id="{2DDF77FA-93B3-925F-30DA-A17EF240C8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0406" y="1877173"/>
              <a:ext cx="774408" cy="0"/>
            </a:xfrm>
            <a:prstGeom prst="straightConnector1">
              <a:avLst/>
            </a:prstGeom>
            <a:ln w="38100">
              <a:solidFill>
                <a:srgbClr val="15608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Gerade Verbindung mit Pfeil 77">
              <a:extLst>
                <a:ext uri="{FF2B5EF4-FFF2-40B4-BE49-F238E27FC236}">
                  <a16:creationId xmlns:a16="http://schemas.microsoft.com/office/drawing/2014/main" id="{FAC3F6A7-A1A0-BEE2-CAA2-8D9BF68783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9779" y="2055667"/>
              <a:ext cx="695034" cy="0"/>
            </a:xfrm>
            <a:prstGeom prst="straightConnector1">
              <a:avLst/>
            </a:prstGeom>
            <a:ln w="38100">
              <a:solidFill>
                <a:srgbClr val="15608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 Verbindung mit Pfeil 78">
              <a:extLst>
                <a:ext uri="{FF2B5EF4-FFF2-40B4-BE49-F238E27FC236}">
                  <a16:creationId xmlns:a16="http://schemas.microsoft.com/office/drawing/2014/main" id="{F84622F3-ABD6-42EB-C9B7-A06968FD58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60117" y="2234161"/>
              <a:ext cx="624697" cy="0"/>
            </a:xfrm>
            <a:prstGeom prst="straightConnector1">
              <a:avLst/>
            </a:prstGeom>
            <a:ln w="38100">
              <a:solidFill>
                <a:srgbClr val="15608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 Verbindung mit Pfeil 79">
              <a:extLst>
                <a:ext uri="{FF2B5EF4-FFF2-40B4-BE49-F238E27FC236}">
                  <a16:creationId xmlns:a16="http://schemas.microsoft.com/office/drawing/2014/main" id="{BBF589C0-9245-CFEC-3817-619F40940317}"/>
                </a:ext>
              </a:extLst>
            </p:cNvPr>
            <p:cNvCxnSpPr>
              <a:cxnSpLocks/>
              <a:endCxn id="72" idx="5"/>
            </p:cNvCxnSpPr>
            <p:nvPr/>
          </p:nvCxnSpPr>
          <p:spPr>
            <a:xfrm flipH="1" flipV="1">
              <a:off x="2935814" y="2404668"/>
              <a:ext cx="549000" cy="7986"/>
            </a:xfrm>
            <a:prstGeom prst="straightConnector1">
              <a:avLst/>
            </a:prstGeom>
            <a:ln w="38100">
              <a:solidFill>
                <a:srgbClr val="15608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Gerade Verbindung mit Pfeil 80">
              <a:extLst>
                <a:ext uri="{FF2B5EF4-FFF2-40B4-BE49-F238E27FC236}">
                  <a16:creationId xmlns:a16="http://schemas.microsoft.com/office/drawing/2014/main" id="{452EF122-B2CD-2FB7-D1A8-A0D084F888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14670" y="2591148"/>
              <a:ext cx="470143" cy="0"/>
            </a:xfrm>
            <a:prstGeom prst="straightConnector1">
              <a:avLst/>
            </a:prstGeom>
            <a:ln w="38100">
              <a:solidFill>
                <a:srgbClr val="15608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 Verbindung mit Pfeil 81">
              <a:extLst>
                <a:ext uri="{FF2B5EF4-FFF2-40B4-BE49-F238E27FC236}">
                  <a16:creationId xmlns:a16="http://schemas.microsoft.com/office/drawing/2014/main" id="{8D32ADD1-8AB4-D435-5245-DB589D77BF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89634" y="2769642"/>
              <a:ext cx="395180" cy="0"/>
            </a:xfrm>
            <a:prstGeom prst="straightConnector1">
              <a:avLst/>
            </a:prstGeom>
            <a:ln w="38100">
              <a:solidFill>
                <a:srgbClr val="15608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Gerade Verbindung mit Pfeil 82">
              <a:extLst>
                <a:ext uri="{FF2B5EF4-FFF2-40B4-BE49-F238E27FC236}">
                  <a16:creationId xmlns:a16="http://schemas.microsoft.com/office/drawing/2014/main" id="{E8F939D2-5F93-10EE-E6DC-88AF2B6323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73417" y="2948136"/>
              <a:ext cx="311396" cy="0"/>
            </a:xfrm>
            <a:prstGeom prst="straightConnector1">
              <a:avLst/>
            </a:prstGeom>
            <a:ln w="38100">
              <a:solidFill>
                <a:srgbClr val="15608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Gerade Verbindung mit Pfeil 83">
              <a:extLst>
                <a:ext uri="{FF2B5EF4-FFF2-40B4-BE49-F238E27FC236}">
                  <a16:creationId xmlns:a16="http://schemas.microsoft.com/office/drawing/2014/main" id="{4A71535E-EF87-1BF5-5D09-F3C8602022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57200" y="3126630"/>
              <a:ext cx="227613" cy="0"/>
            </a:xfrm>
            <a:prstGeom prst="straightConnector1">
              <a:avLst/>
            </a:prstGeom>
            <a:ln w="38100">
              <a:solidFill>
                <a:srgbClr val="15608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 Verbindung mit Pfeil 84">
              <a:extLst>
                <a:ext uri="{FF2B5EF4-FFF2-40B4-BE49-F238E27FC236}">
                  <a16:creationId xmlns:a16="http://schemas.microsoft.com/office/drawing/2014/main" id="{78F96425-E7A3-C25D-B70E-5694ECF3AE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35688" y="3305124"/>
              <a:ext cx="149126" cy="10679"/>
            </a:xfrm>
            <a:prstGeom prst="straightConnector1">
              <a:avLst/>
            </a:prstGeom>
            <a:ln w="38100">
              <a:solidFill>
                <a:srgbClr val="15608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Gerade Verbindung mit Pfeil 85">
              <a:extLst>
                <a:ext uri="{FF2B5EF4-FFF2-40B4-BE49-F238E27FC236}">
                  <a16:creationId xmlns:a16="http://schemas.microsoft.com/office/drawing/2014/main" id="{D90975D6-601D-14F1-C9D2-B36F47D95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73966" y="3483618"/>
              <a:ext cx="60047" cy="0"/>
            </a:xfrm>
            <a:prstGeom prst="straightConnector1">
              <a:avLst/>
            </a:prstGeom>
            <a:ln w="38100">
              <a:solidFill>
                <a:srgbClr val="15608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Gruppieren 95">
              <a:extLst>
                <a:ext uri="{FF2B5EF4-FFF2-40B4-BE49-F238E27FC236}">
                  <a16:creationId xmlns:a16="http://schemas.microsoft.com/office/drawing/2014/main" id="{30DC2179-2C25-4B96-C2C0-6904229EFB5C}"/>
                </a:ext>
              </a:extLst>
            </p:cNvPr>
            <p:cNvGrpSpPr/>
            <p:nvPr/>
          </p:nvGrpSpPr>
          <p:grpSpPr>
            <a:xfrm>
              <a:off x="6414627" y="3341352"/>
              <a:ext cx="737611" cy="3315333"/>
              <a:chOff x="5325349" y="3318191"/>
              <a:chExt cx="737611" cy="3315333"/>
            </a:xfrm>
          </p:grpSpPr>
          <p:grpSp>
            <p:nvGrpSpPr>
              <p:cNvPr id="88" name="Gruppieren 87">
                <a:extLst>
                  <a:ext uri="{FF2B5EF4-FFF2-40B4-BE49-F238E27FC236}">
                    <a16:creationId xmlns:a16="http://schemas.microsoft.com/office/drawing/2014/main" id="{A7AEB117-A612-E1CB-B355-A5B108FC4C9A}"/>
                  </a:ext>
                </a:extLst>
              </p:cNvPr>
              <p:cNvGrpSpPr/>
              <p:nvPr/>
            </p:nvGrpSpPr>
            <p:grpSpPr>
              <a:xfrm>
                <a:off x="5325349" y="5895913"/>
                <a:ext cx="737611" cy="737611"/>
                <a:chOff x="4747260" y="5162211"/>
                <a:chExt cx="1274618" cy="1274618"/>
              </a:xfrm>
            </p:grpSpPr>
            <p:sp>
              <p:nvSpPr>
                <p:cNvPr id="89" name="Ellipse 88">
                  <a:extLst>
                    <a:ext uri="{FF2B5EF4-FFF2-40B4-BE49-F238E27FC236}">
                      <a16:creationId xmlns:a16="http://schemas.microsoft.com/office/drawing/2014/main" id="{D20E8DF7-2251-307F-FFC3-C92E531B0860}"/>
                    </a:ext>
                  </a:extLst>
                </p:cNvPr>
                <p:cNvSpPr/>
                <p:nvPr/>
              </p:nvSpPr>
              <p:spPr>
                <a:xfrm>
                  <a:off x="4747260" y="5162211"/>
                  <a:ext cx="1274618" cy="1274618"/>
                </a:xfrm>
                <a:prstGeom prst="ellipse">
                  <a:avLst/>
                </a:prstGeom>
                <a:solidFill>
                  <a:srgbClr val="96DCF8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Ellipse 89">
                  <a:extLst>
                    <a:ext uri="{FF2B5EF4-FFF2-40B4-BE49-F238E27FC236}">
                      <a16:creationId xmlns:a16="http://schemas.microsoft.com/office/drawing/2014/main" id="{25E1178E-C1D0-64A0-9B27-FE3565B06692}"/>
                    </a:ext>
                  </a:extLst>
                </p:cNvPr>
                <p:cNvSpPr/>
                <p:nvPr/>
              </p:nvSpPr>
              <p:spPr>
                <a:xfrm>
                  <a:off x="5212978" y="5628502"/>
                  <a:ext cx="343183" cy="342037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91" name="Ellipse 90">
                  <a:extLst>
                    <a:ext uri="{FF2B5EF4-FFF2-40B4-BE49-F238E27FC236}">
                      <a16:creationId xmlns:a16="http://schemas.microsoft.com/office/drawing/2014/main" id="{0C729D00-9EB7-8822-4002-140E6589FA3C}"/>
                    </a:ext>
                  </a:extLst>
                </p:cNvPr>
                <p:cNvSpPr/>
                <p:nvPr/>
              </p:nvSpPr>
              <p:spPr>
                <a:xfrm>
                  <a:off x="5339270" y="5754372"/>
                  <a:ext cx="90598" cy="90296"/>
                </a:xfrm>
                <a:prstGeom prst="ellipse">
                  <a:avLst/>
                </a:prstGeom>
                <a:solidFill>
                  <a:srgbClr val="0070C0"/>
                </a:solidFill>
                <a:ln w="3175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</p:grpSp>
          <p:grpSp>
            <p:nvGrpSpPr>
              <p:cNvPr id="92" name="Gruppieren 91">
                <a:extLst>
                  <a:ext uri="{FF2B5EF4-FFF2-40B4-BE49-F238E27FC236}">
                    <a16:creationId xmlns:a16="http://schemas.microsoft.com/office/drawing/2014/main" id="{C7575B2F-8238-0352-22F1-47B80162EB17}"/>
                  </a:ext>
                </a:extLst>
              </p:cNvPr>
              <p:cNvGrpSpPr/>
              <p:nvPr/>
            </p:nvGrpSpPr>
            <p:grpSpPr>
              <a:xfrm>
                <a:off x="5325349" y="3318191"/>
                <a:ext cx="737611" cy="737611"/>
                <a:chOff x="4747260" y="5162211"/>
                <a:chExt cx="1274618" cy="1274618"/>
              </a:xfrm>
            </p:grpSpPr>
            <p:sp>
              <p:nvSpPr>
                <p:cNvPr id="93" name="Ellipse 92">
                  <a:extLst>
                    <a:ext uri="{FF2B5EF4-FFF2-40B4-BE49-F238E27FC236}">
                      <a16:creationId xmlns:a16="http://schemas.microsoft.com/office/drawing/2014/main" id="{CC106079-B73F-5BD9-D545-E16B814E7673}"/>
                    </a:ext>
                  </a:extLst>
                </p:cNvPr>
                <p:cNvSpPr/>
                <p:nvPr/>
              </p:nvSpPr>
              <p:spPr>
                <a:xfrm>
                  <a:off x="4747260" y="5162211"/>
                  <a:ext cx="1274618" cy="1274618"/>
                </a:xfrm>
                <a:prstGeom prst="ellipse">
                  <a:avLst/>
                </a:prstGeom>
                <a:solidFill>
                  <a:srgbClr val="96DCF8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Ellipse 93">
                  <a:extLst>
                    <a:ext uri="{FF2B5EF4-FFF2-40B4-BE49-F238E27FC236}">
                      <a16:creationId xmlns:a16="http://schemas.microsoft.com/office/drawing/2014/main" id="{5F373A9A-1E61-2648-F565-D636A4EEB629}"/>
                    </a:ext>
                  </a:extLst>
                </p:cNvPr>
                <p:cNvSpPr/>
                <p:nvPr/>
              </p:nvSpPr>
              <p:spPr>
                <a:xfrm>
                  <a:off x="5212978" y="5628502"/>
                  <a:ext cx="343183" cy="342037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95" name="Ellipse 94">
                  <a:extLst>
                    <a:ext uri="{FF2B5EF4-FFF2-40B4-BE49-F238E27FC236}">
                      <a16:creationId xmlns:a16="http://schemas.microsoft.com/office/drawing/2014/main" id="{27897478-53F5-4F94-AD30-71A9E7E9A76E}"/>
                    </a:ext>
                  </a:extLst>
                </p:cNvPr>
                <p:cNvSpPr/>
                <p:nvPr/>
              </p:nvSpPr>
              <p:spPr>
                <a:xfrm>
                  <a:off x="5339270" y="5754372"/>
                  <a:ext cx="90598" cy="90296"/>
                </a:xfrm>
                <a:prstGeom prst="ellipse">
                  <a:avLst/>
                </a:prstGeom>
                <a:solidFill>
                  <a:srgbClr val="0070C0"/>
                </a:solidFill>
                <a:ln w="3175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</p:grpSp>
        </p:grpSp>
        <p:cxnSp>
          <p:nvCxnSpPr>
            <p:cNvPr id="98" name="Gerader Verbinder 97">
              <a:extLst>
                <a:ext uri="{FF2B5EF4-FFF2-40B4-BE49-F238E27FC236}">
                  <a16:creationId xmlns:a16="http://schemas.microsoft.com/office/drawing/2014/main" id="{F2F2681D-39A3-3853-5CB3-11515FE1E949}"/>
                </a:ext>
              </a:extLst>
            </p:cNvPr>
            <p:cNvCxnSpPr>
              <a:stCxn id="91" idx="0"/>
            </p:cNvCxnSpPr>
            <p:nvPr/>
          </p:nvCxnSpPr>
          <p:spPr>
            <a:xfrm flipV="1">
              <a:off x="6783432" y="1182690"/>
              <a:ext cx="1" cy="507906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Gerader Verbinder 99">
              <a:extLst>
                <a:ext uri="{FF2B5EF4-FFF2-40B4-BE49-F238E27FC236}">
                  <a16:creationId xmlns:a16="http://schemas.microsoft.com/office/drawing/2014/main" id="{33755328-AC6D-8DDE-7D16-9ED607F9F6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69646" y="1139739"/>
              <a:ext cx="3213785" cy="313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Gerader Verbinder 102">
              <a:extLst>
                <a:ext uri="{FF2B5EF4-FFF2-40B4-BE49-F238E27FC236}">
                  <a16:creationId xmlns:a16="http://schemas.microsoft.com/office/drawing/2014/main" id="{BD44380C-0F63-B0D0-9AD4-90AE4D4B5113}"/>
                </a:ext>
              </a:extLst>
            </p:cNvPr>
            <p:cNvCxnSpPr>
              <a:cxnSpLocks/>
            </p:cNvCxnSpPr>
            <p:nvPr/>
          </p:nvCxnSpPr>
          <p:spPr>
            <a:xfrm>
              <a:off x="3579047" y="1139739"/>
              <a:ext cx="2021081" cy="25965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Gerader Verbinder 104">
              <a:extLst>
                <a:ext uri="{FF2B5EF4-FFF2-40B4-BE49-F238E27FC236}">
                  <a16:creationId xmlns:a16="http://schemas.microsoft.com/office/drawing/2014/main" id="{C39F7AEA-A7D8-12BF-30DD-D9C45C71C77A}"/>
                </a:ext>
              </a:extLst>
            </p:cNvPr>
            <p:cNvCxnSpPr>
              <a:cxnSpLocks/>
              <a:endCxn id="91" idx="2"/>
            </p:cNvCxnSpPr>
            <p:nvPr/>
          </p:nvCxnSpPr>
          <p:spPr>
            <a:xfrm>
              <a:off x="5576850" y="3710157"/>
              <a:ext cx="1180368" cy="257772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6" name="Gruppieren 175">
              <a:extLst>
                <a:ext uri="{FF2B5EF4-FFF2-40B4-BE49-F238E27FC236}">
                  <a16:creationId xmlns:a16="http://schemas.microsoft.com/office/drawing/2014/main" id="{CB0D3EC2-B0D5-7731-7A27-0C8699EB4CFE}"/>
                </a:ext>
              </a:extLst>
            </p:cNvPr>
            <p:cNvGrpSpPr/>
            <p:nvPr/>
          </p:nvGrpSpPr>
          <p:grpSpPr>
            <a:xfrm>
              <a:off x="5576849" y="3736284"/>
              <a:ext cx="1206583" cy="2291945"/>
              <a:chOff x="3474716" y="1332815"/>
              <a:chExt cx="1897383" cy="3829396"/>
            </a:xfrm>
          </p:grpSpPr>
          <p:cxnSp>
            <p:nvCxnSpPr>
              <p:cNvPr id="177" name="Gerade Verbindung mit Pfeil 176">
                <a:extLst>
                  <a:ext uri="{FF2B5EF4-FFF2-40B4-BE49-F238E27FC236}">
                    <a16:creationId xmlns:a16="http://schemas.microsoft.com/office/drawing/2014/main" id="{F4E85086-5064-EC03-487D-CA4734B9C0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74716" y="1332815"/>
                <a:ext cx="1897382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 Verbindung mit Pfeil 177">
                <a:extLst>
                  <a:ext uri="{FF2B5EF4-FFF2-40B4-BE49-F238E27FC236}">
                    <a16:creationId xmlns:a16="http://schemas.microsoft.com/office/drawing/2014/main" id="{7CCBD161-4FD1-2048-38A7-85DF9EAB9F6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00450" y="1656323"/>
                <a:ext cx="1771648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 Verbindung mit Pfeil 178">
                <a:extLst>
                  <a:ext uri="{FF2B5EF4-FFF2-40B4-BE49-F238E27FC236}">
                    <a16:creationId xmlns:a16="http://schemas.microsoft.com/office/drawing/2014/main" id="{D1B47E01-F7C9-B19E-C135-604786DE7E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51954" y="1973316"/>
                <a:ext cx="1620144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 Verbindung mit Pfeil 179">
                <a:extLst>
                  <a:ext uri="{FF2B5EF4-FFF2-40B4-BE49-F238E27FC236}">
                    <a16:creationId xmlns:a16="http://schemas.microsoft.com/office/drawing/2014/main" id="{CA3CD553-B9CB-290F-ED4B-6C08C60A09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92550" y="2290309"/>
                <a:ext cx="1479549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 Verbindung mit Pfeil 180">
                <a:extLst>
                  <a:ext uri="{FF2B5EF4-FFF2-40B4-BE49-F238E27FC236}">
                    <a16:creationId xmlns:a16="http://schemas.microsoft.com/office/drawing/2014/main" id="{4A496F1F-A567-1060-8AF9-EC7B014F71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33894" y="2607302"/>
                <a:ext cx="1338204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Gerade Verbindung mit Pfeil 181">
                <a:extLst>
                  <a:ext uri="{FF2B5EF4-FFF2-40B4-BE49-F238E27FC236}">
                    <a16:creationId xmlns:a16="http://schemas.microsoft.com/office/drawing/2014/main" id="{7F7288E6-E033-2307-40A8-7B804A0719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71054" y="2924295"/>
                <a:ext cx="1201044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Gerade Verbindung mit Pfeil 182">
                <a:extLst>
                  <a:ext uri="{FF2B5EF4-FFF2-40B4-BE49-F238E27FC236}">
                    <a16:creationId xmlns:a16="http://schemas.microsoft.com/office/drawing/2014/main" id="{FACEF660-4C6F-5172-B2AF-B42ED25FFCF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92600" y="3241288"/>
                <a:ext cx="1079499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Gerade Verbindung mit Pfeil 183">
                <a:extLst>
                  <a:ext uri="{FF2B5EF4-FFF2-40B4-BE49-F238E27FC236}">
                    <a16:creationId xmlns:a16="http://schemas.microsoft.com/office/drawing/2014/main" id="{96B8F5E7-4ECD-9B19-B068-66E277D3E5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423407" y="3544098"/>
                <a:ext cx="948691" cy="14183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Gerade Verbindung mit Pfeil 184">
                <a:extLst>
                  <a:ext uri="{FF2B5EF4-FFF2-40B4-BE49-F238E27FC236}">
                    <a16:creationId xmlns:a16="http://schemas.microsoft.com/office/drawing/2014/main" id="{A92EDDAA-FAD6-74D7-A757-039AEB29895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59674" y="3875274"/>
                <a:ext cx="812424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Gerade Verbindung mit Pfeil 185">
                <a:extLst>
                  <a:ext uri="{FF2B5EF4-FFF2-40B4-BE49-F238E27FC236}">
                    <a16:creationId xmlns:a16="http://schemas.microsoft.com/office/drawing/2014/main" id="{0C14CB46-CCB9-7A6F-0213-82AAD7E8C88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89214" y="4192267"/>
                <a:ext cx="682885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Gerade Verbindung mit Pfeil 186">
                <a:extLst>
                  <a:ext uri="{FF2B5EF4-FFF2-40B4-BE49-F238E27FC236}">
                    <a16:creationId xmlns:a16="http://schemas.microsoft.com/office/drawing/2014/main" id="{3A913301-EE1A-1E1B-CE31-6DC23F41B3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33994" y="4509260"/>
                <a:ext cx="538104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Gerade Verbindung mit Pfeil 187">
                <a:extLst>
                  <a:ext uri="{FF2B5EF4-FFF2-40B4-BE49-F238E27FC236}">
                    <a16:creationId xmlns:a16="http://schemas.microsoft.com/office/drawing/2014/main" id="{DAB302FC-BA84-8988-F125-493EC9D77F9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78774" y="4826253"/>
                <a:ext cx="393324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Gerade Verbindung mit Pfeil 188">
                <a:extLst>
                  <a:ext uri="{FF2B5EF4-FFF2-40B4-BE49-F238E27FC236}">
                    <a16:creationId xmlns:a16="http://schemas.microsoft.com/office/drawing/2014/main" id="{A30DE738-509B-CDE8-BF22-A3A62FF1CE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14404" y="5143246"/>
                <a:ext cx="257695" cy="18965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0" name="Gruppieren 189">
              <a:extLst>
                <a:ext uri="{FF2B5EF4-FFF2-40B4-BE49-F238E27FC236}">
                  <a16:creationId xmlns:a16="http://schemas.microsoft.com/office/drawing/2014/main" id="{69283F2E-2788-4826-ECBE-0EC53D33E285}"/>
                </a:ext>
              </a:extLst>
            </p:cNvPr>
            <p:cNvGrpSpPr/>
            <p:nvPr/>
          </p:nvGrpSpPr>
          <p:grpSpPr>
            <a:xfrm>
              <a:off x="3579047" y="1144072"/>
              <a:ext cx="3197627" cy="2383651"/>
              <a:chOff x="3458259" y="1332566"/>
              <a:chExt cx="1913840" cy="3810679"/>
            </a:xfrm>
          </p:grpSpPr>
          <p:cxnSp>
            <p:nvCxnSpPr>
              <p:cNvPr id="191" name="Gerade Verbindung mit Pfeil 190">
                <a:extLst>
                  <a:ext uri="{FF2B5EF4-FFF2-40B4-BE49-F238E27FC236}">
                    <a16:creationId xmlns:a16="http://schemas.microsoft.com/office/drawing/2014/main" id="{9939D1F6-D781-7D6E-FD8E-B283266061A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458259" y="1332566"/>
                <a:ext cx="1913839" cy="61738"/>
              </a:xfrm>
              <a:prstGeom prst="straightConnector1">
                <a:avLst/>
              </a:prstGeom>
              <a:ln w="38100">
                <a:gradFill flip="none" rotWithShape="1">
                  <a:gsLst>
                    <a:gs pos="0">
                      <a:srgbClr val="FF0000"/>
                    </a:gs>
                    <a:gs pos="76000">
                      <a:srgbClr val="156082"/>
                    </a:gs>
                  </a:gsLst>
                  <a:lin ang="0" scaled="1"/>
                  <a:tileRect/>
                </a:gra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Gerade Verbindung mit Pfeil 191">
                <a:extLst>
                  <a:ext uri="{FF2B5EF4-FFF2-40B4-BE49-F238E27FC236}">
                    <a16:creationId xmlns:a16="http://schemas.microsoft.com/office/drawing/2014/main" id="{02A8937C-0D0E-3D96-6807-E6E90FB0D5D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55157" y="1656323"/>
                <a:ext cx="1816941" cy="0"/>
              </a:xfrm>
              <a:prstGeom prst="straightConnector1">
                <a:avLst/>
              </a:prstGeom>
              <a:ln w="38100">
                <a:gradFill flip="none" rotWithShape="1">
                  <a:gsLst>
                    <a:gs pos="0">
                      <a:srgbClr val="FF0000"/>
                    </a:gs>
                    <a:gs pos="76000">
                      <a:srgbClr val="156082"/>
                    </a:gs>
                  </a:gsLst>
                  <a:lin ang="0" scaled="1"/>
                  <a:tileRect/>
                </a:gra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Gerade Verbindung mit Pfeil 192">
                <a:extLst>
                  <a:ext uri="{FF2B5EF4-FFF2-40B4-BE49-F238E27FC236}">
                    <a16:creationId xmlns:a16="http://schemas.microsoft.com/office/drawing/2014/main" id="{8C71DE4F-436A-1F8E-E1C4-31EE9C7380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47796" y="1973315"/>
                <a:ext cx="1724302" cy="0"/>
              </a:xfrm>
              <a:prstGeom prst="straightConnector1">
                <a:avLst/>
              </a:prstGeom>
              <a:ln w="38100">
                <a:gradFill flip="none" rotWithShape="1">
                  <a:gsLst>
                    <a:gs pos="0">
                      <a:srgbClr val="FF0000"/>
                    </a:gs>
                    <a:gs pos="76000">
                      <a:srgbClr val="156082"/>
                    </a:gs>
                  </a:gsLst>
                  <a:lin ang="0" scaled="1"/>
                  <a:tileRect/>
                </a:gra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Gerade Verbindung mit Pfeil 193">
                <a:extLst>
                  <a:ext uri="{FF2B5EF4-FFF2-40B4-BE49-F238E27FC236}">
                    <a16:creationId xmlns:a16="http://schemas.microsoft.com/office/drawing/2014/main" id="{EE568462-F37F-8183-C9F7-DC485B090FB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39011" y="2290308"/>
                <a:ext cx="1633088" cy="0"/>
              </a:xfrm>
              <a:prstGeom prst="straightConnector1">
                <a:avLst/>
              </a:prstGeom>
              <a:ln w="38100">
                <a:gradFill flip="none" rotWithShape="1">
                  <a:gsLst>
                    <a:gs pos="0">
                      <a:srgbClr val="FF0000"/>
                    </a:gs>
                    <a:gs pos="76000">
                      <a:srgbClr val="156082"/>
                    </a:gs>
                  </a:gsLst>
                  <a:lin ang="0" scaled="1"/>
                  <a:tileRect/>
                </a:gra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Gerade Verbindung mit Pfeil 194">
                <a:extLst>
                  <a:ext uri="{FF2B5EF4-FFF2-40B4-BE49-F238E27FC236}">
                    <a16:creationId xmlns:a16="http://schemas.microsoft.com/office/drawing/2014/main" id="{11ED8B21-87CF-9772-AAA7-8E2664C92A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34501" y="2607303"/>
                <a:ext cx="1537598" cy="0"/>
              </a:xfrm>
              <a:prstGeom prst="straightConnector1">
                <a:avLst/>
              </a:prstGeom>
              <a:ln w="38100">
                <a:gradFill flip="none" rotWithShape="1">
                  <a:gsLst>
                    <a:gs pos="0">
                      <a:srgbClr val="FF0000"/>
                    </a:gs>
                    <a:gs pos="76000">
                      <a:srgbClr val="156082"/>
                    </a:gs>
                  </a:gsLst>
                  <a:lin ang="0" scaled="1"/>
                  <a:tileRect/>
                </a:gra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Gerade Verbindung mit Pfeil 195">
                <a:extLst>
                  <a:ext uri="{FF2B5EF4-FFF2-40B4-BE49-F238E27FC236}">
                    <a16:creationId xmlns:a16="http://schemas.microsoft.com/office/drawing/2014/main" id="{BF6425E0-7D2B-EA67-C812-CC2A5B7245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29991" y="2924294"/>
                <a:ext cx="1442107" cy="0"/>
              </a:xfrm>
              <a:prstGeom prst="straightConnector1">
                <a:avLst/>
              </a:prstGeom>
              <a:ln w="38100">
                <a:gradFill flip="none" rotWithShape="1">
                  <a:gsLst>
                    <a:gs pos="0">
                      <a:srgbClr val="FF0000"/>
                    </a:gs>
                    <a:gs pos="76000">
                      <a:srgbClr val="156082"/>
                    </a:gs>
                  </a:gsLst>
                  <a:lin ang="0" scaled="1"/>
                  <a:tileRect/>
                </a:gra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Gerade Verbindung mit Pfeil 196">
                <a:extLst>
                  <a:ext uri="{FF2B5EF4-FFF2-40B4-BE49-F238E27FC236}">
                    <a16:creationId xmlns:a16="http://schemas.microsoft.com/office/drawing/2014/main" id="{6FD68704-3C04-9C5F-D28A-F4C2416829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19779" y="3241287"/>
                <a:ext cx="1352320" cy="0"/>
              </a:xfrm>
              <a:prstGeom prst="straightConnector1">
                <a:avLst/>
              </a:prstGeom>
              <a:ln w="38100">
                <a:gradFill flip="none" rotWithShape="1">
                  <a:gsLst>
                    <a:gs pos="0">
                      <a:srgbClr val="FF0000"/>
                    </a:gs>
                    <a:gs pos="76000">
                      <a:srgbClr val="156082"/>
                    </a:gs>
                  </a:gsLst>
                  <a:lin ang="0" scaled="1"/>
                  <a:tileRect/>
                </a:gra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Gerade Verbindung mit Pfeil 197">
                <a:extLst>
                  <a:ext uri="{FF2B5EF4-FFF2-40B4-BE49-F238E27FC236}">
                    <a16:creationId xmlns:a16="http://schemas.microsoft.com/office/drawing/2014/main" id="{966761DB-FDFC-2F14-22A1-9D512B2A85D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103868" y="3550829"/>
                <a:ext cx="1268231" cy="7453"/>
              </a:xfrm>
              <a:prstGeom prst="straightConnector1">
                <a:avLst/>
              </a:prstGeom>
              <a:ln w="38100">
                <a:gradFill flip="none" rotWithShape="1">
                  <a:gsLst>
                    <a:gs pos="0">
                      <a:srgbClr val="FF0000"/>
                    </a:gs>
                    <a:gs pos="76000">
                      <a:srgbClr val="156082"/>
                    </a:gs>
                  </a:gsLst>
                  <a:lin ang="0" scaled="1"/>
                  <a:tileRect/>
                </a:gra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Gerade Verbindung mit Pfeil 198">
                <a:extLst>
                  <a:ext uri="{FF2B5EF4-FFF2-40B4-BE49-F238E27FC236}">
                    <a16:creationId xmlns:a16="http://schemas.microsoft.com/office/drawing/2014/main" id="{EE22DEB9-C5D1-A99B-5D23-ECBE0C11DA4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06484" y="3875275"/>
                <a:ext cx="1165615" cy="0"/>
              </a:xfrm>
              <a:prstGeom prst="straightConnector1">
                <a:avLst/>
              </a:prstGeom>
              <a:ln w="38100">
                <a:gradFill flip="none" rotWithShape="1">
                  <a:gsLst>
                    <a:gs pos="0">
                      <a:srgbClr val="FF0000"/>
                    </a:gs>
                    <a:gs pos="76000">
                      <a:srgbClr val="156082"/>
                    </a:gs>
                  </a:gsLst>
                  <a:lin ang="0" scaled="1"/>
                  <a:tileRect/>
                </a:gra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Gerade Verbindung mit Pfeil 199">
                <a:extLst>
                  <a:ext uri="{FF2B5EF4-FFF2-40B4-BE49-F238E27FC236}">
                    <a16:creationId xmlns:a16="http://schemas.microsoft.com/office/drawing/2014/main" id="{1787352C-BDF7-EBE4-6A15-3302A2424D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92600" y="4192268"/>
                <a:ext cx="1079499" cy="0"/>
              </a:xfrm>
              <a:prstGeom prst="straightConnector1">
                <a:avLst/>
              </a:prstGeom>
              <a:ln w="38100">
                <a:gradFill flip="none" rotWithShape="1">
                  <a:gsLst>
                    <a:gs pos="0">
                      <a:srgbClr val="FF0000"/>
                    </a:gs>
                    <a:gs pos="76000">
                      <a:srgbClr val="156082"/>
                    </a:gs>
                  </a:gsLst>
                  <a:lin ang="0" scaled="1"/>
                  <a:tileRect/>
                </a:gra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Gerade Verbindung mit Pfeil 200">
                <a:extLst>
                  <a:ext uri="{FF2B5EF4-FFF2-40B4-BE49-F238E27FC236}">
                    <a16:creationId xmlns:a16="http://schemas.microsoft.com/office/drawing/2014/main" id="{12A33203-1533-0A47-2AC5-94D4D1A2134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380361" y="4481890"/>
                <a:ext cx="991735" cy="27369"/>
              </a:xfrm>
              <a:prstGeom prst="straightConnector1">
                <a:avLst/>
              </a:prstGeom>
              <a:ln w="38100">
                <a:gradFill flip="none" rotWithShape="1">
                  <a:gsLst>
                    <a:gs pos="0">
                      <a:srgbClr val="FF0000"/>
                    </a:gs>
                    <a:gs pos="76000">
                      <a:srgbClr val="156082"/>
                    </a:gs>
                  </a:gsLst>
                  <a:lin ang="0" scaled="1"/>
                  <a:tileRect/>
                </a:gra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Gerade Verbindung mit Pfeil 201">
                <a:extLst>
                  <a:ext uri="{FF2B5EF4-FFF2-40B4-BE49-F238E27FC236}">
                    <a16:creationId xmlns:a16="http://schemas.microsoft.com/office/drawing/2014/main" id="{410902E5-607C-183E-A1EA-09E7DF4D491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80126" y="4826254"/>
                <a:ext cx="891971" cy="0"/>
              </a:xfrm>
              <a:prstGeom prst="straightConnector1">
                <a:avLst/>
              </a:prstGeom>
              <a:ln w="38100">
                <a:gradFill flip="none" rotWithShape="1">
                  <a:gsLst>
                    <a:gs pos="0">
                      <a:srgbClr val="FF0000"/>
                    </a:gs>
                    <a:gs pos="76000">
                      <a:srgbClr val="156082"/>
                    </a:gs>
                  </a:gsLst>
                  <a:lin ang="0" scaled="1"/>
                  <a:tileRect/>
                </a:gra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Gerade Verbindung mit Pfeil 202">
                <a:extLst>
                  <a:ext uri="{FF2B5EF4-FFF2-40B4-BE49-F238E27FC236}">
                    <a16:creationId xmlns:a16="http://schemas.microsoft.com/office/drawing/2014/main" id="{89E68D4C-BF4F-8A4C-B481-32E8F9F101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559674" y="5125022"/>
                <a:ext cx="812425" cy="18223"/>
              </a:xfrm>
              <a:prstGeom prst="straightConnector1">
                <a:avLst/>
              </a:prstGeom>
              <a:ln w="38100">
                <a:gradFill flip="none" rotWithShape="1">
                  <a:gsLst>
                    <a:gs pos="0">
                      <a:srgbClr val="FF0000"/>
                    </a:gs>
                    <a:gs pos="76000">
                      <a:srgbClr val="156082"/>
                    </a:gs>
                  </a:gsLst>
                  <a:lin ang="0" scaled="1"/>
                  <a:tileRect/>
                </a:gra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Textfeld 203">
                  <a:extLst>
                    <a:ext uri="{FF2B5EF4-FFF2-40B4-BE49-F238E27FC236}">
                      <a16:creationId xmlns:a16="http://schemas.microsoft.com/office/drawing/2014/main" id="{00FBD961-DF35-D6D7-152D-2C45E0E14074}"/>
                    </a:ext>
                  </a:extLst>
                </p:cNvPr>
                <p:cNvSpPr txBox="1"/>
                <p:nvPr/>
              </p:nvSpPr>
              <p:spPr>
                <a:xfrm>
                  <a:off x="2656321" y="472099"/>
                  <a:ext cx="539115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4000" b="0" i="0" smtClean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de-DE" sz="40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204" name="Textfeld 203">
                  <a:extLst>
                    <a:ext uri="{FF2B5EF4-FFF2-40B4-BE49-F238E27FC236}">
                      <a16:creationId xmlns:a16="http://schemas.microsoft.com/office/drawing/2014/main" id="{00FBD961-DF35-D6D7-152D-2C45E0E140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6321" y="472099"/>
                  <a:ext cx="539115" cy="707886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Textfeld 204">
                  <a:extLst>
                    <a:ext uri="{FF2B5EF4-FFF2-40B4-BE49-F238E27FC236}">
                      <a16:creationId xmlns:a16="http://schemas.microsoft.com/office/drawing/2014/main" id="{181AD2FB-7FD6-0F06-17D3-27D7393C8F53}"/>
                    </a:ext>
                  </a:extLst>
                </p:cNvPr>
                <p:cNvSpPr txBox="1"/>
                <p:nvPr/>
              </p:nvSpPr>
              <p:spPr>
                <a:xfrm>
                  <a:off x="5055211" y="429687"/>
                  <a:ext cx="539115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sz="4000" b="0" i="0" smtClean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de-DE" sz="4000" b="0" i="0" smtClean="0">
                                <a:latin typeface="Cambria Math" panose="02040503050406030204" pitchFamily="18" charset="0"/>
                              </a:rPr>
                              <m:t>1+2</m:t>
                            </m:r>
                          </m:sub>
                        </m:sSub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205" name="Textfeld 204">
                  <a:extLst>
                    <a:ext uri="{FF2B5EF4-FFF2-40B4-BE49-F238E27FC236}">
                      <a16:creationId xmlns:a16="http://schemas.microsoft.com/office/drawing/2014/main" id="{181AD2FB-7FD6-0F06-17D3-27D7393C8F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5211" y="429687"/>
                  <a:ext cx="539115" cy="707886"/>
                </a:xfrm>
                <a:prstGeom prst="rect">
                  <a:avLst/>
                </a:prstGeom>
                <a:blipFill>
                  <a:blip r:embed="rId12"/>
                  <a:stretch>
                    <a:fillRect r="-853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685037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796F9-D9BF-AFE0-06F9-07C43E5D8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8788AE76-1744-9FD0-F7B4-27E7CD1EADA7}"/>
              </a:ext>
            </a:extLst>
          </p:cNvPr>
          <p:cNvSpPr/>
          <p:nvPr/>
        </p:nvSpPr>
        <p:spPr>
          <a:xfrm>
            <a:off x="1384603" y="5460239"/>
            <a:ext cx="1274618" cy="976583"/>
          </a:xfrm>
          <a:prstGeom prst="rect">
            <a:avLst/>
          </a:prstGeom>
          <a:solidFill>
            <a:srgbClr val="96DC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5509727-D09C-D78E-52CF-4DA6970DBE0E}"/>
              </a:ext>
            </a:extLst>
          </p:cNvPr>
          <p:cNvSpPr/>
          <p:nvPr/>
        </p:nvSpPr>
        <p:spPr>
          <a:xfrm>
            <a:off x="1788997" y="4441908"/>
            <a:ext cx="465831" cy="1312456"/>
          </a:xfrm>
          <a:prstGeom prst="rect">
            <a:avLst/>
          </a:prstGeom>
          <a:solidFill>
            <a:srgbClr val="96DC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774DD2C-CCB7-0DAB-F4C5-08FA078D3674}"/>
              </a:ext>
            </a:extLst>
          </p:cNvPr>
          <p:cNvSpPr/>
          <p:nvPr/>
        </p:nvSpPr>
        <p:spPr>
          <a:xfrm>
            <a:off x="1764218" y="3062515"/>
            <a:ext cx="515389" cy="14789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feil: nach unten 10">
            <a:extLst>
              <a:ext uri="{FF2B5EF4-FFF2-40B4-BE49-F238E27FC236}">
                <a16:creationId xmlns:a16="http://schemas.microsoft.com/office/drawing/2014/main" id="{E305442B-B573-C376-9E47-D9CB74B2F043}"/>
              </a:ext>
            </a:extLst>
          </p:cNvPr>
          <p:cNvSpPr/>
          <p:nvPr/>
        </p:nvSpPr>
        <p:spPr>
          <a:xfrm rot="10800000">
            <a:off x="1384603" y="4483656"/>
            <a:ext cx="294557" cy="91878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5F45AED0-F927-B0B1-3475-659BE0539A03}"/>
                  </a:ext>
                </a:extLst>
              </p:cNvPr>
              <p:cNvSpPr txBox="1"/>
              <p:nvPr/>
            </p:nvSpPr>
            <p:spPr>
              <a:xfrm>
                <a:off x="124147" y="4658420"/>
                <a:ext cx="1389465" cy="6133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de-DE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de-DE" sz="32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</m:e>
                        <m:sub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5F45AED0-F927-B0B1-3475-659BE0539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47" y="4658420"/>
                <a:ext cx="1389465" cy="6133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F94214A7-7AD7-10E4-83AC-82F0B2565A1B}"/>
              </a:ext>
            </a:extLst>
          </p:cNvPr>
          <p:cNvGrpSpPr/>
          <p:nvPr/>
        </p:nvGrpSpPr>
        <p:grpSpPr>
          <a:xfrm>
            <a:off x="1488940" y="2188614"/>
            <a:ext cx="1685517" cy="1052674"/>
            <a:chOff x="1433303" y="2188614"/>
            <a:chExt cx="1685517" cy="1052674"/>
          </a:xfrm>
        </p:grpSpPr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59C3564E-C980-FCD6-8085-2623CD0F0066}"/>
                </a:ext>
              </a:extLst>
            </p:cNvPr>
            <p:cNvGrpSpPr/>
            <p:nvPr/>
          </p:nvGrpSpPr>
          <p:grpSpPr>
            <a:xfrm>
              <a:off x="1433303" y="2188614"/>
              <a:ext cx="1685517" cy="1052674"/>
              <a:chOff x="1043139" y="408189"/>
              <a:chExt cx="1685517" cy="1052674"/>
            </a:xfrm>
          </p:grpSpPr>
          <p:cxnSp>
            <p:nvCxnSpPr>
              <p:cNvPr id="72" name="Gerade Verbindung mit Pfeil 71">
                <a:extLst>
                  <a:ext uri="{FF2B5EF4-FFF2-40B4-BE49-F238E27FC236}">
                    <a16:creationId xmlns:a16="http://schemas.microsoft.com/office/drawing/2014/main" id="{23E40F2C-3078-E0B3-73D4-DDDA3A5593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3984" y="1289845"/>
                <a:ext cx="465831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Gerade Verbindung mit Pfeil 72">
                <a:extLst>
                  <a:ext uri="{FF2B5EF4-FFF2-40B4-BE49-F238E27FC236}">
                    <a16:creationId xmlns:a16="http://schemas.microsoft.com/office/drawing/2014/main" id="{2F3F5DED-9AE3-312B-4DF5-51BC5E91BD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99140" y="754743"/>
                <a:ext cx="0" cy="346401"/>
              </a:xfrm>
              <a:prstGeom prst="straightConnector1">
                <a:avLst/>
              </a:prstGeom>
              <a:ln w="38100">
                <a:solidFill>
                  <a:schemeClr val="tx2">
                    <a:lumMod val="50000"/>
                    <a:lumOff val="5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feld 73">
                    <a:extLst>
                      <a:ext uri="{FF2B5EF4-FFF2-40B4-BE49-F238E27FC236}">
                        <a16:creationId xmlns:a16="http://schemas.microsoft.com/office/drawing/2014/main" id="{BB8FC43F-ADC8-8A05-212E-E9E12B09780F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289059" y="408189"/>
                    <a:ext cx="798626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000" i="0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2000" b="0" i="0" dirty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oMath>
                      </m:oMathPara>
                    </a14:m>
                    <a:endParaRPr lang="de-DE" sz="2000" dirty="0"/>
                  </a:p>
                </p:txBody>
              </p:sp>
            </mc:Choice>
            <mc:Fallback xmlns="">
              <p:sp>
                <p:nvSpPr>
                  <p:cNvPr id="74" name="Textfeld 73">
                    <a:extLst>
                      <a:ext uri="{FF2B5EF4-FFF2-40B4-BE49-F238E27FC236}">
                        <a16:creationId xmlns:a16="http://schemas.microsoft.com/office/drawing/2014/main" id="{BB8FC43F-ADC8-8A05-212E-E9E12B0978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289059" y="408189"/>
                    <a:ext cx="798626" cy="40011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5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5" name="Ellipse 74">
                <a:extLst>
                  <a:ext uri="{FF2B5EF4-FFF2-40B4-BE49-F238E27FC236}">
                    <a16:creationId xmlns:a16="http://schemas.microsoft.com/office/drawing/2014/main" id="{74A5B4EE-8126-20D8-FEDE-AE00FC17DA44}"/>
                  </a:ext>
                </a:extLst>
              </p:cNvPr>
              <p:cNvSpPr/>
              <p:nvPr/>
            </p:nvSpPr>
            <p:spPr>
              <a:xfrm>
                <a:off x="1416242" y="1118826"/>
                <a:ext cx="343183" cy="34203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Textfeld 76">
                    <a:extLst>
                      <a:ext uri="{FF2B5EF4-FFF2-40B4-BE49-F238E27FC236}">
                        <a16:creationId xmlns:a16="http://schemas.microsoft.com/office/drawing/2014/main" id="{D9E97099-9FDD-6937-D253-3F086BE97A3B}"/>
                      </a:ext>
                    </a:extLst>
                  </p:cNvPr>
                  <p:cNvSpPr txBox="1"/>
                  <p:nvPr/>
                </p:nvSpPr>
                <p:spPr>
                  <a:xfrm>
                    <a:off x="1043139" y="1017195"/>
                    <a:ext cx="35363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7" name="Textfeld 76">
                    <a:extLst>
                      <a:ext uri="{FF2B5EF4-FFF2-40B4-BE49-F238E27FC236}">
                        <a16:creationId xmlns:a16="http://schemas.microsoft.com/office/drawing/2014/main" id="{D9E97099-9FDD-6937-D253-3F086BE97A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3139" y="1017195"/>
                    <a:ext cx="353635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Textfeld 77">
                    <a:extLst>
                      <a:ext uri="{FF2B5EF4-FFF2-40B4-BE49-F238E27FC236}">
                        <a16:creationId xmlns:a16="http://schemas.microsoft.com/office/drawing/2014/main" id="{4A9CE332-B626-FD71-6798-582B9927F802}"/>
                      </a:ext>
                    </a:extLst>
                  </p:cNvPr>
                  <p:cNvSpPr txBox="1"/>
                  <p:nvPr/>
                </p:nvSpPr>
                <p:spPr>
                  <a:xfrm>
                    <a:off x="1955036" y="1017195"/>
                    <a:ext cx="77362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8" name="Textfeld 77">
                    <a:extLst>
                      <a:ext uri="{FF2B5EF4-FFF2-40B4-BE49-F238E27FC236}">
                        <a16:creationId xmlns:a16="http://schemas.microsoft.com/office/drawing/2014/main" id="{4A9CE332-B626-FD71-6798-582B9927F8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55036" y="1017195"/>
                    <a:ext cx="773620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04CCC285-5227-08CC-9DF0-67F77861EECF}"/>
                </a:ext>
              </a:extLst>
            </p:cNvPr>
            <p:cNvCxnSpPr>
              <a:stCxn id="75" idx="1"/>
              <a:endCxn id="75" idx="5"/>
            </p:cNvCxnSpPr>
            <p:nvPr/>
          </p:nvCxnSpPr>
          <p:spPr>
            <a:xfrm>
              <a:off x="1856664" y="2949341"/>
              <a:ext cx="242667" cy="241857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F7571ACF-59A5-48EB-9767-7BE7357C9659}"/>
                </a:ext>
              </a:extLst>
            </p:cNvPr>
            <p:cNvCxnSpPr>
              <a:stCxn id="75" idx="7"/>
              <a:endCxn id="75" idx="3"/>
            </p:cNvCxnSpPr>
            <p:nvPr/>
          </p:nvCxnSpPr>
          <p:spPr>
            <a:xfrm flipH="1">
              <a:off x="1856664" y="2949341"/>
              <a:ext cx="242667" cy="241857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144CC41B-0B4F-F992-E2D6-863A9C76E85B}"/>
              </a:ext>
            </a:extLst>
          </p:cNvPr>
          <p:cNvGrpSpPr/>
          <p:nvPr/>
        </p:nvGrpSpPr>
        <p:grpSpPr>
          <a:xfrm>
            <a:off x="1428024" y="4941837"/>
            <a:ext cx="1874733" cy="1110158"/>
            <a:chOff x="1376736" y="2208561"/>
            <a:chExt cx="1874733" cy="1110158"/>
          </a:xfrm>
        </p:grpSpPr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E165FCFE-EAC6-4559-2329-F151DE85380E}"/>
                </a:ext>
              </a:extLst>
            </p:cNvPr>
            <p:cNvGrpSpPr/>
            <p:nvPr/>
          </p:nvGrpSpPr>
          <p:grpSpPr>
            <a:xfrm>
              <a:off x="1376736" y="2208561"/>
              <a:ext cx="1874733" cy="1110158"/>
              <a:chOff x="986572" y="428136"/>
              <a:chExt cx="1874733" cy="1110158"/>
            </a:xfrm>
          </p:grpSpPr>
          <p:cxnSp>
            <p:nvCxnSpPr>
              <p:cNvPr id="33" name="Gerade Verbindung mit Pfeil 32">
                <a:extLst>
                  <a:ext uri="{FF2B5EF4-FFF2-40B4-BE49-F238E27FC236}">
                    <a16:creationId xmlns:a16="http://schemas.microsoft.com/office/drawing/2014/main" id="{AFCF44DB-EBCA-C55F-A687-AE2CEC49AB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3984" y="1289845"/>
                <a:ext cx="465831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Gerade Verbindung mit Pfeil 36">
                <a:extLst>
                  <a:ext uri="{FF2B5EF4-FFF2-40B4-BE49-F238E27FC236}">
                    <a16:creationId xmlns:a16="http://schemas.microsoft.com/office/drawing/2014/main" id="{40A1DE68-1074-8305-8F26-029C59DE0B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99140" y="754743"/>
                <a:ext cx="0" cy="346401"/>
              </a:xfrm>
              <a:prstGeom prst="straightConnector1">
                <a:avLst/>
              </a:prstGeom>
              <a:ln w="38100">
                <a:solidFill>
                  <a:schemeClr val="tx2">
                    <a:lumMod val="50000"/>
                    <a:lumOff val="5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feld 38">
                    <a:extLst>
                      <a:ext uri="{FF2B5EF4-FFF2-40B4-BE49-F238E27FC236}">
                        <a16:creationId xmlns:a16="http://schemas.microsoft.com/office/drawing/2014/main" id="{9994CF52-738E-DC05-DF67-70E68DCCC165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199827" y="428136"/>
                    <a:ext cx="798626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000" i="0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2000" b="0" i="0" dirty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de-DE" sz="2000" b="0" i="0" dirty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de-DE" sz="2000" dirty="0"/>
                  </a:p>
                </p:txBody>
              </p:sp>
            </mc:Choice>
            <mc:Fallback xmlns="">
              <p:sp>
                <p:nvSpPr>
                  <p:cNvPr id="39" name="Textfeld 38">
                    <a:extLst>
                      <a:ext uri="{FF2B5EF4-FFF2-40B4-BE49-F238E27FC236}">
                        <a16:creationId xmlns:a16="http://schemas.microsoft.com/office/drawing/2014/main" id="{9994CF52-738E-DC05-DF67-70E68DCCC16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199827" y="428136"/>
                    <a:ext cx="798626" cy="40011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53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2" name="Ellipse 41">
                <a:extLst>
                  <a:ext uri="{FF2B5EF4-FFF2-40B4-BE49-F238E27FC236}">
                    <a16:creationId xmlns:a16="http://schemas.microsoft.com/office/drawing/2014/main" id="{B27EEFD7-4501-7794-1561-298C916AA7AB}"/>
                  </a:ext>
                </a:extLst>
              </p:cNvPr>
              <p:cNvSpPr/>
              <p:nvPr/>
            </p:nvSpPr>
            <p:spPr>
              <a:xfrm>
                <a:off x="1416242" y="1118826"/>
                <a:ext cx="343183" cy="34203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Textfeld 53">
                    <a:extLst>
                      <a:ext uri="{FF2B5EF4-FFF2-40B4-BE49-F238E27FC236}">
                        <a16:creationId xmlns:a16="http://schemas.microsoft.com/office/drawing/2014/main" id="{462DA706-0961-B046-D168-8190F9B89FFD}"/>
                      </a:ext>
                    </a:extLst>
                  </p:cNvPr>
                  <p:cNvSpPr txBox="1"/>
                  <p:nvPr/>
                </p:nvSpPr>
                <p:spPr>
                  <a:xfrm>
                    <a:off x="986572" y="1168962"/>
                    <a:ext cx="35363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4" name="Textfeld 53">
                    <a:extLst>
                      <a:ext uri="{FF2B5EF4-FFF2-40B4-BE49-F238E27FC236}">
                        <a16:creationId xmlns:a16="http://schemas.microsoft.com/office/drawing/2014/main" id="{462DA706-0961-B046-D168-8190F9B89F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6572" y="1168962"/>
                    <a:ext cx="353635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534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feld 54">
                    <a:extLst>
                      <a:ext uri="{FF2B5EF4-FFF2-40B4-BE49-F238E27FC236}">
                        <a16:creationId xmlns:a16="http://schemas.microsoft.com/office/drawing/2014/main" id="{F9E87023-C256-6C13-57DD-12B15BC36665}"/>
                      </a:ext>
                    </a:extLst>
                  </p:cNvPr>
                  <p:cNvSpPr txBox="1"/>
                  <p:nvPr/>
                </p:nvSpPr>
                <p:spPr>
                  <a:xfrm>
                    <a:off x="2087685" y="1004069"/>
                    <a:ext cx="77362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de-DE" b="0" i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5" name="Textfeld 54">
                    <a:extLst>
                      <a:ext uri="{FF2B5EF4-FFF2-40B4-BE49-F238E27FC236}">
                        <a16:creationId xmlns:a16="http://schemas.microsoft.com/office/drawing/2014/main" id="{F9E87023-C256-6C13-57DD-12B15BC3666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87685" y="1004069"/>
                    <a:ext cx="773620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C6BC431C-0F65-B916-E525-D8269AF18F83}"/>
                </a:ext>
              </a:extLst>
            </p:cNvPr>
            <p:cNvCxnSpPr>
              <a:stCxn id="42" idx="1"/>
              <a:endCxn id="42" idx="5"/>
            </p:cNvCxnSpPr>
            <p:nvPr/>
          </p:nvCxnSpPr>
          <p:spPr>
            <a:xfrm>
              <a:off x="1856664" y="2949341"/>
              <a:ext cx="242667" cy="241857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965B7F2C-1ACE-4415-0F01-8435628C664C}"/>
                </a:ext>
              </a:extLst>
            </p:cNvPr>
            <p:cNvCxnSpPr>
              <a:stCxn id="42" idx="7"/>
              <a:endCxn id="42" idx="3"/>
            </p:cNvCxnSpPr>
            <p:nvPr/>
          </p:nvCxnSpPr>
          <p:spPr>
            <a:xfrm flipH="1">
              <a:off x="1856664" y="2949341"/>
              <a:ext cx="242667" cy="241857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15756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468</Words>
  <Application>Microsoft Office PowerPoint</Application>
  <PresentationFormat>Breitbild</PresentationFormat>
  <Paragraphs>403</Paragraphs>
  <Slides>29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Cambria Math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Constantin Valentin Sul</dc:creator>
  <cp:lastModifiedBy>Constantin Valentin Sul</cp:lastModifiedBy>
  <cp:revision>23</cp:revision>
  <dcterms:created xsi:type="dcterms:W3CDTF">2025-06-24T11:29:39Z</dcterms:created>
  <dcterms:modified xsi:type="dcterms:W3CDTF">2025-08-08T14:41:55Z</dcterms:modified>
</cp:coreProperties>
</file>