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  <p:sldId id="278" r:id="rId20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8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132" y="-588"/>
      </p:cViewPr>
      <p:guideLst>
        <p:guide orient="horz" pos="48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09CDDE8-39BB-19F8-F099-2310678D59CE}"/>
              </a:ext>
            </a:extLst>
          </p:cNvPr>
          <p:cNvCxnSpPr/>
          <p:nvPr/>
        </p:nvCxnSpPr>
        <p:spPr>
          <a:xfrm flipH="1">
            <a:off x="1796548" y="3624395"/>
            <a:ext cx="385127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4E2DB3-7B5E-3EA0-310B-8771E123EE16}"/>
              </a:ext>
            </a:extLst>
          </p:cNvPr>
          <p:cNvCxnSpPr/>
          <p:nvPr/>
        </p:nvCxnSpPr>
        <p:spPr>
          <a:xfrm flipV="1">
            <a:off x="5631256" y="3543300"/>
            <a:ext cx="0" cy="7947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B295E12-DCF2-0130-00E6-38E4046F45E7}"/>
              </a:ext>
            </a:extLst>
          </p:cNvPr>
          <p:cNvSpPr txBox="1"/>
          <p:nvPr/>
        </p:nvSpPr>
        <p:spPr>
          <a:xfrm>
            <a:off x="3149316" y="3255063"/>
            <a:ext cx="88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cm</a:t>
            </a:r>
          </a:p>
        </p:txBody>
      </p: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158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310</Words>
  <Application>Microsoft Office PowerPoint</Application>
  <PresentationFormat>Breitbild</PresentationFormat>
  <Paragraphs>267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18</cp:revision>
  <dcterms:created xsi:type="dcterms:W3CDTF">2025-06-24T11:29:39Z</dcterms:created>
  <dcterms:modified xsi:type="dcterms:W3CDTF">2025-07-17T17:13:47Z</dcterms:modified>
</cp:coreProperties>
</file>