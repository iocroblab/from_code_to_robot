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5" r:id="rId10"/>
    <p:sldId id="266" r:id="rId11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6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132" y="-594"/>
      </p:cViewPr>
      <p:guideLst>
        <p:guide orient="horz" pos="386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86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18" Type="http://schemas.openxmlformats.org/officeDocument/2006/relationships/image" Target="../media/image119.png"/><Relationship Id="rId3" Type="http://schemas.openxmlformats.org/officeDocument/2006/relationships/image" Target="../media/image104.png"/><Relationship Id="rId21" Type="http://schemas.openxmlformats.org/officeDocument/2006/relationships/image" Target="../media/image122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17" Type="http://schemas.openxmlformats.org/officeDocument/2006/relationships/image" Target="../media/image118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19" Type="http://schemas.openxmlformats.org/officeDocument/2006/relationships/image" Target="../media/image120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Relationship Id="rId22" Type="http://schemas.openxmlformats.org/officeDocument/2006/relationships/image" Target="../media/image1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5" Type="http://schemas.openxmlformats.org/officeDocument/2006/relationships/image" Target="../media/image110.png"/><Relationship Id="rId15" Type="http://schemas.openxmlformats.org/officeDocument/2006/relationships/image" Target="../media/image120.png"/><Relationship Id="rId10" Type="http://schemas.openxmlformats.org/officeDocument/2006/relationships/image" Target="../media/image115.png"/><Relationship Id="rId4" Type="http://schemas.openxmlformats.org/officeDocument/2006/relationships/image" Target="../media/image109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229</Words>
  <Application>Microsoft Office PowerPoint</Application>
  <PresentationFormat>Breitbild</PresentationFormat>
  <Paragraphs>194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10</cp:revision>
  <dcterms:created xsi:type="dcterms:W3CDTF">2025-06-24T11:29:39Z</dcterms:created>
  <dcterms:modified xsi:type="dcterms:W3CDTF">2025-07-03T15:50:03Z</dcterms:modified>
</cp:coreProperties>
</file>