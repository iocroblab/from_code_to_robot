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5" r:id="rId10"/>
    <p:sldId id="266" r:id="rId11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63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3132" y="-588"/>
      </p:cViewPr>
      <p:guideLst>
        <p:guide orient="horz" pos="3863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193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81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07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98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159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50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331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3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026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327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211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AC5A61-552C-42C3-9674-8FC1DC59153A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478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0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0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34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26" Type="http://schemas.openxmlformats.org/officeDocument/2006/relationships/image" Target="../media/image71.png"/><Relationship Id="rId21" Type="http://schemas.openxmlformats.org/officeDocument/2006/relationships/image" Target="../media/image66.png"/><Relationship Id="rId34" Type="http://schemas.openxmlformats.org/officeDocument/2006/relationships/image" Target="../media/image79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5" Type="http://schemas.openxmlformats.org/officeDocument/2006/relationships/image" Target="../media/image70.png"/><Relationship Id="rId33" Type="http://schemas.openxmlformats.org/officeDocument/2006/relationships/image" Target="../media/image78.png"/><Relationship Id="rId2" Type="http://schemas.openxmlformats.org/officeDocument/2006/relationships/image" Target="../media/image47.png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29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24" Type="http://schemas.openxmlformats.org/officeDocument/2006/relationships/image" Target="../media/image69.png"/><Relationship Id="rId32" Type="http://schemas.openxmlformats.org/officeDocument/2006/relationships/image" Target="../media/image77.png"/><Relationship Id="rId37" Type="http://schemas.openxmlformats.org/officeDocument/2006/relationships/image" Target="../media/image82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23" Type="http://schemas.openxmlformats.org/officeDocument/2006/relationships/image" Target="../media/image68.png"/><Relationship Id="rId28" Type="http://schemas.openxmlformats.org/officeDocument/2006/relationships/image" Target="../media/image73.png"/><Relationship Id="rId36" Type="http://schemas.openxmlformats.org/officeDocument/2006/relationships/image" Target="../media/image81.png"/><Relationship Id="rId10" Type="http://schemas.openxmlformats.org/officeDocument/2006/relationships/image" Target="../media/image55.png"/><Relationship Id="rId19" Type="http://schemas.openxmlformats.org/officeDocument/2006/relationships/image" Target="../media/image64.png"/><Relationship Id="rId31" Type="http://schemas.openxmlformats.org/officeDocument/2006/relationships/image" Target="../media/image76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Relationship Id="rId22" Type="http://schemas.openxmlformats.org/officeDocument/2006/relationships/image" Target="../media/image67.png"/><Relationship Id="rId27" Type="http://schemas.openxmlformats.org/officeDocument/2006/relationships/image" Target="../media/image72.png"/><Relationship Id="rId30" Type="http://schemas.openxmlformats.org/officeDocument/2006/relationships/image" Target="../media/image75.png"/><Relationship Id="rId35" Type="http://schemas.openxmlformats.org/officeDocument/2006/relationships/image" Target="../media/image80.png"/><Relationship Id="rId8" Type="http://schemas.openxmlformats.org/officeDocument/2006/relationships/image" Target="../media/image53.png"/><Relationship Id="rId3" Type="http://schemas.openxmlformats.org/officeDocument/2006/relationships/image" Target="../media/image4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2" Type="http://schemas.openxmlformats.org/officeDocument/2006/relationships/image" Target="../media/image83.png"/><Relationship Id="rId16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5" Type="http://schemas.openxmlformats.org/officeDocument/2006/relationships/image" Target="../media/image86.png"/><Relationship Id="rId15" Type="http://schemas.openxmlformats.org/officeDocument/2006/relationships/image" Target="../media/image96.png"/><Relationship Id="rId10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Relationship Id="rId14" Type="http://schemas.openxmlformats.org/officeDocument/2006/relationships/image" Target="../media/image9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2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9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114.png"/><Relationship Id="rId18" Type="http://schemas.openxmlformats.org/officeDocument/2006/relationships/image" Target="../media/image119.png"/><Relationship Id="rId3" Type="http://schemas.openxmlformats.org/officeDocument/2006/relationships/image" Target="../media/image104.png"/><Relationship Id="rId21" Type="http://schemas.openxmlformats.org/officeDocument/2006/relationships/image" Target="../media/image122.png"/><Relationship Id="rId7" Type="http://schemas.openxmlformats.org/officeDocument/2006/relationships/image" Target="../media/image108.png"/><Relationship Id="rId12" Type="http://schemas.openxmlformats.org/officeDocument/2006/relationships/image" Target="../media/image113.png"/><Relationship Id="rId17" Type="http://schemas.openxmlformats.org/officeDocument/2006/relationships/image" Target="../media/image118.png"/><Relationship Id="rId2" Type="http://schemas.openxmlformats.org/officeDocument/2006/relationships/image" Target="../media/image103.png"/><Relationship Id="rId16" Type="http://schemas.openxmlformats.org/officeDocument/2006/relationships/image" Target="../media/image117.png"/><Relationship Id="rId20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11" Type="http://schemas.openxmlformats.org/officeDocument/2006/relationships/image" Target="../media/image112.png"/><Relationship Id="rId5" Type="http://schemas.openxmlformats.org/officeDocument/2006/relationships/image" Target="../media/image106.png"/><Relationship Id="rId15" Type="http://schemas.openxmlformats.org/officeDocument/2006/relationships/image" Target="../media/image116.png"/><Relationship Id="rId10" Type="http://schemas.openxmlformats.org/officeDocument/2006/relationships/image" Target="../media/image111.png"/><Relationship Id="rId19" Type="http://schemas.openxmlformats.org/officeDocument/2006/relationships/image" Target="../media/image120.png"/><Relationship Id="rId4" Type="http://schemas.openxmlformats.org/officeDocument/2006/relationships/image" Target="../media/image105.png"/><Relationship Id="rId9" Type="http://schemas.openxmlformats.org/officeDocument/2006/relationships/image" Target="../media/image110.png"/><Relationship Id="rId14" Type="http://schemas.openxmlformats.org/officeDocument/2006/relationships/image" Target="../media/image115.png"/><Relationship Id="rId22" Type="http://schemas.openxmlformats.org/officeDocument/2006/relationships/image" Target="../media/image12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13" Type="http://schemas.openxmlformats.org/officeDocument/2006/relationships/image" Target="../media/image118.png"/><Relationship Id="rId18" Type="http://schemas.openxmlformats.org/officeDocument/2006/relationships/image" Target="../media/image127.png"/><Relationship Id="rId3" Type="http://schemas.openxmlformats.org/officeDocument/2006/relationships/image" Target="../media/image125.png"/><Relationship Id="rId7" Type="http://schemas.openxmlformats.org/officeDocument/2006/relationships/image" Target="../media/image112.png"/><Relationship Id="rId12" Type="http://schemas.openxmlformats.org/officeDocument/2006/relationships/image" Target="../media/image117.png"/><Relationship Id="rId17" Type="http://schemas.openxmlformats.org/officeDocument/2006/relationships/image" Target="../media/image122.png"/><Relationship Id="rId2" Type="http://schemas.openxmlformats.org/officeDocument/2006/relationships/image" Target="../media/image124.png"/><Relationship Id="rId16" Type="http://schemas.openxmlformats.org/officeDocument/2006/relationships/image" Target="../media/image1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.png"/><Relationship Id="rId11" Type="http://schemas.openxmlformats.org/officeDocument/2006/relationships/image" Target="../media/image116.png"/><Relationship Id="rId5" Type="http://schemas.openxmlformats.org/officeDocument/2006/relationships/image" Target="../media/image110.png"/><Relationship Id="rId15" Type="http://schemas.openxmlformats.org/officeDocument/2006/relationships/image" Target="../media/image120.png"/><Relationship Id="rId10" Type="http://schemas.openxmlformats.org/officeDocument/2006/relationships/image" Target="../media/image115.png"/><Relationship Id="rId4" Type="http://schemas.openxmlformats.org/officeDocument/2006/relationships/image" Target="../media/image109.png"/><Relationship Id="rId9" Type="http://schemas.openxmlformats.org/officeDocument/2006/relationships/image" Target="../media/image114.png"/><Relationship Id="rId14" Type="http://schemas.openxmlformats.org/officeDocument/2006/relationships/image" Target="../media/image1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Zylinder 122">
            <a:extLst>
              <a:ext uri="{FF2B5EF4-FFF2-40B4-BE49-F238E27FC236}">
                <a16:creationId xmlns:a16="http://schemas.microsoft.com/office/drawing/2014/main" id="{CBF02764-9737-1E05-5415-565BF38155D8}"/>
              </a:ext>
            </a:extLst>
          </p:cNvPr>
          <p:cNvSpPr/>
          <p:nvPr/>
        </p:nvSpPr>
        <p:spPr>
          <a:xfrm>
            <a:off x="988332" y="9011220"/>
            <a:ext cx="1284696" cy="8895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Würfel 123">
            <a:extLst>
              <a:ext uri="{FF2B5EF4-FFF2-40B4-BE49-F238E27FC236}">
                <a16:creationId xmlns:a16="http://schemas.microsoft.com/office/drawing/2014/main" id="{04D6890C-0C5A-47CC-C7BA-AFE783E9F95B}"/>
              </a:ext>
            </a:extLst>
          </p:cNvPr>
          <p:cNvSpPr/>
          <p:nvPr/>
        </p:nvSpPr>
        <p:spPr>
          <a:xfrm flipH="1">
            <a:off x="1413302" y="8338753"/>
            <a:ext cx="404023" cy="834235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A733B518-DF60-7F2A-8EB9-872D5E5AEBC3}"/>
              </a:ext>
            </a:extLst>
          </p:cNvPr>
          <p:cNvSpPr/>
          <p:nvPr/>
        </p:nvSpPr>
        <p:spPr>
          <a:xfrm>
            <a:off x="5186796" y="8049490"/>
            <a:ext cx="519547" cy="51954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E2B37896-680D-305F-F309-8EB729150505}"/>
              </a:ext>
            </a:extLst>
          </p:cNvPr>
          <p:cNvSpPr/>
          <p:nvPr/>
        </p:nvSpPr>
        <p:spPr>
          <a:xfrm rot="16200000">
            <a:off x="1421154" y="7847929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Würfel 6">
            <a:extLst>
              <a:ext uri="{FF2B5EF4-FFF2-40B4-BE49-F238E27FC236}">
                <a16:creationId xmlns:a16="http://schemas.microsoft.com/office/drawing/2014/main" id="{7783CC95-3B0E-2EBC-3759-89C5EF63403D}"/>
              </a:ext>
            </a:extLst>
          </p:cNvPr>
          <p:cNvSpPr/>
          <p:nvPr/>
        </p:nvSpPr>
        <p:spPr>
          <a:xfrm flipH="1">
            <a:off x="1421153" y="6214716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E5676AC1-EC7E-2CE8-D48C-B6A55B3DF2E7}"/>
              </a:ext>
            </a:extLst>
          </p:cNvPr>
          <p:cNvSpPr/>
          <p:nvPr/>
        </p:nvSpPr>
        <p:spPr>
          <a:xfrm rot="16200000">
            <a:off x="1421154" y="5697703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Würfel 8">
            <a:extLst>
              <a:ext uri="{FF2B5EF4-FFF2-40B4-BE49-F238E27FC236}">
                <a16:creationId xmlns:a16="http://schemas.microsoft.com/office/drawing/2014/main" id="{D5D370D3-7F65-F532-DAB8-332320913891}"/>
              </a:ext>
            </a:extLst>
          </p:cNvPr>
          <p:cNvSpPr/>
          <p:nvPr/>
        </p:nvSpPr>
        <p:spPr>
          <a:xfrm flipH="1">
            <a:off x="1421153" y="4064490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Würfel 10">
            <a:extLst>
              <a:ext uri="{FF2B5EF4-FFF2-40B4-BE49-F238E27FC236}">
                <a16:creationId xmlns:a16="http://schemas.microsoft.com/office/drawing/2014/main" id="{2F9BFD56-A899-679C-E669-A5D098F16869}"/>
              </a:ext>
            </a:extLst>
          </p:cNvPr>
          <p:cNvSpPr/>
          <p:nvPr/>
        </p:nvSpPr>
        <p:spPr>
          <a:xfrm flipH="1">
            <a:off x="2496307" y="3309289"/>
            <a:ext cx="1028700" cy="349041"/>
          </a:xfrm>
          <a:prstGeom prst="cube">
            <a:avLst>
              <a:gd name="adj" fmla="val 4603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Würfel 11">
            <a:extLst>
              <a:ext uri="{FF2B5EF4-FFF2-40B4-BE49-F238E27FC236}">
                <a16:creationId xmlns:a16="http://schemas.microsoft.com/office/drawing/2014/main" id="{C348AD00-8FDD-9434-7A52-9EB6400A8419}"/>
              </a:ext>
            </a:extLst>
          </p:cNvPr>
          <p:cNvSpPr/>
          <p:nvPr/>
        </p:nvSpPr>
        <p:spPr>
          <a:xfrm flipH="1">
            <a:off x="3239257" y="2478709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Würfel 12">
            <a:extLst>
              <a:ext uri="{FF2B5EF4-FFF2-40B4-BE49-F238E27FC236}">
                <a16:creationId xmlns:a16="http://schemas.microsoft.com/office/drawing/2014/main" id="{A6F9F139-59F9-5BB9-ECD4-C67643840283}"/>
              </a:ext>
            </a:extLst>
          </p:cNvPr>
          <p:cNvSpPr/>
          <p:nvPr/>
        </p:nvSpPr>
        <p:spPr>
          <a:xfrm flipH="1">
            <a:off x="2496307" y="2478708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42031856-FB71-8CCD-E039-D051508A75B0}"/>
              </a:ext>
            </a:extLst>
          </p:cNvPr>
          <p:cNvGrpSpPr/>
          <p:nvPr/>
        </p:nvGrpSpPr>
        <p:grpSpPr>
          <a:xfrm rot="5400000" flipH="1">
            <a:off x="2668125" y="2472152"/>
            <a:ext cx="1259457" cy="939991"/>
            <a:chOff x="1406653" y="1006295"/>
            <a:chExt cx="2220841" cy="1531975"/>
          </a:xfrm>
        </p:grpSpPr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84827A1F-9C3A-C500-757C-28438B71B032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299187" y="1688612"/>
              <a:ext cx="0" cy="113381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8118D0F6-6CDA-177A-E5B8-43C5ABC897E5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318783" y="1842021"/>
              <a:ext cx="82699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EB5874D-1916-F9BB-C201-71B37EE7DE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2280" y="1718886"/>
              <a:ext cx="611844" cy="53663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C82AEEC4-9558-58C7-4D7F-E91E84119EE9}"/>
                </a:ext>
              </a:extLst>
            </p:cNvPr>
            <p:cNvSpPr txBox="1"/>
            <p:nvPr/>
          </p:nvSpPr>
          <p:spPr>
            <a:xfrm rot="5400000">
              <a:off x="1507841" y="905107"/>
              <a:ext cx="448879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X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/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Tool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blipFill>
                  <a:blip r:embed="rId2"/>
                  <a:stretch>
                    <a:fillRect r="-8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0C23102B-A3BC-EF79-C337-DA9EAE3BF383}"/>
                </a:ext>
              </a:extLst>
            </p:cNvPr>
            <p:cNvSpPr txBox="1"/>
            <p:nvPr/>
          </p:nvSpPr>
          <p:spPr>
            <a:xfrm rot="5400000">
              <a:off x="2297830" y="1237354"/>
              <a:ext cx="488817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Y</a:t>
              </a:r>
            </a:p>
          </p:txBody>
        </p:sp>
      </p:grp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567064" y="7430696"/>
            <a:ext cx="2170040" cy="1036105"/>
            <a:chOff x="2981773" y="6037979"/>
            <a:chExt cx="2170040" cy="1036105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70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63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F76EF768-CBFD-0A2B-4886-652B1A4D7AC3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06B908BA-DFD4-EF3A-A53B-935063754312}"/>
              </a:ext>
            </a:extLst>
          </p:cNvPr>
          <p:cNvGrpSpPr/>
          <p:nvPr/>
        </p:nvGrpSpPr>
        <p:grpSpPr>
          <a:xfrm>
            <a:off x="3881764" y="4485131"/>
            <a:ext cx="2855147" cy="1551541"/>
            <a:chOff x="2981773" y="6037979"/>
            <a:chExt cx="2855147" cy="1551541"/>
          </a:xfrm>
        </p:grpSpPr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E0F12E0C-3C7B-8295-4515-FE70D4ACD4DF}"/>
                </a:ext>
              </a:extLst>
            </p:cNvPr>
            <p:cNvCxnSpPr>
              <a:cxnSpLocks/>
              <a:endCxn id="89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 Verbindung mit Pfeil 87">
              <a:extLst>
                <a:ext uri="{FF2B5EF4-FFF2-40B4-BE49-F238E27FC236}">
                  <a16:creationId xmlns:a16="http://schemas.microsoft.com/office/drawing/2014/main" id="{7BC12381-FC07-1198-95CA-F874B9F020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6216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7DB5ED4E-7913-CC60-CC7A-98E9B4414F7A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791531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630AAAF6-CAFC-1B97-B58C-5BA3CED2DF8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0" cy="700102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BEA89787-57A9-E37E-A31F-5DB5C176E9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Gruppieren 96">
            <a:extLst>
              <a:ext uri="{FF2B5EF4-FFF2-40B4-BE49-F238E27FC236}">
                <a16:creationId xmlns:a16="http://schemas.microsoft.com/office/drawing/2014/main" id="{2FF09B91-206A-0F02-F517-B113979E0CC7}"/>
              </a:ext>
            </a:extLst>
          </p:cNvPr>
          <p:cNvGrpSpPr/>
          <p:nvPr/>
        </p:nvGrpSpPr>
        <p:grpSpPr>
          <a:xfrm>
            <a:off x="567064" y="5275234"/>
            <a:ext cx="2170040" cy="1036105"/>
            <a:chOff x="2981773" y="6037979"/>
            <a:chExt cx="2170040" cy="1036105"/>
          </a:xfrm>
        </p:grpSpPr>
        <p:cxnSp>
          <p:nvCxnSpPr>
            <p:cNvPr id="98" name="Gerade Verbindung mit Pfeil 97">
              <a:extLst>
                <a:ext uri="{FF2B5EF4-FFF2-40B4-BE49-F238E27FC236}">
                  <a16:creationId xmlns:a16="http://schemas.microsoft.com/office/drawing/2014/main" id="{076B0058-223B-94F1-C0C1-EDE04F4DBD9B}"/>
                </a:ext>
              </a:extLst>
            </p:cNvPr>
            <p:cNvCxnSpPr>
              <a:cxnSpLocks/>
              <a:endCxn id="100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149BE14D-F8CE-D611-E1D1-39013940AA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6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4ECEEF8B-5DEA-00FD-ABB9-1F273FFEFBD0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BF8D0D75-23B4-46E2-D657-F6F281069C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D9E4B032-7741-C4E4-623D-5825A65099D5}"/>
              </a:ext>
            </a:extLst>
          </p:cNvPr>
          <p:cNvGrpSpPr/>
          <p:nvPr/>
        </p:nvGrpSpPr>
        <p:grpSpPr>
          <a:xfrm>
            <a:off x="306861" y="8559320"/>
            <a:ext cx="2337279" cy="1687396"/>
            <a:chOff x="2721570" y="6032988"/>
            <a:chExt cx="2337279" cy="1687396"/>
          </a:xfrm>
        </p:grpSpPr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3EB05616-2539-C760-285B-A0ABAFDA6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82936" y="6447913"/>
              <a:ext cx="462453" cy="4415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 Verbindung mit Pfeil 106">
              <a:extLst>
                <a:ext uri="{FF2B5EF4-FFF2-40B4-BE49-F238E27FC236}">
                  <a16:creationId xmlns:a16="http://schemas.microsoft.com/office/drawing/2014/main" id="{B9A0E9CC-4B81-421A-CE9A-AE7620C52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7872" y="6889418"/>
              <a:ext cx="7517" cy="5220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/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blipFill>
                  <a:blip r:embed="rId12"/>
                  <a:stretch>
                    <a:fillRect r="-1413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/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894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/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1891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1" name="Gerader Verbinder 110">
              <a:extLst>
                <a:ext uri="{FF2B5EF4-FFF2-40B4-BE49-F238E27FC236}">
                  <a16:creationId xmlns:a16="http://schemas.microsoft.com/office/drawing/2014/main" id="{CE9E845E-BC17-57BE-D86F-78CBC7B96C6B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013460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 Verbindung mit Pfeil 111">
              <a:extLst>
                <a:ext uri="{FF2B5EF4-FFF2-40B4-BE49-F238E27FC236}">
                  <a16:creationId xmlns:a16="http://schemas.microsoft.com/office/drawing/2014/main" id="{D3F15F62-8BA1-A2FA-FBA9-A00DAC055B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77649" y="6889418"/>
              <a:ext cx="1037151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Gerade Verbindung mit Pfeil 113">
            <a:extLst>
              <a:ext uri="{FF2B5EF4-FFF2-40B4-BE49-F238E27FC236}">
                <a16:creationId xmlns:a16="http://schemas.microsoft.com/office/drawing/2014/main" id="{C8705E9E-2AB5-BB9F-DC94-6A605AC32149}"/>
              </a:ext>
            </a:extLst>
          </p:cNvPr>
          <p:cNvCxnSpPr/>
          <p:nvPr/>
        </p:nvCxnSpPr>
        <p:spPr>
          <a:xfrm flipV="1">
            <a:off x="2526445" y="6157808"/>
            <a:ext cx="0" cy="211811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D8C2CE2B-C577-7E41-16C0-AE6AF87E2612}"/>
              </a:ext>
            </a:extLst>
          </p:cNvPr>
          <p:cNvCxnSpPr>
            <a:cxnSpLocks/>
          </p:cNvCxnSpPr>
          <p:nvPr/>
        </p:nvCxnSpPr>
        <p:spPr>
          <a:xfrm flipV="1">
            <a:off x="2518825" y="8309263"/>
            <a:ext cx="0" cy="110648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8" name="Gruppieren 127">
            <a:extLst>
              <a:ext uri="{FF2B5EF4-FFF2-40B4-BE49-F238E27FC236}">
                <a16:creationId xmlns:a16="http://schemas.microsoft.com/office/drawing/2014/main" id="{C87FA75F-B988-AA26-B960-AD75B336E32F}"/>
              </a:ext>
            </a:extLst>
          </p:cNvPr>
          <p:cNvGrpSpPr/>
          <p:nvPr/>
        </p:nvGrpSpPr>
        <p:grpSpPr>
          <a:xfrm>
            <a:off x="4101776" y="3433113"/>
            <a:ext cx="2170040" cy="1036105"/>
            <a:chOff x="2981773" y="6037979"/>
            <a:chExt cx="2170040" cy="1036105"/>
          </a:xfrm>
        </p:grpSpPr>
        <p:cxnSp>
          <p:nvCxnSpPr>
            <p:cNvPr id="129" name="Gerade Verbindung mit Pfeil 128">
              <a:extLst>
                <a:ext uri="{FF2B5EF4-FFF2-40B4-BE49-F238E27FC236}">
                  <a16:creationId xmlns:a16="http://schemas.microsoft.com/office/drawing/2014/main" id="{6D5829EC-B175-6D85-F46F-A6DB80D69D8A}"/>
                </a:ext>
              </a:extLst>
            </p:cNvPr>
            <p:cNvCxnSpPr>
              <a:cxnSpLocks/>
              <a:endCxn id="131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4E321E6-4422-2DD1-4A6F-710D5241E7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7"/>
                  <a:stretch>
                    <a:fillRect r="-5945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4" name="Gerader Verbinder 133">
              <a:extLst>
                <a:ext uri="{FF2B5EF4-FFF2-40B4-BE49-F238E27FC236}">
                  <a16:creationId xmlns:a16="http://schemas.microsoft.com/office/drawing/2014/main" id="{362A23D5-FFD3-DED2-3313-60298EAD46F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Gerade Verbindung mit Pfeil 134">
              <a:extLst>
                <a:ext uri="{FF2B5EF4-FFF2-40B4-BE49-F238E27FC236}">
                  <a16:creationId xmlns:a16="http://schemas.microsoft.com/office/drawing/2014/main" id="{54097A8F-EAA5-C2D7-DAF0-4198CE4B77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6" name="Gerade Verbindung mit Pfeil 135">
            <a:extLst>
              <a:ext uri="{FF2B5EF4-FFF2-40B4-BE49-F238E27FC236}">
                <a16:creationId xmlns:a16="http://schemas.microsoft.com/office/drawing/2014/main" id="{BAB8FBCE-C5C3-670D-F969-C7671A685E92}"/>
              </a:ext>
            </a:extLst>
          </p:cNvPr>
          <p:cNvCxnSpPr>
            <a:cxnSpLocks/>
          </p:cNvCxnSpPr>
          <p:nvPr/>
        </p:nvCxnSpPr>
        <p:spPr>
          <a:xfrm flipV="1">
            <a:off x="2526445" y="4119918"/>
            <a:ext cx="0" cy="191675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2819CE9B-8319-A2AE-9653-BCD4D0C9FD8E}"/>
              </a:ext>
            </a:extLst>
          </p:cNvPr>
          <p:cNvCxnSpPr>
            <a:cxnSpLocks/>
            <a:endCxn id="140" idx="2"/>
          </p:cNvCxnSpPr>
          <p:nvPr/>
        </p:nvCxnSpPr>
        <p:spPr>
          <a:xfrm flipV="1">
            <a:off x="1615748" y="3616670"/>
            <a:ext cx="1" cy="48210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BE9409D7-61DB-EFAC-11C8-4E30DAF714E3}"/>
              </a:ext>
            </a:extLst>
          </p:cNvPr>
          <p:cNvCxnSpPr>
            <a:cxnSpLocks/>
          </p:cNvCxnSpPr>
          <p:nvPr/>
        </p:nvCxnSpPr>
        <p:spPr>
          <a:xfrm flipH="1">
            <a:off x="1093273" y="4098777"/>
            <a:ext cx="522475" cy="8251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/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0" dirty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blipFill>
                <a:blip r:embed="rId18"/>
                <a:stretch>
                  <a:fillRect r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/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blipFill>
                <a:blip r:embed="rId19"/>
                <a:stretch>
                  <a:fillRect r="-70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/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blipFill>
                <a:blip r:embed="rId20"/>
                <a:stretch>
                  <a:fillRect r="-62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EAD2399D-689D-A72B-9508-3D4597EBEE46}"/>
              </a:ext>
            </a:extLst>
          </p:cNvPr>
          <p:cNvCxnSpPr>
            <a:cxnSpLocks/>
          </p:cNvCxnSpPr>
          <p:nvPr/>
        </p:nvCxnSpPr>
        <p:spPr>
          <a:xfrm flipH="1">
            <a:off x="1212602" y="4081491"/>
            <a:ext cx="420348" cy="46250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BBFB9CFE-8DB8-C06D-9CC2-7F3CDA587D6F}"/>
              </a:ext>
            </a:extLst>
          </p:cNvPr>
          <p:cNvCxnSpPr>
            <a:cxnSpLocks/>
          </p:cNvCxnSpPr>
          <p:nvPr/>
        </p:nvCxnSpPr>
        <p:spPr>
          <a:xfrm>
            <a:off x="1569542" y="4098777"/>
            <a:ext cx="1258316" cy="0"/>
          </a:xfrm>
          <a:prstGeom prst="line">
            <a:avLst/>
          </a:prstGeom>
          <a:ln w="38100">
            <a:solidFill>
              <a:srgbClr val="00B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73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506562" y="-16769"/>
            <a:ext cx="6607470" cy="11938334"/>
            <a:chOff x="938242" y="1922876"/>
            <a:chExt cx="5107190" cy="9627363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24"/>
              <a:ext cx="2136024" cy="1479057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7" y="8756770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5" y="7926436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31"/>
              <a:ext cx="671757" cy="2435897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2" y="3297058"/>
              <a:ext cx="671757" cy="244081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938242" y="9025357"/>
              <a:ext cx="3736994" cy="2524882"/>
              <a:chOff x="2811262" y="6184189"/>
              <a:chExt cx="2247587" cy="1518572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5908272"/>
              <a:ext cx="0" cy="272977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8648372"/>
              <a:ext cx="0" cy="150444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3352256"/>
              <a:ext cx="0" cy="2520606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6"/>
              <a:ext cx="3165032" cy="2286704"/>
              <a:chOff x="1476322" y="277175"/>
              <a:chExt cx="3165032" cy="2286704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65360" y="1667644"/>
                <a:ext cx="391152" cy="444166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762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8" y="928135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6" y="656079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6" y="3974104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808084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51"/>
              <a:ext cx="3608059" cy="1774977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28835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313626" y="-16770"/>
            <a:ext cx="6800407" cy="11938335"/>
            <a:chOff x="789114" y="1922874"/>
            <a:chExt cx="5256320" cy="9627357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18"/>
              <a:ext cx="2136024" cy="1479056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8" y="8756764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6" y="7926430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27"/>
              <a:ext cx="671757" cy="243589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0" y="4383068"/>
              <a:ext cx="671757" cy="1354801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789114" y="9036944"/>
              <a:ext cx="3886123" cy="2513287"/>
              <a:chOff x="2721570" y="6191162"/>
              <a:chExt cx="2337279" cy="1511599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5908268"/>
              <a:ext cx="0" cy="272977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8648366"/>
              <a:ext cx="0" cy="150444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3352254"/>
              <a:ext cx="0" cy="252060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4"/>
              <a:ext cx="3165033" cy="2532618"/>
              <a:chOff x="1476322" y="277175"/>
              <a:chExt cx="3165032" cy="2532620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5062" y="1664095"/>
                <a:ext cx="698900" cy="768991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381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9" y="9281344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7" y="6560786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7" y="3974101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06"/>
              <a:ext cx="3608060" cy="1808083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48"/>
              <a:ext cx="3608060" cy="1774976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08251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68220693-A844-AF27-31AE-8FD92ACE91E9}"/>
              </a:ext>
            </a:extLst>
          </p:cNvPr>
          <p:cNvGrpSpPr/>
          <p:nvPr/>
        </p:nvGrpSpPr>
        <p:grpSpPr>
          <a:xfrm>
            <a:off x="789114" y="277175"/>
            <a:ext cx="5279771" cy="11637650"/>
            <a:chOff x="306861" y="3247338"/>
            <a:chExt cx="3175479" cy="6999378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988332" y="9011220"/>
              <a:ext cx="1284696" cy="889568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1413302" y="8338753"/>
              <a:ext cx="404023" cy="834235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1421154" y="7847929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1421153" y="6214716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1421154" y="5697703"/>
              <a:ext cx="342393" cy="855982"/>
            </a:xfrm>
            <a:prstGeom prst="can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1421153" y="4064490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5" name="Gruppieren 84">
              <a:extLst>
                <a:ext uri="{FF2B5EF4-FFF2-40B4-BE49-F238E27FC236}">
                  <a16:creationId xmlns:a16="http://schemas.microsoft.com/office/drawing/2014/main" id="{057F31F1-2B64-D540-5CAC-9C40FFF8CD0B}"/>
                </a:ext>
              </a:extLst>
            </p:cNvPr>
            <p:cNvGrpSpPr/>
            <p:nvPr/>
          </p:nvGrpSpPr>
          <p:grpSpPr>
            <a:xfrm>
              <a:off x="567064" y="7430696"/>
              <a:ext cx="2170040" cy="1036105"/>
              <a:chOff x="2981773" y="6037979"/>
              <a:chExt cx="2170040" cy="1036105"/>
            </a:xfrm>
          </p:grpSpPr>
          <p:cxnSp>
            <p:nvCxnSpPr>
              <p:cNvPr id="22" name="Gerade Verbindung mit Pfeil 21">
                <a:extLst>
                  <a:ext uri="{FF2B5EF4-FFF2-40B4-BE49-F238E27FC236}">
                    <a16:creationId xmlns:a16="http://schemas.microsoft.com/office/drawing/2014/main" id="{1C61DB60-FADD-C036-5E40-5E548BF1C8B7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 Verbindung mit Pfeil 22">
                <a:extLst>
                  <a:ext uri="{FF2B5EF4-FFF2-40B4-BE49-F238E27FC236}">
                    <a16:creationId xmlns:a16="http://schemas.microsoft.com/office/drawing/2014/main" id="{F0BCFD08-B672-A7C8-FA5A-4976B6212D6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0" name="Gerader Verbinder 69">
                <a:extLst>
                  <a:ext uri="{FF2B5EF4-FFF2-40B4-BE49-F238E27FC236}">
                    <a16:creationId xmlns:a16="http://schemas.microsoft.com/office/drawing/2014/main" id="{F76EF768-CBFD-0A2B-4886-652B1A4D7A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 Verbindung mit Pfeil 20">
                <a:extLst>
                  <a:ext uri="{FF2B5EF4-FFF2-40B4-BE49-F238E27FC236}">
                    <a16:creationId xmlns:a16="http://schemas.microsoft.com/office/drawing/2014/main" id="{AA4267AA-E9FF-6304-6EFD-D436C58EF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2FF09B91-206A-0F02-F517-B113979E0CC7}"/>
                </a:ext>
              </a:extLst>
            </p:cNvPr>
            <p:cNvGrpSpPr/>
            <p:nvPr/>
          </p:nvGrpSpPr>
          <p:grpSpPr>
            <a:xfrm>
              <a:off x="567064" y="5275234"/>
              <a:ext cx="2170040" cy="1036105"/>
              <a:chOff x="2981773" y="6037979"/>
              <a:chExt cx="2170040" cy="1036105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076B0058-223B-94F1-C0C1-EDE04F4DBD9B}"/>
                  </a:ext>
                </a:extLst>
              </p:cNvPr>
              <p:cNvCxnSpPr>
                <a:cxnSpLocks/>
                <a:endCxn id="100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 Verbindung mit Pfeil 98">
                <a:extLst>
                  <a:ext uri="{FF2B5EF4-FFF2-40B4-BE49-F238E27FC236}">
                    <a16:creationId xmlns:a16="http://schemas.microsoft.com/office/drawing/2014/main" id="{149BE14D-F8CE-D611-E1D1-39013940AA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4ECEEF8B-5DEA-00FD-ABB9-1F273FFEFB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 Verbindung mit Pfeil 103">
                <a:extLst>
                  <a:ext uri="{FF2B5EF4-FFF2-40B4-BE49-F238E27FC236}">
                    <a16:creationId xmlns:a16="http://schemas.microsoft.com/office/drawing/2014/main" id="{BF8D0D75-23B4-46E2-D657-F6F281069C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306861" y="8559320"/>
              <a:ext cx="2337279" cy="1687396"/>
              <a:chOff x="2721570" y="6032988"/>
              <a:chExt cx="2337279" cy="1687396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7872" y="6889418"/>
                <a:ext cx="7517" cy="52201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4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368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7541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/>
            <p:nvPr/>
          </p:nvCxnSpPr>
          <p:spPr>
            <a:xfrm flipV="1">
              <a:off x="2526445" y="6157808"/>
              <a:ext cx="0" cy="211811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8825" y="8309263"/>
              <a:ext cx="0" cy="1106487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26445" y="4119918"/>
              <a:ext cx="0" cy="191675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  <a:endCxn id="140" idx="2"/>
            </p:cNvCxnSpPr>
            <p:nvPr/>
          </p:nvCxnSpPr>
          <p:spPr>
            <a:xfrm flipV="1">
              <a:off x="1615748" y="3616670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273" y="4098777"/>
              <a:ext cx="522475" cy="825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2602" y="4081491"/>
              <a:ext cx="420348" cy="46250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Gerader Verbinder 146">
              <a:extLst>
                <a:ext uri="{FF2B5EF4-FFF2-40B4-BE49-F238E27FC236}">
                  <a16:creationId xmlns:a16="http://schemas.microsoft.com/office/drawing/2014/main" id="{BBFB9CFE-8DB8-C06D-9CC2-7F3CDA587D6F}"/>
                </a:ext>
              </a:extLst>
            </p:cNvPr>
            <p:cNvCxnSpPr>
              <a:cxnSpLocks/>
            </p:cNvCxnSpPr>
            <p:nvPr/>
          </p:nvCxnSpPr>
          <p:spPr>
            <a:xfrm>
              <a:off x="1569542" y="4098777"/>
              <a:ext cx="1167562" cy="0"/>
            </a:xfrm>
            <a:prstGeom prst="line">
              <a:avLst/>
            </a:prstGeom>
            <a:ln w="38100">
              <a:solidFill>
                <a:srgbClr val="00B05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2658246" y="8665133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2644140" y="7026572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2644140" y="4864277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25 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87496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162521" y="4683346"/>
            <a:ext cx="1559712" cy="1578818"/>
            <a:chOff x="3245025" y="6037979"/>
            <a:chExt cx="938077" cy="949568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45389" y="6335101"/>
              <a:ext cx="1" cy="5629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60748" y="6605363"/>
              <a:ext cx="281475" cy="281475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2221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245025" y="6765415"/>
                  <a:ext cx="346982" cy="222132"/>
                </a:xfrm>
                <a:prstGeom prst="rect">
                  <a:avLst/>
                </a:prstGeom>
                <a:blipFill>
                  <a:blip r:embed="rId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8337" y="6427702"/>
                  <a:ext cx="224707" cy="222132"/>
                </a:xfrm>
                <a:prstGeom prst="rect">
                  <a:avLst/>
                </a:prstGeom>
                <a:blipFill>
                  <a:blip r:embed="rId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85606" y="6889418"/>
              <a:ext cx="56295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BC1FAF44-8525-B391-995E-2DDC8D28237F}"/>
              </a:ext>
            </a:extLst>
          </p:cNvPr>
          <p:cNvGrpSpPr/>
          <p:nvPr/>
        </p:nvGrpSpPr>
        <p:grpSpPr>
          <a:xfrm>
            <a:off x="394809" y="2440831"/>
            <a:ext cx="1503628" cy="2134385"/>
            <a:chOff x="1408070" y="260550"/>
            <a:chExt cx="1503628" cy="2134385"/>
          </a:xfrm>
        </p:grpSpPr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76843" y="2025603"/>
                  <a:ext cx="57691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30793" y="1683556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95D0BFF7-586F-F3CA-2246-C8F2D15144EC}"/>
              </a:ext>
            </a:extLst>
          </p:cNvPr>
          <p:cNvGrpSpPr/>
          <p:nvPr/>
        </p:nvGrpSpPr>
        <p:grpSpPr>
          <a:xfrm>
            <a:off x="394574" y="6458254"/>
            <a:ext cx="1511149" cy="1514471"/>
            <a:chOff x="1371655" y="4581529"/>
            <a:chExt cx="1511149" cy="1514471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94004E6E-DFF9-3A86-439B-4338394127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89382" y="4982819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CD5C1728-9746-3000-8AA7-82D95866A3BF}"/>
                </a:ext>
              </a:extLst>
            </p:cNvPr>
            <p:cNvCxnSpPr>
              <a:cxnSpLocks/>
            </p:cNvCxnSpPr>
            <p:nvPr/>
          </p:nvCxnSpPr>
          <p:spPr>
            <a:xfrm>
              <a:off x="1600625" y="5918842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/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1926AD25-27C4-F58E-A254-D57BE58B62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371655" y="4581529"/>
                  <a:ext cx="457939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/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DA1B21FF-D9FE-17CB-F787-2BBFDD9F4E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62333" y="4885102"/>
                  <a:ext cx="57691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/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611A4CF3-3B23-8A70-FC94-B300533877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509191" y="5726668"/>
                  <a:ext cx="373613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10ABECF0-01C0-FEAC-D38C-3D56460306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05439" y="5450842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EB2D8E2C-0172-E23C-DBD6-1286F16FDEA7}"/>
              </a:ext>
            </a:extLst>
          </p:cNvPr>
          <p:cNvGrpSpPr/>
          <p:nvPr/>
        </p:nvGrpSpPr>
        <p:grpSpPr>
          <a:xfrm>
            <a:off x="410631" y="8046921"/>
            <a:ext cx="1606783" cy="2101282"/>
            <a:chOff x="1407247" y="6018797"/>
            <a:chExt cx="1606783" cy="2101282"/>
          </a:xfrm>
        </p:grpSpPr>
        <p:cxnSp>
          <p:nvCxnSpPr>
            <p:cNvPr id="31" name="Gerade Verbindung mit Pfeil 30">
              <a:extLst>
                <a:ext uri="{FF2B5EF4-FFF2-40B4-BE49-F238E27FC236}">
                  <a16:creationId xmlns:a16="http://schemas.microsoft.com/office/drawing/2014/main" id="{8C57484D-8CC7-65AD-7AD2-29E24A076A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24974" y="6420087"/>
              <a:ext cx="0" cy="93602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 Verbindung mit Pfeil 31">
              <a:extLst>
                <a:ext uri="{FF2B5EF4-FFF2-40B4-BE49-F238E27FC236}">
                  <a16:creationId xmlns:a16="http://schemas.microsoft.com/office/drawing/2014/main" id="{084D1662-9179-5978-8323-E7868587BD68}"/>
                </a:ext>
              </a:extLst>
            </p:cNvPr>
            <p:cNvCxnSpPr>
              <a:cxnSpLocks/>
            </p:cNvCxnSpPr>
            <p:nvPr/>
          </p:nvCxnSpPr>
          <p:spPr>
            <a:xfrm>
              <a:off x="1636218" y="7356109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/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A2C95B78-6E15-C57D-E9B0-6E720BFF9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7247" y="6018797"/>
                  <a:ext cx="457939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/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D1ED9EBC-21FF-1F54-DDFE-57885C3B61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7114" y="7163936"/>
                  <a:ext cx="576916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/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0172BD2-1415-FE03-D1C3-E7F326B0A2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027144" y="7750747"/>
                  <a:ext cx="373613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2CCC59-F8A9-08A7-0FAB-38669B97E3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6217" y="7348602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49A97B2-970C-8678-77C0-11856B4E5B46}"/>
              </a:ext>
            </a:extLst>
          </p:cNvPr>
          <p:cNvGrpSpPr/>
          <p:nvPr/>
        </p:nvGrpSpPr>
        <p:grpSpPr>
          <a:xfrm>
            <a:off x="2140785" y="2428373"/>
            <a:ext cx="1503628" cy="2043080"/>
            <a:chOff x="1408070" y="260550"/>
            <a:chExt cx="1503628" cy="2043080"/>
          </a:xfrm>
        </p:grpSpPr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ECA31F9A-AA05-D450-A887-84C7A3A219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 Verbindung mit Pfeil 67">
              <a:extLst>
                <a:ext uri="{FF2B5EF4-FFF2-40B4-BE49-F238E27FC236}">
                  <a16:creationId xmlns:a16="http://schemas.microsoft.com/office/drawing/2014/main" id="{DF1C292D-1B96-1F97-91E8-B8EF3E736F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9E626EA-68DC-EBD3-A421-72CD1FF2C7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5D5FE79D-B988-A235-E1AE-F4F261430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2" name="Textfeld 71">
                  <a:extLst>
                    <a:ext uri="{FF2B5EF4-FFF2-40B4-BE49-F238E27FC236}">
                      <a16:creationId xmlns:a16="http://schemas.microsoft.com/office/drawing/2014/main" id="{69910B33-358E-6C9B-DCB3-2DCFF403C8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524F4A81-86A9-F967-D07D-F883088BEB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Gruppieren 95">
            <a:extLst>
              <a:ext uri="{FF2B5EF4-FFF2-40B4-BE49-F238E27FC236}">
                <a16:creationId xmlns:a16="http://schemas.microsoft.com/office/drawing/2014/main" id="{EC91147E-ADCC-2A4A-FC21-27CC5815B989}"/>
              </a:ext>
            </a:extLst>
          </p:cNvPr>
          <p:cNvGrpSpPr/>
          <p:nvPr/>
        </p:nvGrpSpPr>
        <p:grpSpPr>
          <a:xfrm>
            <a:off x="2223589" y="4915366"/>
            <a:ext cx="1590854" cy="1450595"/>
            <a:chOff x="1408070" y="1468343"/>
            <a:chExt cx="1590854" cy="1450595"/>
          </a:xfrm>
        </p:grpSpPr>
        <p:cxnSp>
          <p:nvCxnSpPr>
            <p:cNvPr id="113" name="Gerade Verbindung mit Pfeil 112">
              <a:extLst>
                <a:ext uri="{FF2B5EF4-FFF2-40B4-BE49-F238E27FC236}">
                  <a16:creationId xmlns:a16="http://schemas.microsoft.com/office/drawing/2014/main" id="{849DFB17-5C43-8124-6A87-734FD7D688E2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Gerade Verbindung mit Pfeil 114">
              <a:extLst>
                <a:ext uri="{FF2B5EF4-FFF2-40B4-BE49-F238E27FC236}">
                  <a16:creationId xmlns:a16="http://schemas.microsoft.com/office/drawing/2014/main" id="{D23DB8D2-B645-32CD-938F-559C07E9C8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/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6" name="Textfeld 115">
                  <a:extLst>
                    <a:ext uri="{FF2B5EF4-FFF2-40B4-BE49-F238E27FC236}">
                      <a16:creationId xmlns:a16="http://schemas.microsoft.com/office/drawing/2014/main" id="{DCFD5F0B-9F49-85A0-FD9F-6D332653E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952672" y="2014352"/>
                  <a:ext cx="457939" cy="369332"/>
                </a:xfrm>
                <a:prstGeom prst="rect">
                  <a:avLst/>
                </a:prstGeom>
                <a:blipFill>
                  <a:blip r:embed="rId1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/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7" name="Textfeld 116">
                  <a:extLst>
                    <a:ext uri="{FF2B5EF4-FFF2-40B4-BE49-F238E27FC236}">
                      <a16:creationId xmlns:a16="http://schemas.microsoft.com/office/drawing/2014/main" id="{D6C83DAB-D014-907C-569F-13227194F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22008" y="2549606"/>
                  <a:ext cx="576916" cy="369332"/>
                </a:xfrm>
                <a:prstGeom prst="rect">
                  <a:avLst/>
                </a:prstGeom>
                <a:blipFill>
                  <a:blip r:embed="rId18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8" name="Textfeld 117">
                  <a:extLst>
                    <a:ext uri="{FF2B5EF4-FFF2-40B4-BE49-F238E27FC236}">
                      <a16:creationId xmlns:a16="http://schemas.microsoft.com/office/drawing/2014/main" id="{7CB4307D-4BA5-E89A-2A4E-B157AEFB6B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9" name="Gerade Verbindung mit Pfeil 118">
              <a:extLst>
                <a:ext uri="{FF2B5EF4-FFF2-40B4-BE49-F238E27FC236}">
                  <a16:creationId xmlns:a16="http://schemas.microsoft.com/office/drawing/2014/main" id="{54DFD12B-F107-D9E3-61FB-87F6294E5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26011" y="166888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uppieren 121">
            <a:extLst>
              <a:ext uri="{FF2B5EF4-FFF2-40B4-BE49-F238E27FC236}">
                <a16:creationId xmlns:a16="http://schemas.microsoft.com/office/drawing/2014/main" id="{27BBC68C-AFDA-EE82-82AC-CA346A7D0854}"/>
              </a:ext>
            </a:extLst>
          </p:cNvPr>
          <p:cNvGrpSpPr/>
          <p:nvPr/>
        </p:nvGrpSpPr>
        <p:grpSpPr>
          <a:xfrm>
            <a:off x="2223589" y="6501684"/>
            <a:ext cx="2138389" cy="1916590"/>
            <a:chOff x="1429926" y="1039324"/>
            <a:chExt cx="2138389" cy="1916590"/>
          </a:xfrm>
        </p:grpSpPr>
        <p:cxnSp>
          <p:nvCxnSpPr>
            <p:cNvPr id="125" name="Gerade Verbindung mit Pfeil 124">
              <a:extLst>
                <a:ext uri="{FF2B5EF4-FFF2-40B4-BE49-F238E27FC236}">
                  <a16:creationId xmlns:a16="http://schemas.microsoft.com/office/drawing/2014/main" id="{BF396658-236E-4E4B-EBD5-E6D80326D860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913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Gerade Verbindung mit Pfeil 125">
              <a:extLst>
                <a:ext uri="{FF2B5EF4-FFF2-40B4-BE49-F238E27FC236}">
                  <a16:creationId xmlns:a16="http://schemas.microsoft.com/office/drawing/2014/main" id="{F17B8BA9-460C-30E2-B9B9-16AA4BB81D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/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7" name="Textfeld 126">
                  <a:extLst>
                    <a:ext uri="{FF2B5EF4-FFF2-40B4-BE49-F238E27FC236}">
                      <a16:creationId xmlns:a16="http://schemas.microsoft.com/office/drawing/2014/main" id="{76FEA056-D3B0-8F77-3929-738DF4DD57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39618" y="2586582"/>
                  <a:ext cx="457939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/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8" name="Textfeld 127">
                  <a:extLst>
                    <a:ext uri="{FF2B5EF4-FFF2-40B4-BE49-F238E27FC236}">
                      <a16:creationId xmlns:a16="http://schemas.microsoft.com/office/drawing/2014/main" id="{FC93B6A9-9F82-8ACA-1143-98628C23D7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91399" y="1039324"/>
                  <a:ext cx="576916" cy="369332"/>
                </a:xfrm>
                <a:prstGeom prst="rect">
                  <a:avLst/>
                </a:prstGeom>
                <a:blipFill>
                  <a:blip r:embed="rId2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29" name="Textfeld 128">
                  <a:extLst>
                    <a:ext uri="{FF2B5EF4-FFF2-40B4-BE49-F238E27FC236}">
                      <a16:creationId xmlns:a16="http://schemas.microsoft.com/office/drawing/2014/main" id="{7B13FF50-B6DD-FCC6-FF35-683E01071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5CE53AB-9186-492C-DDEB-3EB6E04468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Gruppieren 131">
            <a:extLst>
              <a:ext uri="{FF2B5EF4-FFF2-40B4-BE49-F238E27FC236}">
                <a16:creationId xmlns:a16="http://schemas.microsoft.com/office/drawing/2014/main" id="{0997F6DF-6412-2B03-B08B-A9E00A4CA3A2}"/>
              </a:ext>
            </a:extLst>
          </p:cNvPr>
          <p:cNvGrpSpPr/>
          <p:nvPr/>
        </p:nvGrpSpPr>
        <p:grpSpPr>
          <a:xfrm>
            <a:off x="2223589" y="8587620"/>
            <a:ext cx="2048793" cy="1417078"/>
            <a:chOff x="1429926" y="459578"/>
            <a:chExt cx="2048793" cy="1417078"/>
          </a:xfrm>
        </p:grpSpPr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5DABCC44-AA9A-E9F5-FDA7-05265C9DB7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0681"/>
              <a:ext cx="0" cy="94328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Gerade Verbindung mit Pfeil 133">
              <a:extLst>
                <a:ext uri="{FF2B5EF4-FFF2-40B4-BE49-F238E27FC236}">
                  <a16:creationId xmlns:a16="http://schemas.microsoft.com/office/drawing/2014/main" id="{30883AAF-0137-31A3-D062-95786D4168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2370" y="1691990"/>
              <a:ext cx="936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/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5" name="Textfeld 134">
                  <a:extLst>
                    <a:ext uri="{FF2B5EF4-FFF2-40B4-BE49-F238E27FC236}">
                      <a16:creationId xmlns:a16="http://schemas.microsoft.com/office/drawing/2014/main" id="{D2732908-A8FB-45BB-A3D1-B500E684F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020780" y="940656"/>
                  <a:ext cx="457939" cy="369332"/>
                </a:xfrm>
                <a:prstGeom prst="rect">
                  <a:avLst/>
                </a:prstGeom>
                <a:blipFill>
                  <a:blip r:embed="rId2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/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7" name="Textfeld 136">
                  <a:extLst>
                    <a:ext uri="{FF2B5EF4-FFF2-40B4-BE49-F238E27FC236}">
                      <a16:creationId xmlns:a16="http://schemas.microsoft.com/office/drawing/2014/main" id="{D9E74553-8D6E-030F-A3F6-56A6B567F8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394269" y="459578"/>
                  <a:ext cx="576916" cy="369332"/>
                </a:xfrm>
                <a:prstGeom prst="rect">
                  <a:avLst/>
                </a:prstGeom>
                <a:blipFill>
                  <a:blip r:embed="rId2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/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3" name="Textfeld 142">
                  <a:extLst>
                    <a:ext uri="{FF2B5EF4-FFF2-40B4-BE49-F238E27FC236}">
                      <a16:creationId xmlns:a16="http://schemas.microsoft.com/office/drawing/2014/main" id="{F7CAEAF5-0069-743E-37DC-806CE40524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29926" y="1507324"/>
                  <a:ext cx="373613" cy="369332"/>
                </a:xfrm>
                <a:prstGeom prst="rect">
                  <a:avLst/>
                </a:prstGeom>
                <a:blipFill>
                  <a:blip r:embed="rId25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5" name="Gerade Verbindung mit Pfeil 144">
              <a:extLst>
                <a:ext uri="{FF2B5EF4-FFF2-40B4-BE49-F238E27FC236}">
                  <a16:creationId xmlns:a16="http://schemas.microsoft.com/office/drawing/2014/main" id="{3E1C7E4A-5025-B6AC-4E12-A9050A8C88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4011" y="1223990"/>
              <a:ext cx="468000" cy="468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4" name="Gruppieren 153">
            <a:extLst>
              <a:ext uri="{FF2B5EF4-FFF2-40B4-BE49-F238E27FC236}">
                <a16:creationId xmlns:a16="http://schemas.microsoft.com/office/drawing/2014/main" id="{EC452645-0BF7-8342-47BC-CAC937A62C80}"/>
              </a:ext>
            </a:extLst>
          </p:cNvPr>
          <p:cNvGrpSpPr/>
          <p:nvPr/>
        </p:nvGrpSpPr>
        <p:grpSpPr>
          <a:xfrm>
            <a:off x="4781563" y="2428146"/>
            <a:ext cx="1503628" cy="2043080"/>
            <a:chOff x="1408070" y="260550"/>
            <a:chExt cx="1503628" cy="2043080"/>
          </a:xfrm>
        </p:grpSpPr>
        <p:cxnSp>
          <p:nvCxnSpPr>
            <p:cNvPr id="155" name="Gerade Verbindung mit Pfeil 154">
              <a:extLst>
                <a:ext uri="{FF2B5EF4-FFF2-40B4-BE49-F238E27FC236}">
                  <a16:creationId xmlns:a16="http://schemas.microsoft.com/office/drawing/2014/main" id="{8FEC07ED-060B-E237-8CF4-45C46A86EE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Gerade Verbindung mit Pfeil 155">
              <a:extLst>
                <a:ext uri="{FF2B5EF4-FFF2-40B4-BE49-F238E27FC236}">
                  <a16:creationId xmlns:a16="http://schemas.microsoft.com/office/drawing/2014/main" id="{F01E7949-3C0A-8179-1438-ED1D6C613C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5444" y="1676211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/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7" name="Textfeld 156">
                  <a:extLst>
                    <a:ext uri="{FF2B5EF4-FFF2-40B4-BE49-F238E27FC236}">
                      <a16:creationId xmlns:a16="http://schemas.microsoft.com/office/drawing/2014/main" id="{1C9346AF-7847-D75F-83D6-34359C9CF4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53759" y="260550"/>
                  <a:ext cx="457939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8" name="Textfeld 157">
                  <a:extLst>
                    <a:ext uri="{FF2B5EF4-FFF2-40B4-BE49-F238E27FC236}">
                      <a16:creationId xmlns:a16="http://schemas.microsoft.com/office/drawing/2014/main" id="{2E3F7245-3F49-5C6C-2252-309609A7F2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/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9" name="Textfeld 158">
                  <a:extLst>
                    <a:ext uri="{FF2B5EF4-FFF2-40B4-BE49-F238E27FC236}">
                      <a16:creationId xmlns:a16="http://schemas.microsoft.com/office/drawing/2014/main" id="{63E59C22-29B5-2801-611F-32AA2B9537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08070" y="1468343"/>
                  <a:ext cx="373613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0" name="Gerade Verbindung mit Pfeil 159">
              <a:extLst>
                <a:ext uri="{FF2B5EF4-FFF2-40B4-BE49-F238E27FC236}">
                  <a16:creationId xmlns:a16="http://schemas.microsoft.com/office/drawing/2014/main" id="{12C37F62-C94E-0C7C-CCA6-6F8B83EF3B8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1" name="Gruppieren 160">
            <a:extLst>
              <a:ext uri="{FF2B5EF4-FFF2-40B4-BE49-F238E27FC236}">
                <a16:creationId xmlns:a16="http://schemas.microsoft.com/office/drawing/2014/main" id="{04ED8AB6-7243-1155-F5C0-480F115AE059}"/>
              </a:ext>
            </a:extLst>
          </p:cNvPr>
          <p:cNvGrpSpPr/>
          <p:nvPr/>
        </p:nvGrpSpPr>
        <p:grpSpPr>
          <a:xfrm>
            <a:off x="4527812" y="4496166"/>
            <a:ext cx="2139870" cy="1854187"/>
            <a:chOff x="1832404" y="449443"/>
            <a:chExt cx="2139870" cy="1854187"/>
          </a:xfrm>
        </p:grpSpPr>
        <p:cxnSp>
          <p:nvCxnSpPr>
            <p:cNvPr id="162" name="Gerade Verbindung mit Pfeil 161">
              <a:extLst>
                <a:ext uri="{FF2B5EF4-FFF2-40B4-BE49-F238E27FC236}">
                  <a16:creationId xmlns:a16="http://schemas.microsoft.com/office/drawing/2014/main" id="{A55B5974-570A-0C29-C2C2-75F2E9BEF8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2727" y="757963"/>
              <a:ext cx="1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Gerade Verbindung mit Pfeil 162">
              <a:extLst>
                <a:ext uri="{FF2B5EF4-FFF2-40B4-BE49-F238E27FC236}">
                  <a16:creationId xmlns:a16="http://schemas.microsoft.com/office/drawing/2014/main" id="{F3AE5F47-11E7-7524-A70F-88E5E2D7C2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/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4" name="Textfeld 163">
                  <a:extLst>
                    <a:ext uri="{FF2B5EF4-FFF2-40B4-BE49-F238E27FC236}">
                      <a16:creationId xmlns:a16="http://schemas.microsoft.com/office/drawing/2014/main" id="{B384AF38-7494-1E15-3DCF-A75A29A372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14335" y="1468343"/>
                  <a:ext cx="457939" cy="369332"/>
                </a:xfrm>
                <a:prstGeom prst="rect">
                  <a:avLst/>
                </a:prstGeom>
                <a:blipFill>
                  <a:blip r:embed="rId29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5" name="Textfeld 164">
                  <a:extLst>
                    <a:ext uri="{FF2B5EF4-FFF2-40B4-BE49-F238E27FC236}">
                      <a16:creationId xmlns:a16="http://schemas.microsoft.com/office/drawing/2014/main" id="{1E278AB4-A796-0FAB-5A6A-AB0112D07E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/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6" name="Textfeld 165">
                  <a:extLst>
                    <a:ext uri="{FF2B5EF4-FFF2-40B4-BE49-F238E27FC236}">
                      <a16:creationId xmlns:a16="http://schemas.microsoft.com/office/drawing/2014/main" id="{A70D68FA-309C-DFE6-CDC1-20679B4982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92497" y="449443"/>
                  <a:ext cx="373613" cy="369332"/>
                </a:xfrm>
                <a:prstGeom prst="rect">
                  <a:avLst/>
                </a:prstGeom>
                <a:blipFill>
                  <a:blip r:embed="rId31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7" name="Gerade Verbindung mit Pfeil 166">
              <a:extLst>
                <a:ext uri="{FF2B5EF4-FFF2-40B4-BE49-F238E27FC236}">
                  <a16:creationId xmlns:a16="http://schemas.microsoft.com/office/drawing/2014/main" id="{313382D1-2C5E-EF82-E599-2F4DB4F0D0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9" name="Gruppieren 168">
            <a:extLst>
              <a:ext uri="{FF2B5EF4-FFF2-40B4-BE49-F238E27FC236}">
                <a16:creationId xmlns:a16="http://schemas.microsoft.com/office/drawing/2014/main" id="{88E7E576-0A67-88B7-61F7-80DFCB3CA75F}"/>
              </a:ext>
            </a:extLst>
          </p:cNvPr>
          <p:cNvGrpSpPr/>
          <p:nvPr/>
        </p:nvGrpSpPr>
        <p:grpSpPr>
          <a:xfrm>
            <a:off x="4540884" y="6656162"/>
            <a:ext cx="2118151" cy="1488992"/>
            <a:chOff x="1832404" y="1482228"/>
            <a:chExt cx="2118151" cy="1488992"/>
          </a:xfrm>
        </p:grpSpPr>
        <p:cxnSp>
          <p:nvCxnSpPr>
            <p:cNvPr id="170" name="Gerade Verbindung mit Pfeil 169">
              <a:extLst>
                <a:ext uri="{FF2B5EF4-FFF2-40B4-BE49-F238E27FC236}">
                  <a16:creationId xmlns:a16="http://schemas.microsoft.com/office/drawing/2014/main" id="{51653A60-8602-711E-0E13-456E33F9E76A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93963"/>
              <a:ext cx="0" cy="93600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Gerade Verbindung mit Pfeil 170">
              <a:extLst>
                <a:ext uri="{FF2B5EF4-FFF2-40B4-BE49-F238E27FC236}">
                  <a16:creationId xmlns:a16="http://schemas.microsoft.com/office/drawing/2014/main" id="{DD4FD2F1-E3E0-91CA-9009-35F9442E4E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71444" y="1658908"/>
              <a:ext cx="9360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/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2" name="Textfeld 171">
                  <a:extLst>
                    <a:ext uri="{FF2B5EF4-FFF2-40B4-BE49-F238E27FC236}">
                      <a16:creationId xmlns:a16="http://schemas.microsoft.com/office/drawing/2014/main" id="{61167897-CCB9-F547-3A0B-B32D124891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64109" y="2601888"/>
                  <a:ext cx="457939" cy="369332"/>
                </a:xfrm>
                <a:prstGeom prst="rect">
                  <a:avLst/>
                </a:prstGeom>
                <a:blipFill>
                  <a:blip r:embed="rId3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/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3" name="Textfeld 172">
                  <a:extLst>
                    <a:ext uri="{FF2B5EF4-FFF2-40B4-BE49-F238E27FC236}">
                      <a16:creationId xmlns:a16="http://schemas.microsoft.com/office/drawing/2014/main" id="{F626027B-A52B-2313-C6A8-0D7C8E3EB1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32404" y="1934298"/>
                  <a:ext cx="576916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/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4" name="Textfeld 173">
                  <a:extLst>
                    <a:ext uri="{FF2B5EF4-FFF2-40B4-BE49-F238E27FC236}">
                      <a16:creationId xmlns:a16="http://schemas.microsoft.com/office/drawing/2014/main" id="{D84BCCA9-02C5-DD08-AA02-769B777FD4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576942" y="1482228"/>
                  <a:ext cx="373613" cy="369332"/>
                </a:xfrm>
                <a:prstGeom prst="rect">
                  <a:avLst/>
                </a:prstGeom>
                <a:blipFill>
                  <a:blip r:embed="rId3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5" name="Gerade Verbindung mit Pfeil 174">
              <a:extLst>
                <a:ext uri="{FF2B5EF4-FFF2-40B4-BE49-F238E27FC236}">
                  <a16:creationId xmlns:a16="http://schemas.microsoft.com/office/drawing/2014/main" id="{602C6506-91D0-76C7-2311-0CF1D34CBA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67831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7" name="Gruppieren 176">
            <a:extLst>
              <a:ext uri="{FF2B5EF4-FFF2-40B4-BE49-F238E27FC236}">
                <a16:creationId xmlns:a16="http://schemas.microsoft.com/office/drawing/2014/main" id="{629CF167-2F30-6997-A14E-CD7D78FEFA1E}"/>
              </a:ext>
            </a:extLst>
          </p:cNvPr>
          <p:cNvGrpSpPr/>
          <p:nvPr/>
        </p:nvGrpSpPr>
        <p:grpSpPr>
          <a:xfrm>
            <a:off x="4764593" y="8486433"/>
            <a:ext cx="1438821" cy="1430897"/>
            <a:chOff x="1416359" y="1496988"/>
            <a:chExt cx="1438821" cy="1430897"/>
          </a:xfrm>
        </p:grpSpPr>
        <p:cxnSp>
          <p:nvCxnSpPr>
            <p:cNvPr id="178" name="Gerade Verbindung mit Pfeil 177">
              <a:extLst>
                <a:ext uri="{FF2B5EF4-FFF2-40B4-BE49-F238E27FC236}">
                  <a16:creationId xmlns:a16="http://schemas.microsoft.com/office/drawing/2014/main" id="{D3B8D2D2-9A28-C1E2-D511-EAF3A30B857F}"/>
                </a:ext>
              </a:extLst>
            </p:cNvPr>
            <p:cNvCxnSpPr>
              <a:cxnSpLocks/>
            </p:cNvCxnSpPr>
            <p:nvPr/>
          </p:nvCxnSpPr>
          <p:spPr>
            <a:xfrm>
              <a:off x="2682727" y="1674913"/>
              <a:ext cx="0" cy="9360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Gerade Verbindung mit Pfeil 178">
              <a:extLst>
                <a:ext uri="{FF2B5EF4-FFF2-40B4-BE49-F238E27FC236}">
                  <a16:creationId xmlns:a16="http://schemas.microsoft.com/office/drawing/2014/main" id="{F7F20230-4610-4897-62AA-FFEC1F07A3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8519" y="1688911"/>
              <a:ext cx="936000" cy="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/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0" name="Textfeld 179">
                  <a:extLst>
                    <a:ext uri="{FF2B5EF4-FFF2-40B4-BE49-F238E27FC236}">
                      <a16:creationId xmlns:a16="http://schemas.microsoft.com/office/drawing/2014/main" id="{367EF33D-BAA7-65BC-933B-76BB7D15AB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16359" y="1496988"/>
                  <a:ext cx="457939" cy="369332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/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1" name="Textfeld 180">
                  <a:extLst>
                    <a:ext uri="{FF2B5EF4-FFF2-40B4-BE49-F238E27FC236}">
                      <a16:creationId xmlns:a16="http://schemas.microsoft.com/office/drawing/2014/main" id="{43973FDB-9F89-93E0-3077-9B7ADBCAE4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803829" y="2020023"/>
                  <a:ext cx="576916" cy="369332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/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82" name="Textfeld 181">
                  <a:extLst>
                    <a:ext uri="{FF2B5EF4-FFF2-40B4-BE49-F238E27FC236}">
                      <a16:creationId xmlns:a16="http://schemas.microsoft.com/office/drawing/2014/main" id="{7628863A-212E-1A8F-5A5E-7E6E86C5C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481567" y="2558553"/>
                  <a:ext cx="373613" cy="369332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3" name="Gerade Verbindung mit Pfeil 182">
              <a:extLst>
                <a:ext uri="{FF2B5EF4-FFF2-40B4-BE49-F238E27FC236}">
                  <a16:creationId xmlns:a16="http://schemas.microsoft.com/office/drawing/2014/main" id="{7F17EEB0-0659-C86A-7C82-E030E4E71D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4727" y="1696406"/>
              <a:ext cx="468000" cy="468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5" name="Gruppieren 184">
            <a:extLst>
              <a:ext uri="{FF2B5EF4-FFF2-40B4-BE49-F238E27FC236}">
                <a16:creationId xmlns:a16="http://schemas.microsoft.com/office/drawing/2014/main" id="{1A23B643-C427-1497-F274-7CDA6BE5112B}"/>
              </a:ext>
            </a:extLst>
          </p:cNvPr>
          <p:cNvGrpSpPr/>
          <p:nvPr/>
        </p:nvGrpSpPr>
        <p:grpSpPr>
          <a:xfrm>
            <a:off x="377235" y="247281"/>
            <a:ext cx="2636798" cy="900705"/>
            <a:chOff x="5104728" y="379955"/>
            <a:chExt cx="1488260" cy="1086920"/>
          </a:xfrm>
        </p:grpSpPr>
        <p:cxnSp>
          <p:nvCxnSpPr>
            <p:cNvPr id="186" name="Gerader Verbinder 185">
              <a:extLst>
                <a:ext uri="{FF2B5EF4-FFF2-40B4-BE49-F238E27FC236}">
                  <a16:creationId xmlns:a16="http://schemas.microsoft.com/office/drawing/2014/main" id="{D85A303E-1E58-04B2-D4DC-7B3A15D49715}"/>
                </a:ext>
              </a:extLst>
            </p:cNvPr>
            <p:cNvCxnSpPr>
              <a:cxnSpLocks/>
            </p:cNvCxnSpPr>
            <p:nvPr/>
          </p:nvCxnSpPr>
          <p:spPr>
            <a:xfrm>
              <a:off x="5108138" y="692731"/>
              <a:ext cx="0" cy="77414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Gerader Verbinder 186">
              <a:extLst>
                <a:ext uri="{FF2B5EF4-FFF2-40B4-BE49-F238E27FC236}">
                  <a16:creationId xmlns:a16="http://schemas.microsoft.com/office/drawing/2014/main" id="{EA13F764-57F2-69AD-A518-A04507DFA4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92775" y="673617"/>
              <a:ext cx="213" cy="793258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Gerade Verbindung mit Pfeil 187">
              <a:extLst>
                <a:ext uri="{FF2B5EF4-FFF2-40B4-BE49-F238E27FC236}">
                  <a16:creationId xmlns:a16="http://schemas.microsoft.com/office/drawing/2014/main" id="{4EBEAAE0-AA71-5A7B-3ECB-AE570BF7A044}"/>
                </a:ext>
              </a:extLst>
            </p:cNvPr>
            <p:cNvCxnSpPr>
              <a:cxnSpLocks/>
            </p:cNvCxnSpPr>
            <p:nvPr/>
          </p:nvCxnSpPr>
          <p:spPr>
            <a:xfrm>
              <a:off x="5104728" y="776586"/>
              <a:ext cx="147669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Textfeld 188">
              <a:extLst>
                <a:ext uri="{FF2B5EF4-FFF2-40B4-BE49-F238E27FC236}">
                  <a16:creationId xmlns:a16="http://schemas.microsoft.com/office/drawing/2014/main" id="{5854A8AB-2EEB-24D1-FC5B-EE583598724E}"/>
                </a:ext>
              </a:extLst>
            </p:cNvPr>
            <p:cNvSpPr txBox="1"/>
            <p:nvPr/>
          </p:nvSpPr>
          <p:spPr>
            <a:xfrm>
              <a:off x="5430202" y="379955"/>
              <a:ext cx="922474" cy="3966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190" name="Gruppieren 189">
            <a:extLst>
              <a:ext uri="{FF2B5EF4-FFF2-40B4-BE49-F238E27FC236}">
                <a16:creationId xmlns:a16="http://schemas.microsoft.com/office/drawing/2014/main" id="{AB46C59B-5847-CCDD-AC5D-F723BB635789}"/>
              </a:ext>
            </a:extLst>
          </p:cNvPr>
          <p:cNvGrpSpPr/>
          <p:nvPr/>
        </p:nvGrpSpPr>
        <p:grpSpPr>
          <a:xfrm flipH="1" flipV="1">
            <a:off x="4448879" y="181113"/>
            <a:ext cx="1983283" cy="1972682"/>
            <a:chOff x="782999" y="2203339"/>
            <a:chExt cx="2216797" cy="2204948"/>
          </a:xfrm>
        </p:grpSpPr>
        <p:cxnSp>
          <p:nvCxnSpPr>
            <p:cNvPr id="191" name="Gerader Verbinder 190">
              <a:extLst>
                <a:ext uri="{FF2B5EF4-FFF2-40B4-BE49-F238E27FC236}">
                  <a16:creationId xmlns:a16="http://schemas.microsoft.com/office/drawing/2014/main" id="{460A76C2-45C0-07C6-D722-B0F198C11470}"/>
                </a:ext>
              </a:extLst>
            </p:cNvPr>
            <p:cNvCxnSpPr>
              <a:cxnSpLocks/>
            </p:cNvCxnSpPr>
            <p:nvPr/>
          </p:nvCxnSpPr>
          <p:spPr>
            <a:xfrm>
              <a:off x="819157" y="3645531"/>
              <a:ext cx="726295" cy="762756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Gerader Verbinder 191">
              <a:extLst>
                <a:ext uri="{FF2B5EF4-FFF2-40B4-BE49-F238E27FC236}">
                  <a16:creationId xmlns:a16="http://schemas.microsoft.com/office/drawing/2014/main" id="{09E6568A-CEA1-DD75-3F24-AFE98ED768BB}"/>
                </a:ext>
              </a:extLst>
            </p:cNvPr>
            <p:cNvCxnSpPr>
              <a:cxnSpLocks/>
            </p:cNvCxnSpPr>
            <p:nvPr/>
          </p:nvCxnSpPr>
          <p:spPr>
            <a:xfrm>
              <a:off x="2233177" y="2203339"/>
              <a:ext cx="766619" cy="805104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Gerade Verbindung mit Pfeil 192">
              <a:extLst>
                <a:ext uri="{FF2B5EF4-FFF2-40B4-BE49-F238E27FC236}">
                  <a16:creationId xmlns:a16="http://schemas.microsoft.com/office/drawing/2014/main" id="{5574F193-8C15-A6BF-3290-339BFE3F64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999" y="2216725"/>
              <a:ext cx="1417686" cy="1417686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Textfeld 193">
              <a:extLst>
                <a:ext uri="{FF2B5EF4-FFF2-40B4-BE49-F238E27FC236}">
                  <a16:creationId xmlns:a16="http://schemas.microsoft.com/office/drawing/2014/main" id="{E15313CC-5EB0-B5EB-8315-6B289B596086}"/>
                </a:ext>
              </a:extLst>
            </p:cNvPr>
            <p:cNvSpPr txBox="1"/>
            <p:nvPr/>
          </p:nvSpPr>
          <p:spPr>
            <a:xfrm rot="8043275">
              <a:off x="830745" y="2979798"/>
              <a:ext cx="1275497" cy="412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20 cm</a:t>
              </a:r>
            </a:p>
          </p:txBody>
        </p:sp>
      </p:grp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089194BF-F4E2-56EA-F24D-9E0C885AD563}"/>
              </a:ext>
            </a:extLst>
          </p:cNvPr>
          <p:cNvGrpSpPr/>
          <p:nvPr/>
        </p:nvGrpSpPr>
        <p:grpSpPr>
          <a:xfrm>
            <a:off x="1619895" y="1372299"/>
            <a:ext cx="173762" cy="173762"/>
            <a:chOff x="2650409" y="1198128"/>
            <a:chExt cx="173762" cy="173762"/>
          </a:xfrm>
        </p:grpSpPr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547AB6BC-3C2E-AE53-0CB9-BC5A1B16179A}"/>
                </a:ext>
              </a:extLst>
            </p:cNvPr>
            <p:cNvSpPr/>
            <p:nvPr/>
          </p:nvSpPr>
          <p:spPr>
            <a:xfrm>
              <a:off x="2650409" y="1198418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Kreuz 3">
              <a:extLst>
                <a:ext uri="{FF2B5EF4-FFF2-40B4-BE49-F238E27FC236}">
                  <a16:creationId xmlns:a16="http://schemas.microsoft.com/office/drawing/2014/main" id="{FDF457CC-4130-33B8-83F9-5F60D4F24728}"/>
                </a:ext>
              </a:extLst>
            </p:cNvPr>
            <p:cNvSpPr/>
            <p:nvPr/>
          </p:nvSpPr>
          <p:spPr>
            <a:xfrm rot="2700000">
              <a:off x="2650409" y="1198128"/>
              <a:ext cx="173762" cy="173762"/>
            </a:xfrm>
            <a:prstGeom prst="plus">
              <a:avLst>
                <a:gd name="adj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4E2B5D5D-3A3B-5137-ACD1-863D949F56D5}"/>
              </a:ext>
            </a:extLst>
          </p:cNvPr>
          <p:cNvGrpSpPr/>
          <p:nvPr/>
        </p:nvGrpSpPr>
        <p:grpSpPr>
          <a:xfrm>
            <a:off x="974450" y="1374794"/>
            <a:ext cx="173762" cy="173182"/>
            <a:chOff x="1967139" y="1198419"/>
            <a:chExt cx="173762" cy="173182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7B188470-E570-E465-3015-F6DF96CA24DA}"/>
                </a:ext>
              </a:extLst>
            </p:cNvPr>
            <p:cNvSpPr/>
            <p:nvPr/>
          </p:nvSpPr>
          <p:spPr>
            <a:xfrm>
              <a:off x="1967139" y="1198419"/>
              <a:ext cx="173762" cy="17318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5367114F-8B0D-1247-F70B-C069868B3159}"/>
                </a:ext>
              </a:extLst>
            </p:cNvPr>
            <p:cNvSpPr/>
            <p:nvPr/>
          </p:nvSpPr>
          <p:spPr>
            <a:xfrm>
              <a:off x="2031084" y="1262151"/>
              <a:ext cx="45872" cy="45719"/>
            </a:xfrm>
            <a:prstGeom prst="ellipse">
              <a:avLst/>
            </a:prstGeom>
            <a:solidFill>
              <a:schemeClr val="tx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964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uppieren 113">
            <a:extLst>
              <a:ext uri="{FF2B5EF4-FFF2-40B4-BE49-F238E27FC236}">
                <a16:creationId xmlns:a16="http://schemas.microsoft.com/office/drawing/2014/main" id="{49966FD9-E543-1989-4F6A-6B53EB9CF043}"/>
              </a:ext>
            </a:extLst>
          </p:cNvPr>
          <p:cNvGrpSpPr/>
          <p:nvPr/>
        </p:nvGrpSpPr>
        <p:grpSpPr>
          <a:xfrm>
            <a:off x="279905" y="2676697"/>
            <a:ext cx="6544848" cy="7052319"/>
            <a:chOff x="1111176" y="2773389"/>
            <a:chExt cx="4559144" cy="4912649"/>
          </a:xfrm>
        </p:grpSpPr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A37199D9-5A90-1F28-53F2-A007C3579E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2114" y="4070954"/>
              <a:ext cx="3245042" cy="3140421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DAF7C69D-25F6-8E2F-BB4F-582F18F0DB99}"/>
                </a:ext>
              </a:extLst>
            </p:cNvPr>
            <p:cNvCxnSpPr/>
            <p:nvPr/>
          </p:nvCxnSpPr>
          <p:spPr>
            <a:xfrm flipV="1">
              <a:off x="2418945" y="4082277"/>
              <a:ext cx="2795881" cy="0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922BA4B8-DBCC-F11B-DB9A-4C24A5FFA1C1}"/>
                </a:ext>
              </a:extLst>
            </p:cNvPr>
            <p:cNvGrpSpPr/>
            <p:nvPr/>
          </p:nvGrpSpPr>
          <p:grpSpPr>
            <a:xfrm>
              <a:off x="2571163" y="3001042"/>
              <a:ext cx="2616313" cy="364475"/>
              <a:chOff x="5104728" y="380899"/>
              <a:chExt cx="1476698" cy="439828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22F352D3-F1CF-5580-E386-ED6F173587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4728" y="776586"/>
                <a:ext cx="1476698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9" name="Textfeld 98">
                <a:extLst>
                  <a:ext uri="{FF2B5EF4-FFF2-40B4-BE49-F238E27FC236}">
                    <a16:creationId xmlns:a16="http://schemas.microsoft.com/office/drawing/2014/main" id="{737F0B93-CB71-26AA-1180-23279C0519FD}"/>
                  </a:ext>
                </a:extLst>
              </p:cNvPr>
              <p:cNvSpPr txBox="1"/>
              <p:nvPr/>
            </p:nvSpPr>
            <p:spPr>
              <a:xfrm>
                <a:off x="5574178" y="380899"/>
                <a:ext cx="922474" cy="439828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C6F6220C-9454-9683-CFE6-AF6B91AEF6FD}"/>
                </a:ext>
              </a:extLst>
            </p:cNvPr>
            <p:cNvGrpSpPr/>
            <p:nvPr/>
          </p:nvGrpSpPr>
          <p:grpSpPr>
            <a:xfrm>
              <a:off x="1111176" y="5556336"/>
              <a:ext cx="1533659" cy="1948552"/>
              <a:chOff x="1408070" y="441526"/>
              <a:chExt cx="1533659" cy="1948552"/>
            </a:xfrm>
          </p:grpSpPr>
          <p:cxnSp>
            <p:nvCxnSpPr>
              <p:cNvPr id="4" name="Gerade Verbindung mit Pfeil 3">
                <a:extLst>
                  <a:ext uri="{FF2B5EF4-FFF2-40B4-BE49-F238E27FC236}">
                    <a16:creationId xmlns:a16="http://schemas.microsoft.com/office/drawing/2014/main" id="{1D7C5848-0C47-7EBE-8688-B7ED0BB7761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 Verbindung mit Pfeil 4">
                <a:extLst>
                  <a:ext uri="{FF2B5EF4-FFF2-40B4-BE49-F238E27FC236}">
                    <a16:creationId xmlns:a16="http://schemas.microsoft.com/office/drawing/2014/main" id="{DA742CE4-0403-43AE-39C2-F21DD46BD9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CE1A7F04-12F2-7B5F-4432-4E1BB0A8A1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83790" y="441526"/>
                    <a:ext cx="457939" cy="36447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545521AD-7F63-3A94-207D-72B61876F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B66E065C-BA59-DD9C-B679-D18217B417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A8D2ADE4-3158-B3F4-DAA3-22672A8723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Gruppieren 9">
              <a:extLst>
                <a:ext uri="{FF2B5EF4-FFF2-40B4-BE49-F238E27FC236}">
                  <a16:creationId xmlns:a16="http://schemas.microsoft.com/office/drawing/2014/main" id="{B2A0770D-7B3F-D947-EB0A-233D7FD4661A}"/>
                </a:ext>
              </a:extLst>
            </p:cNvPr>
            <p:cNvGrpSpPr/>
            <p:nvPr/>
          </p:nvGrpSpPr>
          <p:grpSpPr>
            <a:xfrm>
              <a:off x="2617082" y="5147475"/>
              <a:ext cx="1590854" cy="1445738"/>
              <a:chOff x="1408070" y="1468343"/>
              <a:chExt cx="1590854" cy="1445738"/>
            </a:xfrm>
          </p:grpSpPr>
          <p:cxnSp>
            <p:nvCxnSpPr>
              <p:cNvPr id="15" name="Gerade Verbindung mit Pfeil 14">
                <a:extLst>
                  <a:ext uri="{FF2B5EF4-FFF2-40B4-BE49-F238E27FC236}">
                    <a16:creationId xmlns:a16="http://schemas.microsoft.com/office/drawing/2014/main" id="{A5C8F50F-8191-F695-E0A1-31AEF90DEF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82727" y="1693963"/>
                <a:ext cx="0" cy="936913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0CC2F124-9EC5-EAE0-1117-74CE4C294DB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17752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19" name="Textfeld 18">
                    <a:extLst>
                      <a:ext uri="{FF2B5EF4-FFF2-40B4-BE49-F238E27FC236}">
                        <a16:creationId xmlns:a16="http://schemas.microsoft.com/office/drawing/2014/main" id="{DD6E0426-C81D-D564-A71F-891A39B1DA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53023" y="1795043"/>
                    <a:ext cx="457939" cy="3644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0" name="Textfeld 19">
                    <a:extLst>
                      <a:ext uri="{FF2B5EF4-FFF2-40B4-BE49-F238E27FC236}">
                        <a16:creationId xmlns:a16="http://schemas.microsoft.com/office/drawing/2014/main" id="{E3E6FFBA-70D6-4845-9527-43DA5EE413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22008" y="2549606"/>
                    <a:ext cx="576916" cy="3644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27" name="Textfeld 26">
                    <a:extLst>
                      <a:ext uri="{FF2B5EF4-FFF2-40B4-BE49-F238E27FC236}">
                        <a16:creationId xmlns:a16="http://schemas.microsoft.com/office/drawing/2014/main" id="{0147491A-B951-F161-F653-6D0DC26782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Gerade Verbindung mit Pfeil 27">
                <a:extLst>
                  <a:ext uri="{FF2B5EF4-FFF2-40B4-BE49-F238E27FC236}">
                    <a16:creationId xmlns:a16="http://schemas.microsoft.com/office/drawing/2014/main" id="{85308A40-20CA-551F-4CD2-BA2AD897E7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26011" y="1668880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7" name="Gruppieren 86">
              <a:extLst>
                <a:ext uri="{FF2B5EF4-FFF2-40B4-BE49-F238E27FC236}">
                  <a16:creationId xmlns:a16="http://schemas.microsoft.com/office/drawing/2014/main" id="{EFA44FCA-FAE7-ECCD-86B1-EDD53DC07170}"/>
                </a:ext>
              </a:extLst>
            </p:cNvPr>
            <p:cNvGrpSpPr/>
            <p:nvPr/>
          </p:nvGrpSpPr>
          <p:grpSpPr>
            <a:xfrm flipH="1" flipV="1">
              <a:off x="2389826" y="5350027"/>
              <a:ext cx="2348565" cy="2336011"/>
              <a:chOff x="782999" y="2203339"/>
              <a:chExt cx="2216797" cy="2204948"/>
            </a:xfrm>
          </p:grpSpPr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0AC9A6ED-FD0D-BC08-DCE8-1C7EB9E047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9157" y="3645531"/>
                <a:ext cx="726295" cy="762756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C8581A43-5291-F04C-FC3C-B7AA2763F9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33177" y="2203339"/>
                <a:ext cx="766619" cy="805104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 Verbindung mit Pfeil 54">
                <a:extLst>
                  <a:ext uri="{FF2B5EF4-FFF2-40B4-BE49-F238E27FC236}">
                    <a16:creationId xmlns:a16="http://schemas.microsoft.com/office/drawing/2014/main" id="{2BCAC602-4752-5966-691A-C464255FF2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2999" y="2216725"/>
                <a:ext cx="1417686" cy="1417686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5B20F41D-E822-33E3-D05C-4D67B4F777EF}"/>
                  </a:ext>
                </a:extLst>
              </p:cNvPr>
              <p:cNvSpPr txBox="1"/>
              <p:nvPr/>
            </p:nvSpPr>
            <p:spPr>
              <a:xfrm rot="8043275">
                <a:off x="1132400" y="2888583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20 cm</a:t>
                </a:r>
              </a:p>
            </p:txBody>
          </p:sp>
        </p:grpSp>
        <p:grpSp>
          <p:nvGrpSpPr>
            <p:cNvPr id="64" name="Gruppieren 63">
              <a:extLst>
                <a:ext uri="{FF2B5EF4-FFF2-40B4-BE49-F238E27FC236}">
                  <a16:creationId xmlns:a16="http://schemas.microsoft.com/office/drawing/2014/main" id="{55A48344-5AB9-7D0A-DE87-C2ADF003EB09}"/>
                </a:ext>
              </a:extLst>
            </p:cNvPr>
            <p:cNvGrpSpPr/>
            <p:nvPr/>
          </p:nvGrpSpPr>
          <p:grpSpPr>
            <a:xfrm>
              <a:off x="1296509" y="2773389"/>
              <a:ext cx="1492497" cy="2024935"/>
              <a:chOff x="1408070" y="365143"/>
              <a:chExt cx="1492497" cy="2024935"/>
            </a:xfrm>
          </p:grpSpPr>
          <p:cxnSp>
            <p:nvCxnSpPr>
              <p:cNvPr id="65" name="Gerade Verbindung mit Pfeil 64">
                <a:extLst>
                  <a:ext uri="{FF2B5EF4-FFF2-40B4-BE49-F238E27FC236}">
                    <a16:creationId xmlns:a16="http://schemas.microsoft.com/office/drawing/2014/main" id="{0C81D53D-858B-2D0C-348C-4F4FA2258F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Gerade Verbindung mit Pfeil 69">
                <a:extLst>
                  <a:ext uri="{FF2B5EF4-FFF2-40B4-BE49-F238E27FC236}">
                    <a16:creationId xmlns:a16="http://schemas.microsoft.com/office/drawing/2014/main" id="{95C732BC-FC8D-3DAB-EB62-D032B40468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C3576F1B-3815-D3DB-54FD-F8738383A4B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42628" y="365143"/>
                    <a:ext cx="457939" cy="36447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A6D4A953-A902-FF93-4A1C-76507C6F00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76843" y="2025603"/>
                    <a:ext cx="576916" cy="36447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136318B9-16ED-3974-D629-F2EAA0A662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08070" y="1468343"/>
                    <a:ext cx="373613" cy="36447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7" name="Gerade Verbindung mit Pfeil 76">
                <a:extLst>
                  <a:ext uri="{FF2B5EF4-FFF2-40B4-BE49-F238E27FC236}">
                    <a16:creationId xmlns:a16="http://schemas.microsoft.com/office/drawing/2014/main" id="{B582FD8F-0F8C-0FFB-3976-12223D8B0F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F742EC4D-F819-E46B-A355-571341A92BAF}"/>
                </a:ext>
              </a:extLst>
            </p:cNvPr>
            <p:cNvGrpSpPr/>
            <p:nvPr/>
          </p:nvGrpSpPr>
          <p:grpSpPr>
            <a:xfrm>
              <a:off x="4030412" y="2819669"/>
              <a:ext cx="1413384" cy="2094092"/>
              <a:chOff x="1514378" y="420948"/>
              <a:chExt cx="1413384" cy="2094092"/>
            </a:xfrm>
          </p:grpSpPr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2E4887E1-A932-C9E7-D033-228E65B5C40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Gerade Verbindung mit Pfeil 79">
                <a:extLst>
                  <a:ext uri="{FF2B5EF4-FFF2-40B4-BE49-F238E27FC236}">
                    <a16:creationId xmlns:a16="http://schemas.microsoft.com/office/drawing/2014/main" id="{DAD75030-DFF9-BC48-3365-E3FBA26819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35444" y="1676211"/>
                <a:ext cx="936000" cy="0"/>
              </a:xfrm>
              <a:prstGeom prst="straightConnector1">
                <a:avLst/>
              </a:prstGeom>
              <a:ln w="5715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28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DBD9D708-82E7-855D-1DD3-0BFBA5B72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69823" y="420948"/>
                    <a:ext cx="457939" cy="3644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2800" b="0" i="0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5420ECCF-A951-B7F9-2EEB-166960E89D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045129" y="2150565"/>
                    <a:ext cx="576916" cy="36447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noFill/>
                  <a:ln w="571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2800" b="0" i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de-DE" sz="2800" dirty="0"/>
                  </a:p>
                </p:txBody>
              </p:sp>
            </mc:Choice>
            <mc:Fallback xmlns=""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4BEC26C9-1837-F333-D143-FBFBDE5DB8B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514378" y="1674062"/>
                    <a:ext cx="373613" cy="36447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 w="57150">
                    <a:noFill/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7188A27F-F438-06BD-0938-AC61D5E782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30793" y="1683556"/>
                <a:ext cx="468000" cy="468000"/>
              </a:xfrm>
              <a:prstGeom prst="straightConnector1">
                <a:avLst/>
              </a:prstGeom>
              <a:ln w="5715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8" name="Gruppieren 87">
              <a:extLst>
                <a:ext uri="{FF2B5EF4-FFF2-40B4-BE49-F238E27FC236}">
                  <a16:creationId xmlns:a16="http://schemas.microsoft.com/office/drawing/2014/main" id="{070C48BA-3070-A1DA-6577-B87B19947CDF}"/>
                </a:ext>
              </a:extLst>
            </p:cNvPr>
            <p:cNvGrpSpPr/>
            <p:nvPr/>
          </p:nvGrpSpPr>
          <p:grpSpPr>
            <a:xfrm flipH="1" flipV="1">
              <a:off x="4404026" y="4091575"/>
              <a:ext cx="1266294" cy="1736556"/>
              <a:chOff x="1124621" y="2769161"/>
              <a:chExt cx="1195248" cy="1639126"/>
            </a:xfrm>
          </p:grpSpPr>
          <p:cxnSp>
            <p:nvCxnSpPr>
              <p:cNvPr id="89" name="Gerader Verbinder 88">
                <a:extLst>
                  <a:ext uri="{FF2B5EF4-FFF2-40B4-BE49-F238E27FC236}">
                    <a16:creationId xmlns:a16="http://schemas.microsoft.com/office/drawing/2014/main" id="{70039718-BAF9-2B33-59CC-2073C6812D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4621" y="3966330"/>
                <a:ext cx="420831" cy="441957"/>
              </a:xfrm>
              <a:prstGeom prst="line">
                <a:avLst/>
              </a:prstGeom>
              <a:ln w="28575"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Gerade Verbindung mit Pfeil 90">
                <a:extLst>
                  <a:ext uri="{FF2B5EF4-FFF2-40B4-BE49-F238E27FC236}">
                    <a16:creationId xmlns:a16="http://schemas.microsoft.com/office/drawing/2014/main" id="{36A5BF89-7BC5-6981-D8D6-AEAA2A5E2E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35949" y="2769161"/>
                <a:ext cx="1183920" cy="118392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4EDBC093-9C46-F957-DF71-2180DE48D485}"/>
                  </a:ext>
                </a:extLst>
              </p:cNvPr>
              <p:cNvSpPr txBox="1"/>
              <p:nvPr/>
            </p:nvSpPr>
            <p:spPr>
              <a:xfrm rot="8043275">
                <a:off x="1369764" y="3298594"/>
                <a:ext cx="878196" cy="344026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15 cm</a:t>
                </a:r>
              </a:p>
            </p:txBody>
          </p:sp>
        </p:grpSp>
      </p:grpSp>
      <p:sp>
        <p:nvSpPr>
          <p:cNvPr id="149" name="Freihandform: Form 148">
            <a:extLst>
              <a:ext uri="{FF2B5EF4-FFF2-40B4-BE49-F238E27FC236}">
                <a16:creationId xmlns:a16="http://schemas.microsoft.com/office/drawing/2014/main" id="{6155FB04-07D7-4AE4-BACC-82E35110441B}"/>
              </a:ext>
            </a:extLst>
          </p:cNvPr>
          <p:cNvSpPr/>
          <p:nvPr/>
        </p:nvSpPr>
        <p:spPr>
          <a:xfrm>
            <a:off x="4279900" y="4660900"/>
            <a:ext cx="1663700" cy="162560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Freihandform: Form 149">
            <a:extLst>
              <a:ext uri="{FF2B5EF4-FFF2-40B4-BE49-F238E27FC236}">
                <a16:creationId xmlns:a16="http://schemas.microsoft.com/office/drawing/2014/main" id="{2F216E64-F0ED-1413-3144-DDFD817E8C82}"/>
              </a:ext>
            </a:extLst>
          </p:cNvPr>
          <p:cNvSpPr/>
          <p:nvPr/>
        </p:nvSpPr>
        <p:spPr>
          <a:xfrm flipH="1" flipV="1">
            <a:off x="2320206" y="6694199"/>
            <a:ext cx="1802223" cy="1792910"/>
          </a:xfrm>
          <a:custGeom>
            <a:avLst/>
            <a:gdLst>
              <a:gd name="connsiteX0" fmla="*/ 0 w 1663700"/>
              <a:gd name="connsiteY0" fmla="*/ 1625600 h 1625600"/>
              <a:gd name="connsiteX1" fmla="*/ 584200 w 1663700"/>
              <a:gd name="connsiteY1" fmla="*/ 622300 h 1625600"/>
              <a:gd name="connsiteX2" fmla="*/ 1663700 w 1663700"/>
              <a:gd name="connsiteY2" fmla="*/ 0 h 162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3700" h="1625600">
                <a:moveTo>
                  <a:pt x="0" y="1625600"/>
                </a:moveTo>
                <a:cubicBezTo>
                  <a:pt x="153458" y="1259416"/>
                  <a:pt x="306917" y="893233"/>
                  <a:pt x="584200" y="622300"/>
                </a:cubicBezTo>
                <a:cubicBezTo>
                  <a:pt x="861483" y="351367"/>
                  <a:pt x="1262591" y="175683"/>
                  <a:pt x="1663700" y="0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Freihandform: Form 150">
            <a:extLst>
              <a:ext uri="{FF2B5EF4-FFF2-40B4-BE49-F238E27FC236}">
                <a16:creationId xmlns:a16="http://schemas.microsoft.com/office/drawing/2014/main" id="{C19182B5-9574-3F2B-E948-E5615C87C8F1}"/>
              </a:ext>
            </a:extLst>
          </p:cNvPr>
          <p:cNvSpPr/>
          <p:nvPr/>
        </p:nvSpPr>
        <p:spPr>
          <a:xfrm>
            <a:off x="2616200" y="4000438"/>
            <a:ext cx="3454400" cy="444562"/>
          </a:xfrm>
          <a:custGeom>
            <a:avLst/>
            <a:gdLst>
              <a:gd name="connsiteX0" fmla="*/ 3454400 w 3454400"/>
              <a:gd name="connsiteY0" fmla="*/ 419162 h 444562"/>
              <a:gd name="connsiteX1" fmla="*/ 1930400 w 3454400"/>
              <a:gd name="connsiteY1" fmla="*/ 62 h 444562"/>
              <a:gd name="connsiteX2" fmla="*/ 0 w 3454400"/>
              <a:gd name="connsiteY2" fmla="*/ 444562 h 4445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54400" h="444562">
                <a:moveTo>
                  <a:pt x="3454400" y="419162"/>
                </a:moveTo>
                <a:cubicBezTo>
                  <a:pt x="2980266" y="207495"/>
                  <a:pt x="2506133" y="-4171"/>
                  <a:pt x="1930400" y="62"/>
                </a:cubicBezTo>
                <a:cubicBezTo>
                  <a:pt x="1354667" y="4295"/>
                  <a:pt x="677333" y="224428"/>
                  <a:pt x="0" y="444562"/>
                </a:cubicBezTo>
              </a:path>
            </a:pathLst>
          </a:custGeom>
          <a:noFill/>
          <a:ln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/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34</m:t>
                          </m:r>
                        </m:sub>
                      </m:sSub>
                    </m:oMath>
                  </m:oMathPara>
                </a14:m>
                <a:endParaRPr lang="de-DE" sz="2800" b="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2" name="Textfeld 151">
                <a:extLst>
                  <a:ext uri="{FF2B5EF4-FFF2-40B4-BE49-F238E27FC236}">
                    <a16:creationId xmlns:a16="http://schemas.microsoft.com/office/drawing/2014/main" id="{AA36DF56-050C-B64A-5CEE-113091EBC7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4609" y="3521871"/>
                <a:ext cx="6847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/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68" name="Textfeld 167">
                <a:extLst>
                  <a:ext uri="{FF2B5EF4-FFF2-40B4-BE49-F238E27FC236}">
                    <a16:creationId xmlns:a16="http://schemas.microsoft.com/office/drawing/2014/main" id="{5828AF60-F122-7956-154E-E6503D99D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987" y="5017559"/>
                <a:ext cx="967653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/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76" name="Textfeld 175">
                <a:extLst>
                  <a:ext uri="{FF2B5EF4-FFF2-40B4-BE49-F238E27FC236}">
                    <a16:creationId xmlns:a16="http://schemas.microsoft.com/office/drawing/2014/main" id="{08378957-FC11-8B73-48E9-A9AFCE9543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514" y="7819087"/>
                <a:ext cx="967653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4" name="Freihandform: Form 183">
            <a:extLst>
              <a:ext uri="{FF2B5EF4-FFF2-40B4-BE49-F238E27FC236}">
                <a16:creationId xmlns:a16="http://schemas.microsoft.com/office/drawing/2014/main" id="{55752E3E-38C5-FC4B-99DE-37D58E6BE78E}"/>
              </a:ext>
            </a:extLst>
          </p:cNvPr>
          <p:cNvSpPr/>
          <p:nvPr/>
        </p:nvSpPr>
        <p:spPr>
          <a:xfrm>
            <a:off x="1571689" y="4746907"/>
            <a:ext cx="786674" cy="3599071"/>
          </a:xfrm>
          <a:custGeom>
            <a:avLst/>
            <a:gdLst>
              <a:gd name="connsiteX0" fmla="*/ 456617 w 789127"/>
              <a:gd name="connsiteY0" fmla="*/ 3474720 h 3474720"/>
              <a:gd name="connsiteX1" fmla="*/ 7730 w 789127"/>
              <a:gd name="connsiteY1" fmla="*/ 1662546 h 3474720"/>
              <a:gd name="connsiteX2" fmla="*/ 789127 w 789127"/>
              <a:gd name="connsiteY2" fmla="*/ 0 h 3474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9127" h="3474720">
                <a:moveTo>
                  <a:pt x="456617" y="3474720"/>
                </a:moveTo>
                <a:cubicBezTo>
                  <a:pt x="204464" y="2858193"/>
                  <a:pt x="-47688" y="2241666"/>
                  <a:pt x="7730" y="1662546"/>
                </a:cubicBezTo>
                <a:cubicBezTo>
                  <a:pt x="63148" y="1083426"/>
                  <a:pt x="597934" y="282633"/>
                  <a:pt x="789127" y="0"/>
                </a:cubicBezTo>
              </a:path>
            </a:pathLst>
          </a:custGeom>
          <a:noFill/>
          <a:ln w="19050">
            <a:solidFill>
              <a:schemeClr val="bg2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/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b>
                          <m:r>
                            <a:rPr lang="de-DE" sz="2800" b="0" i="0" smtClean="0">
                              <a:solidFill>
                                <a:schemeClr val="bg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8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85" name="Textfeld 184">
                <a:extLst>
                  <a:ext uri="{FF2B5EF4-FFF2-40B4-BE49-F238E27FC236}">
                    <a16:creationId xmlns:a16="http://schemas.microsoft.com/office/drawing/2014/main" id="{ED215660-7DFA-F937-91BC-ADEE1739E2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092" y="5900005"/>
                <a:ext cx="967653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15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7C31E7F5-EDC4-DA11-7D5C-5C4876987E26}"/>
              </a:ext>
            </a:extLst>
          </p:cNvPr>
          <p:cNvGrpSpPr/>
          <p:nvPr/>
        </p:nvGrpSpPr>
        <p:grpSpPr>
          <a:xfrm>
            <a:off x="0" y="1730812"/>
            <a:ext cx="6858000" cy="9143999"/>
            <a:chOff x="0" y="1730812"/>
            <a:chExt cx="6858000" cy="9143999"/>
          </a:xfrm>
        </p:grpSpPr>
        <p:pic>
          <p:nvPicPr>
            <p:cNvPr id="6" name="Grafik 5" descr="Ein Bild, das Hahn, Silber, Licht enthält.&#10;&#10;KI-generierte Inhalte können fehlerhaft sein.">
              <a:extLst>
                <a:ext uri="{FF2B5EF4-FFF2-40B4-BE49-F238E27FC236}">
                  <a16:creationId xmlns:a16="http://schemas.microsoft.com/office/drawing/2014/main" id="{62AFEA39-690A-5A78-1597-A2C3C5B2B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730812"/>
              <a:ext cx="6858000" cy="9143999"/>
            </a:xfrm>
            <a:prstGeom prst="rect">
              <a:avLst/>
            </a:prstGeom>
          </p:spPr>
        </p:pic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8284938-F010-3BCC-95F7-AA4AF3B84FC7}"/>
                </a:ext>
              </a:extLst>
            </p:cNvPr>
            <p:cNvGrpSpPr/>
            <p:nvPr/>
          </p:nvGrpSpPr>
          <p:grpSpPr>
            <a:xfrm>
              <a:off x="3134441" y="7924800"/>
              <a:ext cx="3165856" cy="2781560"/>
              <a:chOff x="1832404" y="449443"/>
              <a:chExt cx="2139870" cy="1880117"/>
            </a:xfrm>
          </p:grpSpPr>
          <p:cxnSp>
            <p:nvCxnSpPr>
              <p:cNvPr id="8" name="Gerade Verbindung mit Pfeil 7">
                <a:extLst>
                  <a:ext uri="{FF2B5EF4-FFF2-40B4-BE49-F238E27FC236}">
                    <a16:creationId xmlns:a16="http://schemas.microsoft.com/office/drawing/2014/main" id="{D5CF40A4-2789-A6F7-6089-219A33E88B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2727" y="757963"/>
                <a:ext cx="1" cy="93600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 Verbindung mit Pfeil 8">
                <a:extLst>
                  <a:ext uri="{FF2B5EF4-FFF2-40B4-BE49-F238E27FC236}">
                    <a16:creationId xmlns:a16="http://schemas.microsoft.com/office/drawing/2014/main" id="{DB2446F6-A0BB-1937-59DC-397B410496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1444" y="1658908"/>
                <a:ext cx="936000" cy="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" name="Textfeld 9">
                    <a:extLst>
                      <a:ext uri="{FF2B5EF4-FFF2-40B4-BE49-F238E27FC236}">
                        <a16:creationId xmlns:a16="http://schemas.microsoft.com/office/drawing/2014/main" id="{C6E759E0-3698-0F16-B4B4-E9A47D01AB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514335" y="1468343"/>
                    <a:ext cx="457939" cy="39526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7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43A36DBC-A483-78EC-9EA0-D2486C04CB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832404" y="1934298"/>
                    <a:ext cx="576916" cy="39526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C68FFD51-FDD2-B3CB-0662-A374202CFA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492497" y="449443"/>
                    <a:ext cx="373613" cy="39526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758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Gerade Verbindung mit Pfeil 12">
                <a:extLst>
                  <a:ext uri="{FF2B5EF4-FFF2-40B4-BE49-F238E27FC236}">
                    <a16:creationId xmlns:a16="http://schemas.microsoft.com/office/drawing/2014/main" id="{2EBB7A33-FB93-DF05-CA1E-74F7E2D0175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14727" y="1667831"/>
                <a:ext cx="468000" cy="468000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9770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Zylinder 53">
            <a:extLst>
              <a:ext uri="{FF2B5EF4-FFF2-40B4-BE49-F238E27FC236}">
                <a16:creationId xmlns:a16="http://schemas.microsoft.com/office/drawing/2014/main" id="{252C6155-217C-FA01-1A89-AB21D6FC4013}"/>
              </a:ext>
            </a:extLst>
          </p:cNvPr>
          <p:cNvSpPr/>
          <p:nvPr/>
        </p:nvSpPr>
        <p:spPr>
          <a:xfrm>
            <a:off x="1779534" y="10633963"/>
            <a:ext cx="2763499" cy="1834093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5" name="Würfel 54">
            <a:extLst>
              <a:ext uri="{FF2B5EF4-FFF2-40B4-BE49-F238E27FC236}">
                <a16:creationId xmlns:a16="http://schemas.microsoft.com/office/drawing/2014/main" id="{C5235E40-D36D-82A8-B150-E15B2EA269A3}"/>
              </a:ext>
            </a:extLst>
          </p:cNvPr>
          <p:cNvSpPr/>
          <p:nvPr/>
        </p:nvSpPr>
        <p:spPr>
          <a:xfrm flipH="1">
            <a:off x="2693677" y="9999642"/>
            <a:ext cx="869091" cy="974482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05" name="Würfel 104">
            <a:extLst>
              <a:ext uri="{FF2B5EF4-FFF2-40B4-BE49-F238E27FC236}">
                <a16:creationId xmlns:a16="http://schemas.microsoft.com/office/drawing/2014/main" id="{5C950592-3825-A06D-5EAC-673720F32382}"/>
              </a:ext>
            </a:extLst>
          </p:cNvPr>
          <p:cNvSpPr/>
          <p:nvPr/>
        </p:nvSpPr>
        <p:spPr>
          <a:xfrm flipH="1">
            <a:off x="2893231" y="8565177"/>
            <a:ext cx="477488" cy="1532271"/>
          </a:xfrm>
          <a:prstGeom prst="cube">
            <a:avLst>
              <a:gd name="adj" fmla="val 17858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6" name="Zylinder 55">
            <a:extLst>
              <a:ext uri="{FF2B5EF4-FFF2-40B4-BE49-F238E27FC236}">
                <a16:creationId xmlns:a16="http://schemas.microsoft.com/office/drawing/2014/main" id="{BD1B7172-8A70-A884-55A1-51771ADD9E93}"/>
              </a:ext>
            </a:extLst>
          </p:cNvPr>
          <p:cNvSpPr/>
          <p:nvPr/>
        </p:nvSpPr>
        <p:spPr>
          <a:xfrm rot="16200000">
            <a:off x="2725864" y="7389672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7" name="Würfel 56">
            <a:extLst>
              <a:ext uri="{FF2B5EF4-FFF2-40B4-BE49-F238E27FC236}">
                <a16:creationId xmlns:a16="http://schemas.microsoft.com/office/drawing/2014/main" id="{B5084F5F-EE85-EE21-7DCE-D69CC6A480EB}"/>
              </a:ext>
            </a:extLst>
          </p:cNvPr>
          <p:cNvSpPr/>
          <p:nvPr/>
        </p:nvSpPr>
        <p:spPr>
          <a:xfrm flipH="1">
            <a:off x="2710569" y="5106161"/>
            <a:ext cx="869091" cy="30206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8" name="Zylinder 57">
            <a:extLst>
              <a:ext uri="{FF2B5EF4-FFF2-40B4-BE49-F238E27FC236}">
                <a16:creationId xmlns:a16="http://schemas.microsoft.com/office/drawing/2014/main" id="{32D66AF3-2819-2420-D47B-23DC98D752E2}"/>
              </a:ext>
            </a:extLst>
          </p:cNvPr>
          <p:cNvSpPr/>
          <p:nvPr/>
        </p:nvSpPr>
        <p:spPr>
          <a:xfrm rot="16200000">
            <a:off x="2725864" y="3976885"/>
            <a:ext cx="705939" cy="1841296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9" name="Würfel 58">
            <a:extLst>
              <a:ext uri="{FF2B5EF4-FFF2-40B4-BE49-F238E27FC236}">
                <a16:creationId xmlns:a16="http://schemas.microsoft.com/office/drawing/2014/main" id="{B3444A3D-BA72-862C-0160-F93CAD2AB675}"/>
              </a:ext>
            </a:extLst>
          </p:cNvPr>
          <p:cNvSpPr/>
          <p:nvPr/>
        </p:nvSpPr>
        <p:spPr>
          <a:xfrm flipH="1">
            <a:off x="2710570" y="1687274"/>
            <a:ext cx="869091" cy="3026714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29300060-75AF-BC10-CBC3-46D17034C2FA}"/>
              </a:ext>
            </a:extLst>
          </p:cNvPr>
          <p:cNvCxnSpPr>
            <a:cxnSpLocks/>
          </p:cNvCxnSpPr>
          <p:nvPr/>
        </p:nvCxnSpPr>
        <p:spPr>
          <a:xfrm flipV="1">
            <a:off x="5088156" y="4925289"/>
            <a:ext cx="0" cy="338503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E0A4974F-80C7-0A9B-E12F-42C8E8CB97FC}"/>
              </a:ext>
            </a:extLst>
          </p:cNvPr>
          <p:cNvCxnSpPr>
            <a:cxnSpLocks/>
          </p:cNvCxnSpPr>
          <p:nvPr/>
        </p:nvCxnSpPr>
        <p:spPr>
          <a:xfrm flipV="1">
            <a:off x="5085297" y="8323128"/>
            <a:ext cx="2859" cy="250997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42F90FCE-6AC9-7665-BF92-692002BEDFE3}"/>
              </a:ext>
            </a:extLst>
          </p:cNvPr>
          <p:cNvCxnSpPr>
            <a:cxnSpLocks/>
          </p:cNvCxnSpPr>
          <p:nvPr/>
        </p:nvCxnSpPr>
        <p:spPr>
          <a:xfrm flipV="1">
            <a:off x="5088156" y="1755722"/>
            <a:ext cx="0" cy="312565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feld 64">
            <a:extLst>
              <a:ext uri="{FF2B5EF4-FFF2-40B4-BE49-F238E27FC236}">
                <a16:creationId xmlns:a16="http://schemas.microsoft.com/office/drawing/2014/main" id="{F343DA57-6727-CF38-B26B-8E8A79733DB9}"/>
              </a:ext>
            </a:extLst>
          </p:cNvPr>
          <p:cNvSpPr txBox="1"/>
          <p:nvPr/>
        </p:nvSpPr>
        <p:spPr>
          <a:xfrm>
            <a:off x="5085297" y="8879519"/>
            <a:ext cx="17727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5 -20 cm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D8927324-1DA6-2C7E-504F-577F52133285}"/>
              </a:ext>
            </a:extLst>
          </p:cNvPr>
          <p:cNvSpPr txBox="1"/>
          <p:nvPr/>
        </p:nvSpPr>
        <p:spPr>
          <a:xfrm>
            <a:off x="5341329" y="57344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30 cm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A7B04C79-464E-F824-09C8-FC1ACBA5F742}"/>
              </a:ext>
            </a:extLst>
          </p:cNvPr>
          <p:cNvSpPr txBox="1"/>
          <p:nvPr/>
        </p:nvSpPr>
        <p:spPr>
          <a:xfrm>
            <a:off x="5341329" y="2526840"/>
            <a:ext cx="1772703" cy="725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25 cm</a:t>
            </a:r>
          </a:p>
        </p:txBody>
      </p: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E46021D8-E4BD-3F7A-7462-E9299BDBB4B0}"/>
              </a:ext>
            </a:extLst>
          </p:cNvPr>
          <p:cNvGrpSpPr/>
          <p:nvPr/>
        </p:nvGrpSpPr>
        <p:grpSpPr>
          <a:xfrm>
            <a:off x="873348" y="6567649"/>
            <a:ext cx="4667957" cy="2242100"/>
            <a:chOff x="1221746" y="7232711"/>
            <a:chExt cx="3608059" cy="1808084"/>
          </a:xfrm>
        </p:grpSpPr>
        <p:grpSp>
          <p:nvGrpSpPr>
            <p:cNvPr id="80" name="Gruppieren 79">
              <a:extLst>
                <a:ext uri="{FF2B5EF4-FFF2-40B4-BE49-F238E27FC236}">
                  <a16:creationId xmlns:a16="http://schemas.microsoft.com/office/drawing/2014/main" id="{BFBB0A79-CD0C-5631-EACB-1A51B930689B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693398"/>
              <a:chOff x="2981773" y="6037979"/>
              <a:chExt cx="2170040" cy="1018482"/>
            </a:xfrm>
          </p:grpSpPr>
          <p:cxnSp>
            <p:nvCxnSpPr>
              <p:cNvPr id="83" name="Gerade Verbindung mit Pfeil 82">
                <a:extLst>
                  <a:ext uri="{FF2B5EF4-FFF2-40B4-BE49-F238E27FC236}">
                    <a16:creationId xmlns:a16="http://schemas.microsoft.com/office/drawing/2014/main" id="{DB072ACF-197B-C193-7B8D-3A6D4092F5AA}"/>
                  </a:ext>
                </a:extLst>
              </p:cNvPr>
              <p:cNvCxnSpPr>
                <a:cxnSpLocks/>
                <a:endCxn id="8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Gerade Verbindung mit Pfeil 83">
                <a:extLst>
                  <a:ext uri="{FF2B5EF4-FFF2-40B4-BE49-F238E27FC236}">
                    <a16:creationId xmlns:a16="http://schemas.microsoft.com/office/drawing/2014/main" id="{E88ACAC0-2856-FA1E-D12A-2D8650F92C8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5" name="Textfeld 84">
                    <a:extLst>
                      <a:ext uri="{FF2B5EF4-FFF2-40B4-BE49-F238E27FC236}">
                        <a16:creationId xmlns:a16="http://schemas.microsoft.com/office/drawing/2014/main" id="{69BFC962-1237-CEDD-B67F-F7A7EE62AC2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6" name="Textfeld 85">
                    <a:extLst>
                      <a:ext uri="{FF2B5EF4-FFF2-40B4-BE49-F238E27FC236}">
                        <a16:creationId xmlns:a16="http://schemas.microsoft.com/office/drawing/2014/main" id="{98EE1EF2-8B3A-5B7D-C3FD-8FF70673737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Textfeld 86">
                    <a:extLst>
                      <a:ext uri="{FF2B5EF4-FFF2-40B4-BE49-F238E27FC236}">
                        <a16:creationId xmlns:a16="http://schemas.microsoft.com/office/drawing/2014/main" id="{2D65CEAB-DB05-7BBC-351A-D3632812E0B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8" name="Gerader Verbinder 87">
                <a:extLst>
                  <a:ext uri="{FF2B5EF4-FFF2-40B4-BE49-F238E27FC236}">
                    <a16:creationId xmlns:a16="http://schemas.microsoft.com/office/drawing/2014/main" id="{AFA83466-B428-4EE6-50C5-FD7707A747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Gerade Verbindung mit Pfeil 88">
                <a:extLst>
                  <a:ext uri="{FF2B5EF4-FFF2-40B4-BE49-F238E27FC236}">
                    <a16:creationId xmlns:a16="http://schemas.microsoft.com/office/drawing/2014/main" id="{1EC61FD7-0CEA-B27A-6D21-5D780791B6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25E3AFF6-B3A0-D700-5A39-70A075B1686A}"/>
                    </a:ext>
                  </a:extLst>
                </p:cNvPr>
                <p:cNvSpPr txBox="1"/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07492513-B2A4-31A6-6D96-E603228B2F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8977" y="7984821"/>
                  <a:ext cx="335280" cy="584775"/>
                </a:xfrm>
                <a:prstGeom prst="rect">
                  <a:avLst/>
                </a:prstGeom>
                <a:blipFill>
                  <a:blip r:embed="rId11"/>
                  <a:stretch>
                    <a:fillRect r="-152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2" name="Pfeil: gebogen 81">
              <a:extLst>
                <a:ext uri="{FF2B5EF4-FFF2-40B4-BE49-F238E27FC236}">
                  <a16:creationId xmlns:a16="http://schemas.microsoft.com/office/drawing/2014/main" id="{DAF4256A-A22B-1BA8-76E9-BBD00EE2B8E4}"/>
                </a:ext>
              </a:extLst>
            </p:cNvPr>
            <p:cNvSpPr/>
            <p:nvPr/>
          </p:nvSpPr>
          <p:spPr>
            <a:xfrm rot="3284240" flipH="1">
              <a:off x="1652561" y="8437356"/>
              <a:ext cx="605640" cy="60123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66C76D21-5450-10ED-2667-9500ED809407}"/>
              </a:ext>
            </a:extLst>
          </p:cNvPr>
          <p:cNvGrpSpPr/>
          <p:nvPr/>
        </p:nvGrpSpPr>
        <p:grpSpPr>
          <a:xfrm>
            <a:off x="873348" y="3144067"/>
            <a:ext cx="4667957" cy="2201046"/>
            <a:chOff x="1221746" y="3648891"/>
            <a:chExt cx="3608059" cy="1774977"/>
          </a:xfrm>
        </p:grpSpPr>
        <p:grpSp>
          <p:nvGrpSpPr>
            <p:cNvPr id="70" name="Gruppieren 69">
              <a:extLst>
                <a:ext uri="{FF2B5EF4-FFF2-40B4-BE49-F238E27FC236}">
                  <a16:creationId xmlns:a16="http://schemas.microsoft.com/office/drawing/2014/main" id="{CC6735A2-C1C8-599F-D47D-48DECD775523}"/>
                </a:ext>
              </a:extLst>
            </p:cNvPr>
            <p:cNvGrpSpPr/>
            <p:nvPr/>
          </p:nvGrpSpPr>
          <p:grpSpPr>
            <a:xfrm>
              <a:off x="1221746" y="3648891"/>
              <a:ext cx="3608059" cy="1693398"/>
              <a:chOff x="2981773" y="6037979"/>
              <a:chExt cx="2170040" cy="1018482"/>
            </a:xfrm>
          </p:grpSpPr>
          <p:cxnSp>
            <p:nvCxnSpPr>
              <p:cNvPr id="73" name="Gerade Verbindung mit Pfeil 72">
                <a:extLst>
                  <a:ext uri="{FF2B5EF4-FFF2-40B4-BE49-F238E27FC236}">
                    <a16:creationId xmlns:a16="http://schemas.microsoft.com/office/drawing/2014/main" id="{3D2F1FCA-F650-6A6A-7742-5DAFF9578FC4}"/>
                  </a:ext>
                </a:extLst>
              </p:cNvPr>
              <p:cNvCxnSpPr>
                <a:cxnSpLocks/>
                <a:endCxn id="75" idx="2"/>
              </p:cNvCxnSpPr>
              <p:nvPr/>
            </p:nvCxnSpPr>
            <p:spPr>
              <a:xfrm flipV="1">
                <a:off x="4045389" y="6389688"/>
                <a:ext cx="1" cy="49973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Gerade Verbindung mit Pfeil 73">
                <a:extLst>
                  <a:ext uri="{FF2B5EF4-FFF2-40B4-BE49-F238E27FC236}">
                    <a16:creationId xmlns:a16="http://schemas.microsoft.com/office/drawing/2014/main" id="{80E38262-CEA3-0B68-31D5-0106B5B554D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2A488BFF-2DA6-8560-3D5C-433D31F16C9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5170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554C69DD-AD9D-DE5E-7FE9-E5D8B3B7881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5170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Textfeld 76">
                    <a:extLst>
                      <a:ext uri="{FF2B5EF4-FFF2-40B4-BE49-F238E27FC236}">
                        <a16:creationId xmlns:a16="http://schemas.microsoft.com/office/drawing/2014/main" id="{167E811E-6A8C-8483-52AD-FEE9D2BDCFA5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5170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8" name="Gerader Verbinder 77">
                <a:extLst>
                  <a:ext uri="{FF2B5EF4-FFF2-40B4-BE49-F238E27FC236}">
                    <a16:creationId xmlns:a16="http://schemas.microsoft.com/office/drawing/2014/main" id="{5BB3DE23-201E-0176-5026-14C4EDEEEC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8610609E-A535-4F5F-FB30-6B71AC14DC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feld 70">
                  <a:extLst>
                    <a:ext uri="{FF2B5EF4-FFF2-40B4-BE49-F238E27FC236}">
                      <a16:creationId xmlns:a16="http://schemas.microsoft.com/office/drawing/2014/main" id="{827603D3-5CBF-D71C-1E4B-B9BB41C28811}"/>
                    </a:ext>
                  </a:extLst>
                </p:cNvPr>
                <p:cNvSpPr txBox="1"/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32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3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 xmlns="">
            <p:sp>
              <p:nvSpPr>
                <p:cNvPr id="18" name="Textfeld 17">
                  <a:extLst>
                    <a:ext uri="{FF2B5EF4-FFF2-40B4-BE49-F238E27FC236}">
                      <a16:creationId xmlns:a16="http://schemas.microsoft.com/office/drawing/2014/main" id="{252174CC-C827-5AE0-F0F9-E51060EF04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4167" y="4369772"/>
                  <a:ext cx="335280" cy="584775"/>
                </a:xfrm>
                <a:prstGeom prst="rect">
                  <a:avLst/>
                </a:prstGeom>
                <a:blipFill>
                  <a:blip r:embed="rId15"/>
                  <a:stretch>
                    <a:fillRect r="-1690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893434F0-407D-7FCA-93F6-E8791EC28E6E}"/>
                </a:ext>
              </a:extLst>
            </p:cNvPr>
            <p:cNvSpPr/>
            <p:nvPr/>
          </p:nvSpPr>
          <p:spPr>
            <a:xfrm rot="3284240" flipH="1">
              <a:off x="1667285" y="4844383"/>
              <a:ext cx="581598" cy="577371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10984637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Gruppieren 117">
            <a:extLst>
              <a:ext uri="{FF2B5EF4-FFF2-40B4-BE49-F238E27FC236}">
                <a16:creationId xmlns:a16="http://schemas.microsoft.com/office/drawing/2014/main" id="{DAE06B73-BACC-DC1C-9549-389DD5B443F8}"/>
              </a:ext>
            </a:extLst>
          </p:cNvPr>
          <p:cNvGrpSpPr/>
          <p:nvPr/>
        </p:nvGrpSpPr>
        <p:grpSpPr>
          <a:xfrm>
            <a:off x="2206831" y="-429093"/>
            <a:ext cx="2207525" cy="2336637"/>
            <a:chOff x="2627453" y="501155"/>
            <a:chExt cx="1271542" cy="1345911"/>
          </a:xfrm>
        </p:grpSpPr>
        <p:sp>
          <p:nvSpPr>
            <p:cNvPr id="108" name="Würfel 107">
              <a:extLst>
                <a:ext uri="{FF2B5EF4-FFF2-40B4-BE49-F238E27FC236}">
                  <a16:creationId xmlns:a16="http://schemas.microsoft.com/office/drawing/2014/main" id="{E55EA772-8126-C01E-86CD-1C3D5195B830}"/>
                </a:ext>
              </a:extLst>
            </p:cNvPr>
            <p:cNvSpPr/>
            <p:nvPr/>
          </p:nvSpPr>
          <p:spPr>
            <a:xfrm flipH="1">
              <a:off x="2627453" y="1498025"/>
              <a:ext cx="1028700" cy="349041"/>
            </a:xfrm>
            <a:prstGeom prst="cube">
              <a:avLst>
                <a:gd name="adj" fmla="val 46034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Würfel 108">
              <a:extLst>
                <a:ext uri="{FF2B5EF4-FFF2-40B4-BE49-F238E27FC236}">
                  <a16:creationId xmlns:a16="http://schemas.microsoft.com/office/drawing/2014/main" id="{340042C0-08D3-7C2C-EA3F-72E4203AF3D1}"/>
                </a:ext>
              </a:extLst>
            </p:cNvPr>
            <p:cNvSpPr/>
            <p:nvPr/>
          </p:nvSpPr>
          <p:spPr>
            <a:xfrm flipH="1">
              <a:off x="3370403" y="667445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Würfel 109">
              <a:extLst>
                <a:ext uri="{FF2B5EF4-FFF2-40B4-BE49-F238E27FC236}">
                  <a16:creationId xmlns:a16="http://schemas.microsoft.com/office/drawing/2014/main" id="{AB53E5DB-8CBD-29C3-5A97-85F80795A689}"/>
                </a:ext>
              </a:extLst>
            </p:cNvPr>
            <p:cNvSpPr/>
            <p:nvPr/>
          </p:nvSpPr>
          <p:spPr>
            <a:xfrm flipH="1">
              <a:off x="2627453" y="667444"/>
              <a:ext cx="285750" cy="986790"/>
            </a:xfrm>
            <a:prstGeom prst="cube">
              <a:avLst>
                <a:gd name="adj" fmla="val 58333"/>
              </a:avLst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1" name="Gruppieren 110">
              <a:extLst>
                <a:ext uri="{FF2B5EF4-FFF2-40B4-BE49-F238E27FC236}">
                  <a16:creationId xmlns:a16="http://schemas.microsoft.com/office/drawing/2014/main" id="{E8C131AE-24B8-7B6B-787D-81963D5BF1D7}"/>
                </a:ext>
              </a:extLst>
            </p:cNvPr>
            <p:cNvGrpSpPr/>
            <p:nvPr/>
          </p:nvGrpSpPr>
          <p:grpSpPr>
            <a:xfrm rot="5400000" flipH="1">
              <a:off x="2799271" y="660888"/>
              <a:ext cx="1259457" cy="939991"/>
              <a:chOff x="1406653" y="1006295"/>
              <a:chExt cx="2220841" cy="1531975"/>
            </a:xfrm>
          </p:grpSpPr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22C8379E-C00F-E382-417D-FF1297594BE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2299187" y="1688612"/>
                <a:ext cx="0" cy="1133814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Gerade Verbindung mit Pfeil 112">
                <a:extLst>
                  <a:ext uri="{FF2B5EF4-FFF2-40B4-BE49-F238E27FC236}">
                    <a16:creationId xmlns:a16="http://schemas.microsoft.com/office/drawing/2014/main" id="{811793EF-B66D-61F3-1A35-A0CBE4DBC5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>
                <a:off x="1318783" y="1842021"/>
                <a:ext cx="826999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Gerade Verbindung mit Pfeil 113">
                <a:extLst>
                  <a:ext uri="{FF2B5EF4-FFF2-40B4-BE49-F238E27FC236}">
                    <a16:creationId xmlns:a16="http://schemas.microsoft.com/office/drawing/2014/main" id="{F8FE2708-5442-73BC-692E-05DA2B5A45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32280" y="1718886"/>
                <a:ext cx="611844" cy="53663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" name="Textfeld 114">
                <a:extLst>
                  <a:ext uri="{FF2B5EF4-FFF2-40B4-BE49-F238E27FC236}">
                    <a16:creationId xmlns:a16="http://schemas.microsoft.com/office/drawing/2014/main" id="{32570DEE-E5C1-52AB-8653-D9B0DC6D8FD5}"/>
                  </a:ext>
                </a:extLst>
              </p:cNvPr>
              <p:cNvSpPr txBox="1"/>
              <p:nvPr/>
            </p:nvSpPr>
            <p:spPr>
              <a:xfrm rot="5400000">
                <a:off x="1507841" y="905107"/>
                <a:ext cx="448879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X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6" name="Textfeld 115">
                    <a:extLst>
                      <a:ext uri="{FF2B5EF4-FFF2-40B4-BE49-F238E27FC236}">
                        <a16:creationId xmlns:a16="http://schemas.microsoft.com/office/drawing/2014/main" id="{4F89F960-1144-A826-DD6A-156243A736D1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Tool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43" name="Textfeld 42">
                    <a:extLst>
                      <a:ext uri="{FF2B5EF4-FFF2-40B4-BE49-F238E27FC236}">
                        <a16:creationId xmlns:a16="http://schemas.microsoft.com/office/drawing/2014/main" id="{9DFDABF4-1EE1-C667-C930-2F039F736E3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3019115" y="1929891"/>
                    <a:ext cx="565503" cy="65125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842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7" name="Textfeld 116">
                <a:extLst>
                  <a:ext uri="{FF2B5EF4-FFF2-40B4-BE49-F238E27FC236}">
                    <a16:creationId xmlns:a16="http://schemas.microsoft.com/office/drawing/2014/main" id="{05651CD5-86ED-8352-4F68-FC0B2B5F4430}"/>
                  </a:ext>
                </a:extLst>
              </p:cNvPr>
              <p:cNvSpPr txBox="1"/>
              <p:nvPr/>
            </p:nvSpPr>
            <p:spPr>
              <a:xfrm rot="5400000">
                <a:off x="2297830" y="1237354"/>
                <a:ext cx="488817" cy="6512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225382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2592794" y="5396404"/>
                <a:ext cx="1351350" cy="1212967"/>
                <a:chOff x="3656958" y="1363376"/>
                <a:chExt cx="1351350" cy="1212967"/>
              </a:xfrm>
            </p:grpSpPr>
            <p:grpSp>
              <p:nvGrpSpPr>
                <p:cNvPr id="25" name="Gruppieren 24">
                  <a:extLst>
                    <a:ext uri="{FF2B5EF4-FFF2-40B4-BE49-F238E27FC236}">
                      <a16:creationId xmlns:a16="http://schemas.microsoft.com/office/drawing/2014/main" id="{9D0B1239-687C-FE7F-8A54-8EF7908065D9}"/>
                    </a:ext>
                  </a:extLst>
                </p:cNvPr>
                <p:cNvGrpSpPr/>
                <p:nvPr/>
              </p:nvGrpSpPr>
              <p:grpSpPr>
                <a:xfrm>
                  <a:off x="3656958" y="1363376"/>
                  <a:ext cx="1351350" cy="1212967"/>
                  <a:chOff x="1299085" y="248816"/>
                  <a:chExt cx="1928007" cy="1730571"/>
                </a:xfrm>
              </p:grpSpPr>
              <p:cxnSp>
                <p:nvCxnSpPr>
                  <p:cNvPr id="26" name="Gerade Verbindung mit Pfeil 25">
                    <a:extLst>
                      <a:ext uri="{FF2B5EF4-FFF2-40B4-BE49-F238E27FC236}">
                        <a16:creationId xmlns:a16="http://schemas.microsoft.com/office/drawing/2014/main" id="{F4F5B685-B9E5-82EE-5C46-FA64B7D05A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Gerade Verbindung mit Pfeil 26">
                    <a:extLst>
                      <a:ext uri="{FF2B5EF4-FFF2-40B4-BE49-F238E27FC236}">
                        <a16:creationId xmlns:a16="http://schemas.microsoft.com/office/drawing/2014/main" id="{BAD9C5AD-69A8-1B52-6F56-DD7507642AE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0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28" name="Textfeld 27">
                        <a:extLst>
                          <a:ext uri="{FF2B5EF4-FFF2-40B4-BE49-F238E27FC236}">
                            <a16:creationId xmlns:a16="http://schemas.microsoft.com/office/drawing/2014/main" id="{07C31A1F-A35D-14EF-9CDE-0647750DF48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354602" y="248816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2"/>
                        <a:stretch>
                          <a:fillRect r="-2884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29" name="Textfeld 28">
                        <a:extLst>
                          <a:ext uri="{FF2B5EF4-FFF2-40B4-BE49-F238E27FC236}">
                            <a16:creationId xmlns:a16="http://schemas.microsoft.com/office/drawing/2014/main" id="{C4E99FCC-902D-C23A-77CD-C2CBCDDCC83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50175" y="1123116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30" name="Textfeld 29">
                        <a:extLst>
                          <a:ext uri="{FF2B5EF4-FFF2-40B4-BE49-F238E27FC236}">
                            <a16:creationId xmlns:a16="http://schemas.microsoft.com/office/drawing/2014/main" id="{5DFE0437-7A2F-BF97-30B4-76916C441C9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299085" y="1408540"/>
                        <a:ext cx="373613" cy="570847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r="-4651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2511760" y="3831509"/>
                <a:ext cx="1418082" cy="1346106"/>
                <a:chOff x="3593010" y="1358564"/>
                <a:chExt cx="1418082" cy="1346106"/>
              </a:xfrm>
            </p:grpSpPr>
            <p:grpSp>
              <p:nvGrpSpPr>
                <p:cNvPr id="37" name="Gruppieren 36">
                  <a:extLst>
                    <a:ext uri="{FF2B5EF4-FFF2-40B4-BE49-F238E27FC236}">
                      <a16:creationId xmlns:a16="http://schemas.microsoft.com/office/drawing/2014/main" id="{C64B879D-4940-D8A3-BF54-A9A8E5A17BFD}"/>
                    </a:ext>
                  </a:extLst>
                </p:cNvPr>
                <p:cNvGrpSpPr/>
                <p:nvPr/>
              </p:nvGrpSpPr>
              <p:grpSpPr>
                <a:xfrm>
                  <a:off x="3593010" y="1358564"/>
                  <a:ext cx="1418082" cy="1346106"/>
                  <a:chOff x="1207847" y="241951"/>
                  <a:chExt cx="2023214" cy="1920524"/>
                </a:xfrm>
              </p:grpSpPr>
              <p:cxnSp>
                <p:nvCxnSpPr>
                  <p:cNvPr id="41" name="Gerade Verbindung mit Pfeil 40">
                    <a:extLst>
                      <a:ext uri="{FF2B5EF4-FFF2-40B4-BE49-F238E27FC236}">
                        <a16:creationId xmlns:a16="http://schemas.microsoft.com/office/drawing/2014/main" id="{E78F1514-CB69-27C6-4A04-4F1CD86523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757963"/>
                    <a:ext cx="1" cy="93600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Gerade Verbindung mit Pfeil 41">
                    <a:extLst>
                      <a:ext uri="{FF2B5EF4-FFF2-40B4-BE49-F238E27FC236}">
                        <a16:creationId xmlns:a16="http://schemas.microsoft.com/office/drawing/2014/main" id="{3F298B9A-D931-5BF4-5D2D-3078C29251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735444" y="1676211"/>
                    <a:ext cx="936001" cy="0"/>
                  </a:xfrm>
                  <a:prstGeom prst="straightConnector1">
                    <a:avLst/>
                  </a:prstGeom>
                  <a:ln w="38100">
                    <a:solidFill>
                      <a:schemeClr val="accent6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i="0" dirty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43" name="Textfeld 42">
                        <a:extLst>
                          <a:ext uri="{FF2B5EF4-FFF2-40B4-BE49-F238E27FC236}">
                            <a16:creationId xmlns:a16="http://schemas.microsoft.com/office/drawing/2014/main" id="{D031A473-41F6-6037-8558-AA2A5264C24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431968" y="185497"/>
                        <a:ext cx="457939" cy="570847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r="-2830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dirty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44" name="Textfeld 43">
                        <a:extLst>
                          <a:ext uri="{FF2B5EF4-FFF2-40B4-BE49-F238E27FC236}">
                            <a16:creationId xmlns:a16="http://schemas.microsoft.com/office/drawing/2014/main" id="{33B4C3DE-EE07-64FA-2F86-C2ED27E9961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57179" y="1588593"/>
                        <a:ext cx="576917" cy="570847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45" name="Textfeld 44">
                        <a:extLst>
                          <a:ext uri="{FF2B5EF4-FFF2-40B4-BE49-F238E27FC236}">
                            <a16:creationId xmlns:a16="http://schemas.microsoft.com/office/drawing/2014/main" id="{D559ECCF-A9E0-8CAA-6BCB-522700AE0BB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306465" y="1323945"/>
                        <a:ext cx="373612" cy="570847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r="-48837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>
                  <mc:Choice xmlns:a14="http://schemas.microsoft.com/office/drawing/2010/main"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>
                  <mc:Choice xmlns:a14="http://schemas.microsoft.com/office/drawing/2010/main"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12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>
                  <mc:Choice xmlns:a14="http://schemas.microsoft.com/office/drawing/2010/main"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6363" y="6283955"/>
                  <a:ext cx="410280" cy="584775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0342" y="4163069"/>
                  <a:ext cx="410280" cy="400110"/>
                </a:xfrm>
                <a:prstGeom prst="rect">
                  <a:avLst/>
                </a:prstGeom>
                <a:blipFill>
                  <a:blip r:embed="rId22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56592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A17C1BC9-33EC-8125-5C3C-30B1A4CCA2BA}"/>
              </a:ext>
            </a:extLst>
          </p:cNvPr>
          <p:cNvGrpSpPr/>
          <p:nvPr/>
        </p:nvGrpSpPr>
        <p:grpSpPr>
          <a:xfrm>
            <a:off x="0" y="2949511"/>
            <a:ext cx="7149235" cy="6317140"/>
            <a:chOff x="0" y="2949511"/>
            <a:chExt cx="7149235" cy="6317140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6C869028-726E-A36C-4F4B-EE20BF3038EA}"/>
                </a:ext>
              </a:extLst>
            </p:cNvPr>
            <p:cNvGrpSpPr/>
            <p:nvPr/>
          </p:nvGrpSpPr>
          <p:grpSpPr>
            <a:xfrm>
              <a:off x="0" y="2949511"/>
              <a:ext cx="7149235" cy="6317140"/>
              <a:chOff x="0" y="2949511"/>
              <a:chExt cx="7149235" cy="6317140"/>
            </a:xfrm>
          </p:grpSpPr>
          <p:sp>
            <p:nvSpPr>
              <p:cNvPr id="148" name="Textfeld 147">
                <a:extLst>
                  <a:ext uri="{FF2B5EF4-FFF2-40B4-BE49-F238E27FC236}">
                    <a16:creationId xmlns:a16="http://schemas.microsoft.com/office/drawing/2014/main" id="{9A468A75-FB04-756B-423C-1BD2919C41AD}"/>
                  </a:ext>
                </a:extLst>
              </p:cNvPr>
              <p:cNvSpPr txBox="1"/>
              <p:nvPr/>
            </p:nvSpPr>
            <p:spPr>
              <a:xfrm>
                <a:off x="6099595" y="8160355"/>
                <a:ext cx="104964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  <p:sp>
            <p:nvSpPr>
              <p:cNvPr id="8" name="Rechteck 7">
                <a:extLst>
                  <a:ext uri="{FF2B5EF4-FFF2-40B4-BE49-F238E27FC236}">
                    <a16:creationId xmlns:a16="http://schemas.microsoft.com/office/drawing/2014/main" id="{EAAA3F05-3F71-6821-0DD0-D557175DD776}"/>
                  </a:ext>
                </a:extLst>
              </p:cNvPr>
              <p:cNvSpPr/>
              <p:nvPr/>
            </p:nvSpPr>
            <p:spPr>
              <a:xfrm>
                <a:off x="4431748" y="7748112"/>
                <a:ext cx="45720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EECEE7D6-96B7-E55B-668C-131B66C71E97}"/>
                  </a:ext>
                </a:extLst>
              </p:cNvPr>
              <p:cNvSpPr/>
              <p:nvPr/>
            </p:nvSpPr>
            <p:spPr>
              <a:xfrm>
                <a:off x="4547416" y="7187120"/>
                <a:ext cx="226094" cy="66376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4" name="L-Form 3">
                <a:extLst>
                  <a:ext uri="{FF2B5EF4-FFF2-40B4-BE49-F238E27FC236}">
                    <a16:creationId xmlns:a16="http://schemas.microsoft.com/office/drawing/2014/main" id="{8A5768BE-9E1D-364A-0AE9-C3E113E10565}"/>
                  </a:ext>
                </a:extLst>
              </p:cNvPr>
              <p:cNvSpPr/>
              <p:nvPr/>
            </p:nvSpPr>
            <p:spPr>
              <a:xfrm>
                <a:off x="3446643" y="6426338"/>
                <a:ext cx="1326868" cy="793682"/>
              </a:xfrm>
              <a:prstGeom prst="corner">
                <a:avLst>
                  <a:gd name="adj1" fmla="val 39610"/>
                  <a:gd name="adj2" fmla="val 33510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2" name="Rechteck 1">
                <a:extLst>
                  <a:ext uri="{FF2B5EF4-FFF2-40B4-BE49-F238E27FC236}">
                    <a16:creationId xmlns:a16="http://schemas.microsoft.com/office/drawing/2014/main" id="{370FE688-E130-9AC8-21DD-7EC3ED776242}"/>
                  </a:ext>
                </a:extLst>
              </p:cNvPr>
              <p:cNvSpPr/>
              <p:nvPr/>
            </p:nvSpPr>
            <p:spPr>
              <a:xfrm>
                <a:off x="3888823" y="8491062"/>
                <a:ext cx="1543050" cy="7429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9F37A93A-FE0D-1D1E-E8C8-5E4D9E435522}"/>
                  </a:ext>
                </a:extLst>
              </p:cNvPr>
              <p:cNvSpPr/>
              <p:nvPr/>
            </p:nvSpPr>
            <p:spPr>
              <a:xfrm>
                <a:off x="3363716" y="4591411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B308DA63-B925-C236-2DA7-E52B9D137E85}"/>
                  </a:ext>
                </a:extLst>
              </p:cNvPr>
              <p:cNvSpPr/>
              <p:nvPr/>
            </p:nvSpPr>
            <p:spPr>
              <a:xfrm rot="16200000">
                <a:off x="2455667" y="3485717"/>
                <a:ext cx="343301" cy="135890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15" name="Gruppieren 14">
                <a:extLst>
                  <a:ext uri="{FF2B5EF4-FFF2-40B4-BE49-F238E27FC236}">
                    <a16:creationId xmlns:a16="http://schemas.microsoft.com/office/drawing/2014/main" id="{30D2020B-FD45-3360-F5ED-0F9E2591F780}"/>
                  </a:ext>
                </a:extLst>
              </p:cNvPr>
              <p:cNvGrpSpPr/>
              <p:nvPr/>
            </p:nvGrpSpPr>
            <p:grpSpPr>
              <a:xfrm>
                <a:off x="928850" y="3635042"/>
                <a:ext cx="1019017" cy="1060250"/>
                <a:chOff x="1371600" y="2486025"/>
                <a:chExt cx="1485900" cy="1546025"/>
              </a:xfrm>
              <a:solidFill>
                <a:schemeClr val="accent5">
                  <a:lumMod val="60000"/>
                  <a:lumOff val="40000"/>
                </a:schemeClr>
              </a:solidFill>
            </p:grpSpPr>
            <p:sp>
              <p:nvSpPr>
                <p:cNvPr id="12" name="Rechteck 11">
                  <a:extLst>
                    <a:ext uri="{FF2B5EF4-FFF2-40B4-BE49-F238E27FC236}">
                      <a16:creationId xmlns:a16="http://schemas.microsoft.com/office/drawing/2014/main" id="{9E66EA96-1B9F-04EB-6151-254035908DD7}"/>
                    </a:ext>
                  </a:extLst>
                </p:cNvPr>
                <p:cNvSpPr/>
                <p:nvPr/>
              </p:nvSpPr>
              <p:spPr>
                <a:xfrm>
                  <a:off x="1371600" y="2486025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3" name="Rechteck 12">
                  <a:extLst>
                    <a:ext uri="{FF2B5EF4-FFF2-40B4-BE49-F238E27FC236}">
                      <a16:creationId xmlns:a16="http://schemas.microsoft.com/office/drawing/2014/main" id="{9818DA7A-4A81-8F23-5A8D-70C0DEC390BB}"/>
                    </a:ext>
                  </a:extLst>
                </p:cNvPr>
                <p:cNvSpPr/>
                <p:nvPr/>
              </p:nvSpPr>
              <p:spPr>
                <a:xfrm>
                  <a:off x="1371600" y="3622473"/>
                  <a:ext cx="1485900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  <p:sp>
              <p:nvSpPr>
                <p:cNvPr id="14" name="Rechteck 13">
                  <a:extLst>
                    <a:ext uri="{FF2B5EF4-FFF2-40B4-BE49-F238E27FC236}">
                      <a16:creationId xmlns:a16="http://schemas.microsoft.com/office/drawing/2014/main" id="{4320EA13-8F84-6DFE-B726-389035AE298C}"/>
                    </a:ext>
                  </a:extLst>
                </p:cNvPr>
                <p:cNvSpPr/>
                <p:nvPr/>
              </p:nvSpPr>
              <p:spPr>
                <a:xfrm rot="5400000">
                  <a:off x="1879700" y="3054250"/>
                  <a:ext cx="1546024" cy="409575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sp>
            <p:nvSpPr>
              <p:cNvPr id="6" name="Ellipse 5">
                <a:extLst>
                  <a:ext uri="{FF2B5EF4-FFF2-40B4-BE49-F238E27FC236}">
                    <a16:creationId xmlns:a16="http://schemas.microsoft.com/office/drawing/2014/main" id="{3AE918F4-F5C8-D40A-CEB9-A05886ECABEB}"/>
                  </a:ext>
                </a:extLst>
              </p:cNvPr>
              <p:cNvSpPr/>
              <p:nvPr/>
            </p:nvSpPr>
            <p:spPr>
              <a:xfrm>
                <a:off x="3096818" y="5919355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sp>
            <p:nvSpPr>
              <p:cNvPr id="7" name="Ellipse 6">
                <a:extLst>
                  <a:ext uri="{FF2B5EF4-FFF2-40B4-BE49-F238E27FC236}">
                    <a16:creationId xmlns:a16="http://schemas.microsoft.com/office/drawing/2014/main" id="{CA54B8E0-1F50-31C1-3F1B-CC1BD5A94D9A}"/>
                  </a:ext>
                </a:extLst>
              </p:cNvPr>
              <p:cNvSpPr/>
              <p:nvPr/>
            </p:nvSpPr>
            <p:spPr>
              <a:xfrm>
                <a:off x="3096818" y="3707968"/>
                <a:ext cx="914400" cy="914400"/>
              </a:xfrm>
              <a:prstGeom prst="ellipse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/>
              </a:p>
            </p:txBody>
          </p:sp>
          <p:grpSp>
            <p:nvGrpSpPr>
              <p:cNvPr id="35" name="Gruppieren 34">
                <a:extLst>
                  <a:ext uri="{FF2B5EF4-FFF2-40B4-BE49-F238E27FC236}">
                    <a16:creationId xmlns:a16="http://schemas.microsoft.com/office/drawing/2014/main" id="{583C26ED-90F6-DA31-BDD6-93BEFEF0F17E}"/>
                  </a:ext>
                </a:extLst>
              </p:cNvPr>
              <p:cNvGrpSpPr/>
              <p:nvPr/>
            </p:nvGrpSpPr>
            <p:grpSpPr>
              <a:xfrm>
                <a:off x="3116039" y="5978252"/>
                <a:ext cx="533558" cy="498607"/>
                <a:chOff x="4180203" y="1945224"/>
                <a:chExt cx="533558" cy="498607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>
                <p:sp>
                  <p:nvSpPr>
                    <p:cNvPr id="29" name="Textfeld 28">
                      <a:extLst>
                        <a:ext uri="{FF2B5EF4-FFF2-40B4-BE49-F238E27FC236}">
                          <a16:creationId xmlns:a16="http://schemas.microsoft.com/office/drawing/2014/main" id="{C4E99FCC-902D-C23A-77CD-C2CBCDDCC83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4180203" y="1945224"/>
                      <a:ext cx="404364" cy="400110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F9AB7CFD-9BF0-262D-D643-5CDD911CAD15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816AA749-D1B4-4BAB-664D-0E782B7F2514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D6E5F696-D815-56C0-A485-FB54CA8505F7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36" name="Gruppieren 35">
                <a:extLst>
                  <a:ext uri="{FF2B5EF4-FFF2-40B4-BE49-F238E27FC236}">
                    <a16:creationId xmlns:a16="http://schemas.microsoft.com/office/drawing/2014/main" id="{771AEA7F-AF7C-B983-FBFD-32D34E643EB0}"/>
                  </a:ext>
                </a:extLst>
              </p:cNvPr>
              <p:cNvGrpSpPr/>
              <p:nvPr/>
            </p:nvGrpSpPr>
            <p:grpSpPr>
              <a:xfrm rot="16200000">
                <a:off x="3145931" y="3779530"/>
                <a:ext cx="526076" cy="448093"/>
                <a:chOff x="4539999" y="1995738"/>
                <a:chExt cx="526076" cy="448093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/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20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2000" b="0" i="0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2000" dirty="0"/>
                    </a:p>
                  </p:txBody>
                </p:sp>
              </mc:Choice>
              <mc:Fallback>
                <p:sp>
                  <p:nvSpPr>
                    <p:cNvPr id="44" name="Textfeld 43">
                      <a:extLst>
                        <a:ext uri="{FF2B5EF4-FFF2-40B4-BE49-F238E27FC236}">
                          <a16:creationId xmlns:a16="http://schemas.microsoft.com/office/drawing/2014/main" id="{33B4C3DE-EE07-64FA-2F86-C2ED27E996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 flipH="1">
                      <a:off x="4663838" y="1997865"/>
                      <a:ext cx="404364" cy="40011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b="-153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38" name="Gruppieren 37">
                  <a:extLst>
                    <a:ext uri="{FF2B5EF4-FFF2-40B4-BE49-F238E27FC236}">
                      <a16:creationId xmlns:a16="http://schemas.microsoft.com/office/drawing/2014/main" id="{34265878-E234-CF8F-CB5F-8E4A672D5FD8}"/>
                    </a:ext>
                  </a:extLst>
                </p:cNvPr>
                <p:cNvGrpSpPr/>
                <p:nvPr/>
              </p:nvGrpSpPr>
              <p:grpSpPr>
                <a:xfrm>
                  <a:off x="4539999" y="2270649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935152A9-7483-E6B7-61F7-ED409F06E55C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D8E10175-C3D4-1752-97A5-0A6935CDA76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0"/>
                    <a:ext cx="45872" cy="45719"/>
                  </a:xfrm>
                  <a:prstGeom prst="ellipse">
                    <a:avLst/>
                  </a:prstGeom>
                  <a:solidFill>
                    <a:srgbClr val="0070C0"/>
                  </a:solidFill>
                  <a:ln w="3175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71" name="Gruppieren 70">
                <a:extLst>
                  <a:ext uri="{FF2B5EF4-FFF2-40B4-BE49-F238E27FC236}">
                    <a16:creationId xmlns:a16="http://schemas.microsoft.com/office/drawing/2014/main" id="{29FFDD4F-B4F6-E08E-7ED5-33F2144B15D0}"/>
                  </a:ext>
                </a:extLst>
              </p:cNvPr>
              <p:cNvGrpSpPr/>
              <p:nvPr/>
            </p:nvGrpSpPr>
            <p:grpSpPr>
              <a:xfrm>
                <a:off x="3832896" y="6868730"/>
                <a:ext cx="1358003" cy="1139506"/>
                <a:chOff x="3440391" y="7178337"/>
                <a:chExt cx="1358003" cy="1139506"/>
              </a:xfrm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0FBF2570-63A4-3055-D760-837C515B44E7}"/>
                    </a:ext>
                  </a:extLst>
                </p:cNvPr>
                <p:cNvGrpSpPr/>
                <p:nvPr/>
              </p:nvGrpSpPr>
              <p:grpSpPr>
                <a:xfrm>
                  <a:off x="3440391" y="7178337"/>
                  <a:ext cx="1358003" cy="1139506"/>
                  <a:chOff x="1861018" y="766486"/>
                  <a:chExt cx="1358003" cy="1139506"/>
                </a:xfrm>
              </p:grpSpPr>
              <p:cxnSp>
                <p:nvCxnSpPr>
                  <p:cNvPr id="61" name="Gerade Verbindung mit Pfeil 60">
                    <a:extLst>
                      <a:ext uri="{FF2B5EF4-FFF2-40B4-BE49-F238E27FC236}">
                        <a16:creationId xmlns:a16="http://schemas.microsoft.com/office/drawing/2014/main" id="{72D360DD-A453-3813-90E3-1912816633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Gerade Verbindung mit Pfeil 61">
                    <a:extLst>
                      <a:ext uri="{FF2B5EF4-FFF2-40B4-BE49-F238E27FC236}">
                        <a16:creationId xmlns:a16="http://schemas.microsoft.com/office/drawing/2014/main" id="{2B1A534A-53BE-A330-8016-11E6DA54E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63" name="Textfeld 62">
                        <a:extLst>
                          <a:ext uri="{FF2B5EF4-FFF2-40B4-BE49-F238E27FC236}">
                            <a16:creationId xmlns:a16="http://schemas.microsoft.com/office/drawing/2014/main" id="{4E7DB39A-B3D0-6A6C-24FD-DDD18C17A24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430455" y="766486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64" name="Textfeld 63">
                        <a:extLst>
                          <a:ext uri="{FF2B5EF4-FFF2-40B4-BE49-F238E27FC236}">
                            <a16:creationId xmlns:a16="http://schemas.microsoft.com/office/drawing/2014/main" id="{9DE7C3BE-4280-A345-6527-5B5646EBFD9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42105" y="130582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65" name="Textfeld 64">
                        <a:extLst>
                          <a:ext uri="{FF2B5EF4-FFF2-40B4-BE49-F238E27FC236}">
                            <a16:creationId xmlns:a16="http://schemas.microsoft.com/office/drawing/2014/main" id="{C0C4FBE6-3B38-BBC1-B92F-F979C667285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r="-11475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32" name="Gruppieren 31">
                  <a:extLst>
                    <a:ext uri="{FF2B5EF4-FFF2-40B4-BE49-F238E27FC236}">
                      <a16:creationId xmlns:a16="http://schemas.microsoft.com/office/drawing/2014/main" id="{766223E9-71CC-F016-70A1-8B436D6F4F33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33" name="Ellipse 32">
                    <a:extLst>
                      <a:ext uri="{FF2B5EF4-FFF2-40B4-BE49-F238E27FC236}">
                        <a16:creationId xmlns:a16="http://schemas.microsoft.com/office/drawing/2014/main" id="{2D4738F3-2A47-2D31-CE01-1BF8CA617401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34" name="Ellipse 33">
                    <a:extLst>
                      <a:ext uri="{FF2B5EF4-FFF2-40B4-BE49-F238E27FC236}">
                        <a16:creationId xmlns:a16="http://schemas.microsoft.com/office/drawing/2014/main" id="{7ACDC369-32EB-A6F4-11D9-4479803C11A3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grpSp>
            <p:nvGrpSpPr>
              <p:cNvPr id="87" name="Gruppieren 86">
                <a:extLst>
                  <a:ext uri="{FF2B5EF4-FFF2-40B4-BE49-F238E27FC236}">
                    <a16:creationId xmlns:a16="http://schemas.microsoft.com/office/drawing/2014/main" id="{75BD34F5-870C-3E1F-6A7A-A5E6D1347924}"/>
                  </a:ext>
                </a:extLst>
              </p:cNvPr>
              <p:cNvGrpSpPr/>
              <p:nvPr/>
            </p:nvGrpSpPr>
            <p:grpSpPr>
              <a:xfrm>
                <a:off x="4136269" y="8275217"/>
                <a:ext cx="1113622" cy="991434"/>
                <a:chOff x="3732481" y="8208715"/>
                <a:chExt cx="1113622" cy="991434"/>
              </a:xfrm>
            </p:grpSpPr>
            <p:grpSp>
              <p:nvGrpSpPr>
                <p:cNvPr id="73" name="Gruppieren 72">
                  <a:extLst>
                    <a:ext uri="{FF2B5EF4-FFF2-40B4-BE49-F238E27FC236}">
                      <a16:creationId xmlns:a16="http://schemas.microsoft.com/office/drawing/2014/main" id="{7F9EA6EB-E815-01EB-F7EB-8DEC4554A238}"/>
                    </a:ext>
                  </a:extLst>
                </p:cNvPr>
                <p:cNvGrpSpPr/>
                <p:nvPr/>
              </p:nvGrpSpPr>
              <p:grpSpPr>
                <a:xfrm>
                  <a:off x="3732481" y="8208715"/>
                  <a:ext cx="1113622" cy="991434"/>
                  <a:chOff x="3735905" y="7456136"/>
                  <a:chExt cx="1113622" cy="991434"/>
                </a:xfrm>
              </p:grpSpPr>
              <p:grpSp>
                <p:nvGrpSpPr>
                  <p:cNvPr id="74" name="Gruppieren 73">
                    <a:extLst>
                      <a:ext uri="{FF2B5EF4-FFF2-40B4-BE49-F238E27FC236}">
                        <a16:creationId xmlns:a16="http://schemas.microsoft.com/office/drawing/2014/main" id="{CF37B7CA-04DC-2263-BDE9-35805C983E34}"/>
                      </a:ext>
                    </a:extLst>
                  </p:cNvPr>
                  <p:cNvGrpSpPr/>
                  <p:nvPr/>
                </p:nvGrpSpPr>
                <p:grpSpPr>
                  <a:xfrm>
                    <a:off x="3735905" y="7456136"/>
                    <a:ext cx="1113622" cy="991434"/>
                    <a:chOff x="2156532" y="1044285"/>
                    <a:chExt cx="1113622" cy="991434"/>
                  </a:xfrm>
                </p:grpSpPr>
                <p:cxnSp>
                  <p:nvCxnSpPr>
                    <p:cNvPr id="78" name="Gerade Verbindung mit Pfeil 77">
                      <a:extLst>
                        <a:ext uri="{FF2B5EF4-FFF2-40B4-BE49-F238E27FC236}">
                          <a16:creationId xmlns:a16="http://schemas.microsoft.com/office/drawing/2014/main" id="{1ED4A60B-10B4-7556-5A47-E42AA46C5A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2682727" y="1044285"/>
                      <a:ext cx="0" cy="649678"/>
                    </a:xfrm>
                    <a:prstGeom prst="straightConnector1">
                      <a:avLst/>
                    </a:prstGeom>
                    <a:ln w="38100">
                      <a:solidFill>
                        <a:srgbClr val="0070C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9" name="Gerade Verbindung mit Pfeil 78">
                      <a:extLst>
                        <a:ext uri="{FF2B5EF4-FFF2-40B4-BE49-F238E27FC236}">
                          <a16:creationId xmlns:a16="http://schemas.microsoft.com/office/drawing/2014/main" id="{8471518D-D54A-0270-9F93-916F76946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2671444" y="1676211"/>
                      <a:ext cx="528712" cy="0"/>
                    </a:xfrm>
                    <a:prstGeom prst="straightConnector1">
                      <a:avLst/>
                    </a:prstGeom>
                    <a:ln w="38100">
                      <a:solidFill>
                        <a:srgbClr val="FF0000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>
                  <mc:Choice xmlns:a14="http://schemas.microsoft.com/office/drawing/2010/main" Requires="a14"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>
                    <p:sp>
                      <p:nvSpPr>
                        <p:cNvPr id="80" name="Textfeld 79">
                          <a:extLst>
                            <a:ext uri="{FF2B5EF4-FFF2-40B4-BE49-F238E27FC236}">
                              <a16:creationId xmlns:a16="http://schemas.microsoft.com/office/drawing/2014/main" id="{891AC78A-91D4-9463-FAB2-F6B9B05566A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624066" y="1181058"/>
                          <a:ext cx="457939" cy="400110"/>
                        </a:xfrm>
                        <a:prstGeom prst="rect">
                          <a:avLst/>
                        </a:prstGeom>
                        <a:blipFill>
                          <a:blip r:embed="rId7"/>
                          <a:stretch>
                            <a:fillRect r="-58667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>
                  <mc:Choice xmlns:a14="http://schemas.microsoft.com/office/drawing/2010/main" Requires="a14"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dirty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>
                    <p:sp>
                      <p:nvSpPr>
                        <p:cNvPr id="81" name="Textfeld 80">
                          <a:extLst>
                            <a:ext uri="{FF2B5EF4-FFF2-40B4-BE49-F238E27FC236}">
                              <a16:creationId xmlns:a16="http://schemas.microsoft.com/office/drawing/2014/main" id="{4F7E3D2E-F356-8855-0A68-755EF908A4B1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156532" y="1633748"/>
                          <a:ext cx="576916" cy="400110"/>
                        </a:xfrm>
                        <a:prstGeom prst="rect">
                          <a:avLst/>
                        </a:prstGeom>
                        <a:blipFill>
                          <a:blip r:embed="rId8"/>
                          <a:stretch>
                            <a:fillRect r="-24468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>
                  <mc:Choice xmlns:a14="http://schemas.microsoft.com/office/drawing/2010/main" Requires="a14"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2000" b="0" i="0" smtClean="0">
                                        <a:latin typeface="Cambria Math" panose="02040503050406030204" pitchFamily="18" charset="0"/>
                                      </a:rPr>
                                      <m:t>Base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2000" dirty="0"/>
                        </a:p>
                      </p:txBody>
                    </p:sp>
                  </mc:Choice>
                  <mc:Fallback>
                    <p:sp>
                      <p:nvSpPr>
                        <p:cNvPr id="82" name="Textfeld 81">
                          <a:extLst>
                            <a:ext uri="{FF2B5EF4-FFF2-40B4-BE49-F238E27FC236}">
                              <a16:creationId xmlns:a16="http://schemas.microsoft.com/office/drawing/2014/main" id="{F3F573DB-0C64-DCAE-E7BD-6550D14F2B0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flipH="1">
                          <a:off x="2896541" y="1635609"/>
                          <a:ext cx="373613" cy="400110"/>
                        </a:xfrm>
                        <a:prstGeom prst="rect">
                          <a:avLst/>
                        </a:prstGeom>
                        <a:blipFill>
                          <a:blip r:embed="rId9"/>
                          <a:stretch>
                            <a:fillRect r="-98361" b="-1515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76" name="Ellipse 75">
                    <a:extLst>
                      <a:ext uri="{FF2B5EF4-FFF2-40B4-BE49-F238E27FC236}">
                        <a16:creationId xmlns:a16="http://schemas.microsoft.com/office/drawing/2014/main" id="{F7DECB86-0A80-6956-77E1-106725586F65}"/>
                      </a:ext>
                    </a:extLst>
                  </p:cNvPr>
                  <p:cNvSpPr/>
                  <p:nvPr/>
                </p:nvSpPr>
                <p:spPr>
                  <a:xfrm>
                    <a:off x="4175219" y="8001471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</p:grpSp>
            <p:sp>
              <p:nvSpPr>
                <p:cNvPr id="86" name="Kreuz 85">
                  <a:extLst>
                    <a:ext uri="{FF2B5EF4-FFF2-40B4-BE49-F238E27FC236}">
                      <a16:creationId xmlns:a16="http://schemas.microsoft.com/office/drawing/2014/main" id="{EC439F02-13FC-4595-E9A9-5011979A807E}"/>
                    </a:ext>
                  </a:extLst>
                </p:cNvPr>
                <p:cNvSpPr/>
                <p:nvPr/>
              </p:nvSpPr>
              <p:spPr>
                <a:xfrm rot="2700000">
                  <a:off x="4168685" y="8747944"/>
                  <a:ext cx="173762" cy="173762"/>
                </a:xfrm>
                <a:prstGeom prst="plus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000"/>
                </a:p>
              </p:txBody>
            </p:sp>
          </p:grpSp>
          <p:grpSp>
            <p:nvGrpSpPr>
              <p:cNvPr id="98" name="Gruppieren 97">
                <a:extLst>
                  <a:ext uri="{FF2B5EF4-FFF2-40B4-BE49-F238E27FC236}">
                    <a16:creationId xmlns:a16="http://schemas.microsoft.com/office/drawing/2014/main" id="{8899E3D7-F4AC-47BD-F87B-06733661078A}"/>
                  </a:ext>
                </a:extLst>
              </p:cNvPr>
              <p:cNvGrpSpPr/>
              <p:nvPr/>
            </p:nvGrpSpPr>
            <p:grpSpPr>
              <a:xfrm rot="16200000">
                <a:off x="-91793" y="3825850"/>
                <a:ext cx="1289900" cy="1106314"/>
                <a:chOff x="3408032" y="7068339"/>
                <a:chExt cx="1289900" cy="1106314"/>
              </a:xfrm>
            </p:grpSpPr>
            <p:grpSp>
              <p:nvGrpSpPr>
                <p:cNvPr id="99" name="Gruppieren 98">
                  <a:extLst>
                    <a:ext uri="{FF2B5EF4-FFF2-40B4-BE49-F238E27FC236}">
                      <a16:creationId xmlns:a16="http://schemas.microsoft.com/office/drawing/2014/main" id="{24720CF1-782C-74A6-8A8B-17F1552BA14D}"/>
                    </a:ext>
                  </a:extLst>
                </p:cNvPr>
                <p:cNvGrpSpPr/>
                <p:nvPr/>
              </p:nvGrpSpPr>
              <p:grpSpPr>
                <a:xfrm>
                  <a:off x="3408032" y="7068339"/>
                  <a:ext cx="1289900" cy="1090300"/>
                  <a:chOff x="1828659" y="656488"/>
                  <a:chExt cx="1289900" cy="1090300"/>
                </a:xfrm>
              </p:grpSpPr>
              <p:cxnSp>
                <p:nvCxnSpPr>
                  <p:cNvPr id="103" name="Gerade Verbindung mit Pfeil 102">
                    <a:extLst>
                      <a:ext uri="{FF2B5EF4-FFF2-40B4-BE49-F238E27FC236}">
                        <a16:creationId xmlns:a16="http://schemas.microsoft.com/office/drawing/2014/main" id="{733092C3-C771-89C5-A478-E7051E16F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Gerade Verbindung mit Pfeil 103">
                    <a:extLst>
                      <a:ext uri="{FF2B5EF4-FFF2-40B4-BE49-F238E27FC236}">
                        <a16:creationId xmlns:a16="http://schemas.microsoft.com/office/drawing/2014/main" id="{03BAB34B-59F0-DA9C-7840-177B3CB820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105" name="Textfeld 104">
                        <a:extLst>
                          <a:ext uri="{FF2B5EF4-FFF2-40B4-BE49-F238E27FC236}">
                            <a16:creationId xmlns:a16="http://schemas.microsoft.com/office/drawing/2014/main" id="{2B6FC2E2-A82E-B964-83DE-4B6A1B2D5A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377410" y="685403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0"/>
                        <a:stretch>
                          <a:fillRect r="-5333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106" name="Textfeld 105">
                        <a:extLst>
                          <a:ext uri="{FF2B5EF4-FFF2-40B4-BE49-F238E27FC236}">
                            <a16:creationId xmlns:a16="http://schemas.microsoft.com/office/drawing/2014/main" id="{EEDB899D-019D-2402-333B-C77857124BB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2630046" y="1096942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1"/>
                        <a:stretch>
                          <a:fillRect r="-21277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Tool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107" name="Textfeld 106">
                        <a:extLst>
                          <a:ext uri="{FF2B5EF4-FFF2-40B4-BE49-F238E27FC236}">
                            <a16:creationId xmlns:a16="http://schemas.microsoft.com/office/drawing/2014/main" id="{E1275B7D-599E-B26D-4D5C-4A8FE7B6EE7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 flipH="1">
                        <a:off x="1841907" y="1359927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2"/>
                        <a:stretch>
                          <a:fillRect r="-93443" b="-307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00" name="Gruppieren 99">
                  <a:extLst>
                    <a:ext uri="{FF2B5EF4-FFF2-40B4-BE49-F238E27FC236}">
                      <a16:creationId xmlns:a16="http://schemas.microsoft.com/office/drawing/2014/main" id="{DF11837F-2978-B085-6B30-419D8413491A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101" name="Ellipse 100">
                    <a:extLst>
                      <a:ext uri="{FF2B5EF4-FFF2-40B4-BE49-F238E27FC236}">
                        <a16:creationId xmlns:a16="http://schemas.microsoft.com/office/drawing/2014/main" id="{DC3810B0-30D4-843C-B3A5-967AAA7AB627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102" name="Ellipse 101">
                    <a:extLst>
                      <a:ext uri="{FF2B5EF4-FFF2-40B4-BE49-F238E27FC236}">
                        <a16:creationId xmlns:a16="http://schemas.microsoft.com/office/drawing/2014/main" id="{A59588A1-F95F-F4CC-61D7-8DFDAC75A584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08" name="Gerade Verbindung mit Pfeil 107">
                <a:extLst>
                  <a:ext uri="{FF2B5EF4-FFF2-40B4-BE49-F238E27FC236}">
                    <a16:creationId xmlns:a16="http://schemas.microsoft.com/office/drawing/2014/main" id="{7CC890CA-0026-24A3-C81F-5CA333860C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67941" y="7801315"/>
                <a:ext cx="0" cy="1098925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0" name="Gerade Verbindung mit Pfeil 109">
                <a:extLst>
                  <a:ext uri="{FF2B5EF4-FFF2-40B4-BE49-F238E27FC236}">
                    <a16:creationId xmlns:a16="http://schemas.microsoft.com/office/drawing/2014/main" id="{029F7F11-25FB-B910-0DD2-379275567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1873" y="6395211"/>
                <a:ext cx="0" cy="1357844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1" name="Gerade Verbindung mit Pfeil 110">
                <a:extLst>
                  <a:ext uri="{FF2B5EF4-FFF2-40B4-BE49-F238E27FC236}">
                    <a16:creationId xmlns:a16="http://schemas.microsoft.com/office/drawing/2014/main" id="{A6FB1D31-C716-857F-0C59-2DAB8BD1BC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61610" y="4173307"/>
                <a:ext cx="0" cy="2216961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Gerade Verbindung mit Pfeil 115">
                <a:extLst>
                  <a:ext uri="{FF2B5EF4-FFF2-40B4-BE49-F238E27FC236}">
                    <a16:creationId xmlns:a16="http://schemas.microsoft.com/office/drawing/2014/main" id="{F2614414-FBE9-31D5-10D2-ED3026AB92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38370" y="3367105"/>
                <a:ext cx="1606480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8" name="Gerade Verbindung mit Pfeil 117">
                <a:extLst>
                  <a:ext uri="{FF2B5EF4-FFF2-40B4-BE49-F238E27FC236}">
                    <a16:creationId xmlns:a16="http://schemas.microsoft.com/office/drawing/2014/main" id="{B658931C-7F12-D58D-5537-0768A8C395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37480" y="3367105"/>
                <a:ext cx="900966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D3AA2B21-2CCD-37E4-E4E1-3178F1A30E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79893" y="8900240"/>
                <a:ext cx="104963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997B7FFC-52E2-8768-68F9-473CE024F338}"/>
                  </a:ext>
                </a:extLst>
              </p:cNvPr>
              <p:cNvCxnSpPr>
                <a:cxnSpLocks/>
                <a:endCxn id="33" idx="6"/>
              </p:cNvCxnSpPr>
              <p:nvPr/>
            </p:nvCxnSpPr>
            <p:spPr>
              <a:xfrm flipH="1">
                <a:off x="4741486" y="7778455"/>
                <a:ext cx="1488046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5A8A19FF-1155-AB15-1FD8-14618933F0C2}"/>
                  </a:ext>
                </a:extLst>
              </p:cNvPr>
              <p:cNvCxnSpPr>
                <a:cxnSpLocks/>
                <a:endCxn id="18" idx="6"/>
              </p:cNvCxnSpPr>
              <p:nvPr/>
            </p:nvCxnSpPr>
            <p:spPr>
              <a:xfrm flipH="1">
                <a:off x="3649597" y="6390268"/>
                <a:ext cx="1973798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FB5A0AC-1452-CECF-0C28-F82C7BAEBC1B}"/>
                  </a:ext>
                </a:extLst>
              </p:cNvPr>
              <p:cNvCxnSpPr>
                <a:cxnSpLocks/>
                <a:endCxn id="39" idx="4"/>
              </p:cNvCxnSpPr>
              <p:nvPr/>
            </p:nvCxnSpPr>
            <p:spPr>
              <a:xfrm flipH="1">
                <a:off x="3633011" y="4179729"/>
                <a:ext cx="1328599" cy="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5EAC1BFA-0021-C758-B63B-6F494FF4C15D}"/>
                  </a:ext>
                </a:extLst>
              </p:cNvPr>
              <p:cNvCxnSpPr>
                <a:cxnSpLocks/>
                <a:stCxn id="39" idx="6"/>
              </p:cNvCxnSpPr>
              <p:nvPr/>
            </p:nvCxnSpPr>
            <p:spPr>
              <a:xfrm flipV="1">
                <a:off x="3546420" y="3232794"/>
                <a:ext cx="0" cy="86005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Gruppieren 87">
                <a:extLst>
                  <a:ext uri="{FF2B5EF4-FFF2-40B4-BE49-F238E27FC236}">
                    <a16:creationId xmlns:a16="http://schemas.microsoft.com/office/drawing/2014/main" id="{6297ECC6-5E45-5D58-0F0E-741D1F09414B}"/>
                  </a:ext>
                </a:extLst>
              </p:cNvPr>
              <p:cNvGrpSpPr/>
              <p:nvPr/>
            </p:nvGrpSpPr>
            <p:grpSpPr>
              <a:xfrm>
                <a:off x="1116737" y="3471880"/>
                <a:ext cx="1327468" cy="918868"/>
                <a:chOff x="3440391" y="7398975"/>
                <a:chExt cx="1327468" cy="918868"/>
              </a:xfrm>
            </p:grpSpPr>
            <p:grpSp>
              <p:nvGrpSpPr>
                <p:cNvPr id="89" name="Gruppieren 88">
                  <a:extLst>
                    <a:ext uri="{FF2B5EF4-FFF2-40B4-BE49-F238E27FC236}">
                      <a16:creationId xmlns:a16="http://schemas.microsoft.com/office/drawing/2014/main" id="{E6AC44EA-E526-EBD8-D537-0EF1CC33DC65}"/>
                    </a:ext>
                  </a:extLst>
                </p:cNvPr>
                <p:cNvGrpSpPr/>
                <p:nvPr/>
              </p:nvGrpSpPr>
              <p:grpSpPr>
                <a:xfrm>
                  <a:off x="3440391" y="7398975"/>
                  <a:ext cx="1327468" cy="918868"/>
                  <a:chOff x="1861018" y="987124"/>
                  <a:chExt cx="1327468" cy="918868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0916D211-AAB7-48EF-17A3-F849789BA0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2682727" y="1159938"/>
                    <a:ext cx="0" cy="534025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Gerade Verbindung mit Pfeil 93">
                    <a:extLst>
                      <a:ext uri="{FF2B5EF4-FFF2-40B4-BE49-F238E27FC236}">
                        <a16:creationId xmlns:a16="http://schemas.microsoft.com/office/drawing/2014/main" id="{AB4095F2-9E00-1E6A-4913-D16C0595F9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2150470" y="1676211"/>
                    <a:ext cx="520974" cy="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95" name="Textfeld 94">
                        <a:extLst>
                          <a:ext uri="{FF2B5EF4-FFF2-40B4-BE49-F238E27FC236}">
                            <a16:creationId xmlns:a16="http://schemas.microsoft.com/office/drawing/2014/main" id="{0C9DFCE1-3421-F40D-D2EC-DA909907A7C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717685" y="987124"/>
                        <a:ext cx="457939" cy="400110"/>
                      </a:xfrm>
                      <a:prstGeom prst="rect">
                        <a:avLst/>
                      </a:prstGeom>
                      <a:blipFill>
                        <a:blip r:embed="rId13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de-DE" sz="20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96" name="Textfeld 95">
                        <a:extLst>
                          <a:ext uri="{FF2B5EF4-FFF2-40B4-BE49-F238E27FC236}">
                            <a16:creationId xmlns:a16="http://schemas.microsoft.com/office/drawing/2014/main" id="{3252FFA9-09EF-4830-D6B1-DB2D858C12B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2611570" y="1434077"/>
                        <a:ext cx="576916" cy="40011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de-DE" sz="2000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de-DE" sz="2000" dirty="0"/>
                      </a:p>
                    </p:txBody>
                  </p:sp>
                </mc:Choice>
                <mc:Fallback>
                  <p:sp>
                    <p:nvSpPr>
                      <p:cNvPr id="97" name="Textfeld 96">
                        <a:extLst>
                          <a:ext uri="{FF2B5EF4-FFF2-40B4-BE49-F238E27FC236}">
                            <a16:creationId xmlns:a16="http://schemas.microsoft.com/office/drawing/2014/main" id="{6621C4FA-544D-53C2-C7DA-6353EFDD961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flipH="1">
                        <a:off x="1861018" y="1505882"/>
                        <a:ext cx="373613" cy="400110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r="-13115" b="-153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90" name="Gruppieren 89">
                  <a:extLst>
                    <a:ext uri="{FF2B5EF4-FFF2-40B4-BE49-F238E27FC236}">
                      <a16:creationId xmlns:a16="http://schemas.microsoft.com/office/drawing/2014/main" id="{231D1945-A0AB-52A0-7FF7-17CB1722544F}"/>
                    </a:ext>
                  </a:extLst>
                </p:cNvPr>
                <p:cNvGrpSpPr/>
                <p:nvPr/>
              </p:nvGrpSpPr>
              <p:grpSpPr>
                <a:xfrm>
                  <a:off x="4175219" y="8001471"/>
                  <a:ext cx="173762" cy="173182"/>
                  <a:chOff x="1967139" y="1198419"/>
                  <a:chExt cx="173762" cy="173182"/>
                </a:xfrm>
              </p:grpSpPr>
              <p:sp>
                <p:nvSpPr>
                  <p:cNvPr id="91" name="Ellipse 90">
                    <a:extLst>
                      <a:ext uri="{FF2B5EF4-FFF2-40B4-BE49-F238E27FC236}">
                        <a16:creationId xmlns:a16="http://schemas.microsoft.com/office/drawing/2014/main" id="{B3597A0E-7898-C650-B135-55EC703CD02F}"/>
                      </a:ext>
                    </a:extLst>
                  </p:cNvPr>
                  <p:cNvSpPr/>
                  <p:nvPr/>
                </p:nvSpPr>
                <p:spPr>
                  <a:xfrm>
                    <a:off x="1967139" y="1198419"/>
                    <a:ext cx="173762" cy="173182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 dirty="0"/>
                  </a:p>
                </p:txBody>
              </p:sp>
              <p:sp>
                <p:nvSpPr>
                  <p:cNvPr id="92" name="Ellipse 91">
                    <a:extLst>
                      <a:ext uri="{FF2B5EF4-FFF2-40B4-BE49-F238E27FC236}">
                        <a16:creationId xmlns:a16="http://schemas.microsoft.com/office/drawing/2014/main" id="{14595D13-9635-801F-FE2D-DC1AAF63C8D5}"/>
                      </a:ext>
                    </a:extLst>
                  </p:cNvPr>
                  <p:cNvSpPr/>
                  <p:nvPr/>
                </p:nvSpPr>
                <p:spPr>
                  <a:xfrm>
                    <a:off x="2031084" y="1262151"/>
                    <a:ext cx="45872" cy="45719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3175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000"/>
                  </a:p>
                </p:txBody>
              </p:sp>
            </p:grpSp>
          </p:grp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CA17B321-8250-BB03-851E-45AA345D6C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47867" y="316784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FB686A55-A689-CD07-E511-28326E3DBF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5996" y="3232794"/>
                <a:ext cx="0" cy="923999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feld 146">
                <a:extLst>
                  <a:ext uri="{FF2B5EF4-FFF2-40B4-BE49-F238E27FC236}">
                    <a16:creationId xmlns:a16="http://schemas.microsoft.com/office/drawing/2014/main" id="{509D5870-6250-0316-BC8F-EEDC6A196E9C}"/>
                  </a:ext>
                </a:extLst>
              </p:cNvPr>
              <p:cNvSpPr txBox="1"/>
              <p:nvPr/>
            </p:nvSpPr>
            <p:spPr>
              <a:xfrm>
                <a:off x="5444042" y="6901945"/>
                <a:ext cx="153982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0.1 - 0.4  m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2CB7B67-830B-4026-A85E-9A88DB984A9C}"/>
                  </a:ext>
                </a:extLst>
              </p:cNvPr>
              <p:cNvSpPr txBox="1"/>
              <p:nvPr/>
            </p:nvSpPr>
            <p:spPr>
              <a:xfrm>
                <a:off x="4961610" y="5083497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0.6 m</a:t>
                </a:r>
              </a:p>
            </p:txBody>
          </p:sp>
          <p:sp>
            <p:nvSpPr>
              <p:cNvPr id="150" name="Textfeld 149">
                <a:extLst>
                  <a:ext uri="{FF2B5EF4-FFF2-40B4-BE49-F238E27FC236}">
                    <a16:creationId xmlns:a16="http://schemas.microsoft.com/office/drawing/2014/main" id="{1D4D1435-E03D-F1CA-4EDA-A434DE101B10}"/>
                  </a:ext>
                </a:extLst>
              </p:cNvPr>
              <p:cNvSpPr txBox="1"/>
              <p:nvPr/>
            </p:nvSpPr>
            <p:spPr>
              <a:xfrm>
                <a:off x="2340311" y="2968961"/>
                <a:ext cx="177270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0.4 m</a:t>
                </a:r>
              </a:p>
            </p:txBody>
          </p:sp>
          <p:sp>
            <p:nvSpPr>
              <p:cNvPr id="151" name="Textfeld 150">
                <a:extLst>
                  <a:ext uri="{FF2B5EF4-FFF2-40B4-BE49-F238E27FC236}">
                    <a16:creationId xmlns:a16="http://schemas.microsoft.com/office/drawing/2014/main" id="{DB97A482-A783-0ECF-E06C-875AB5208E7B}"/>
                  </a:ext>
                </a:extLst>
              </p:cNvPr>
              <p:cNvSpPr txBox="1"/>
              <p:nvPr/>
            </p:nvSpPr>
            <p:spPr>
              <a:xfrm>
                <a:off x="1032562" y="2949511"/>
                <a:ext cx="9910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0.25 m</a:t>
                </a:r>
              </a:p>
            </p:txBody>
          </p:sp>
          <p:cxnSp>
            <p:nvCxnSpPr>
              <p:cNvPr id="17" name="Gerade Verbindung mit Pfeil 16">
                <a:extLst>
                  <a:ext uri="{FF2B5EF4-FFF2-40B4-BE49-F238E27FC236}">
                    <a16:creationId xmlns:a16="http://schemas.microsoft.com/office/drawing/2014/main" id="{A89C2A48-EDC7-35C8-1907-A51C50AE0A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85652" y="8100498"/>
                <a:ext cx="1073702" cy="0"/>
              </a:xfrm>
              <a:prstGeom prst="straightConnector1">
                <a:avLst/>
              </a:prstGeom>
              <a:ln w="38100">
                <a:headEnd type="triangle"/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19E394-7D19-C7A8-9E67-66D967FB2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62596" y="6420611"/>
                <a:ext cx="0" cy="1924410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94E275E7-90EC-FE1A-4ADB-6CA82D9C7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9354" y="7792792"/>
                <a:ext cx="0" cy="488704"/>
              </a:xfrm>
              <a:prstGeom prst="line">
                <a:avLst/>
              </a:prstGeom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6527246-C461-80D1-CFDC-112A3657A17B}"/>
                  </a:ext>
                </a:extLst>
              </p:cNvPr>
              <p:cNvSpPr txBox="1"/>
              <p:nvPr/>
            </p:nvSpPr>
            <p:spPr>
              <a:xfrm>
                <a:off x="3684935" y="8044172"/>
                <a:ext cx="89064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0.3 m</a:t>
                </a: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/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000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de-DE" sz="3200" dirty="0"/>
                    <a:t> </a:t>
                  </a:r>
                </a:p>
              </p:txBody>
            </p:sp>
          </mc:Choice>
          <mc:Fallback>
            <p:sp>
              <p:nvSpPr>
                <p:cNvPr id="66" name="Textfeld 65">
                  <a:extLst>
                    <a:ext uri="{FF2B5EF4-FFF2-40B4-BE49-F238E27FC236}">
                      <a16:creationId xmlns:a16="http://schemas.microsoft.com/office/drawing/2014/main" id="{DD62BBF3-54B4-4ADE-FD01-7E63607F20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0385" y="5870535"/>
                  <a:ext cx="410280" cy="58477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Pfeil: gebogen 66">
              <a:extLst>
                <a:ext uri="{FF2B5EF4-FFF2-40B4-BE49-F238E27FC236}">
                  <a16:creationId xmlns:a16="http://schemas.microsoft.com/office/drawing/2014/main" id="{78C5BEFB-E02F-5D15-0F6A-62D58506EAE9}"/>
                </a:ext>
              </a:extLst>
            </p:cNvPr>
            <p:cNvSpPr/>
            <p:nvPr/>
          </p:nvSpPr>
          <p:spPr>
            <a:xfrm rot="10800000" flipH="1">
              <a:off x="3320662" y="61434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  <p:sp>
          <p:nvSpPr>
            <p:cNvPr id="68" name="Pfeil: nach oben 67">
              <a:extLst>
                <a:ext uri="{FF2B5EF4-FFF2-40B4-BE49-F238E27FC236}">
                  <a16:creationId xmlns:a16="http://schemas.microsoft.com/office/drawing/2014/main" id="{3C70C5E8-7A50-9FE4-1D48-E82B0003A6D8}"/>
                </a:ext>
              </a:extLst>
            </p:cNvPr>
            <p:cNvSpPr/>
            <p:nvPr/>
          </p:nvSpPr>
          <p:spPr>
            <a:xfrm>
              <a:off x="4342485" y="7211757"/>
              <a:ext cx="159614" cy="513496"/>
            </a:xfrm>
            <a:prstGeom prst="upArrow">
              <a:avLst>
                <a:gd name="adj1" fmla="val 26129"/>
                <a:gd name="adj2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/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>
            <p:sp>
              <p:nvSpPr>
                <p:cNvPr id="69" name="Textfeld 68">
                  <a:extLst>
                    <a:ext uri="{FF2B5EF4-FFF2-40B4-BE49-F238E27FC236}">
                      <a16:creationId xmlns:a16="http://schemas.microsoft.com/office/drawing/2014/main" id="{005E9A14-8454-35FF-DE56-26F4E891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265" y="7162713"/>
                  <a:ext cx="436805" cy="40011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/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sz="2000" b="0" i="0" smtClean="0"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de-DE" sz="3200" dirty="0"/>
                </a:p>
              </p:txBody>
            </p:sp>
          </mc:Choice>
          <mc:Fallback>
            <p:sp>
              <p:nvSpPr>
                <p:cNvPr id="70" name="Textfeld 69">
                  <a:extLst>
                    <a:ext uri="{FF2B5EF4-FFF2-40B4-BE49-F238E27FC236}">
                      <a16:creationId xmlns:a16="http://schemas.microsoft.com/office/drawing/2014/main" id="{3C0CBB26-2F95-D206-454D-9E95E4ED8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21439" y="3835686"/>
                  <a:ext cx="410280" cy="400110"/>
                </a:xfrm>
                <a:prstGeom prst="rect">
                  <a:avLst/>
                </a:prstGeom>
                <a:blipFill>
                  <a:blip r:embed="rId18"/>
                  <a:stretch>
                    <a:fillRect r="-597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2" name="Pfeil: gebogen 71">
              <a:extLst>
                <a:ext uri="{FF2B5EF4-FFF2-40B4-BE49-F238E27FC236}">
                  <a16:creationId xmlns:a16="http://schemas.microsoft.com/office/drawing/2014/main" id="{63535F82-BCE5-05E6-D77B-2185891E209C}"/>
                </a:ext>
              </a:extLst>
            </p:cNvPr>
            <p:cNvSpPr/>
            <p:nvPr/>
          </p:nvSpPr>
          <p:spPr>
            <a:xfrm rot="10800000" flipH="1">
              <a:off x="3309129" y="3901279"/>
              <a:ext cx="506933" cy="525048"/>
            </a:xfrm>
            <a:prstGeom prst="circularArrow">
              <a:avLst>
                <a:gd name="adj1" fmla="val 7185"/>
                <a:gd name="adj2" fmla="val 923709"/>
                <a:gd name="adj3" fmla="val 20442418"/>
                <a:gd name="adj4" fmla="val 9670801"/>
                <a:gd name="adj5" fmla="val 1335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32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50183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229</Words>
  <Application>Microsoft Office PowerPoint</Application>
  <PresentationFormat>Breitbild</PresentationFormat>
  <Paragraphs>194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Constantin Valentin Sul</dc:creator>
  <cp:lastModifiedBy>Constantin Valentin Sul</cp:lastModifiedBy>
  <cp:revision>10</cp:revision>
  <dcterms:created xsi:type="dcterms:W3CDTF">2025-06-24T11:29:39Z</dcterms:created>
  <dcterms:modified xsi:type="dcterms:W3CDTF">2025-07-03T14:46:36Z</dcterms:modified>
</cp:coreProperties>
</file>