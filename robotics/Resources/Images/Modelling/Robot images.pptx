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6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3672" y="372"/>
      </p:cViewPr>
      <p:guideLst>
        <p:guide orient="horz" pos="386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86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5423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144</Words>
  <Application>Microsoft Office PowerPoint</Application>
  <PresentationFormat>Breitbild</PresentationFormat>
  <Paragraphs>130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9</cp:revision>
  <dcterms:created xsi:type="dcterms:W3CDTF">2025-06-24T11:29:39Z</dcterms:created>
  <dcterms:modified xsi:type="dcterms:W3CDTF">2025-06-26T18:18:41Z</dcterms:modified>
</cp:coreProperties>
</file>