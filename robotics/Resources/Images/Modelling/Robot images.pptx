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702" y="-110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69"/>
            <a:ext cx="6800406" cy="11938333"/>
            <a:chOff x="789114" y="1922876"/>
            <a:chExt cx="5256318" cy="9627362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50"/>
              <a:ext cx="3886122" cy="2513288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532620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79</Words>
  <Application>Microsoft Office PowerPoint</Application>
  <PresentationFormat>Breitbild</PresentationFormat>
  <Paragraphs>70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</cp:revision>
  <dcterms:created xsi:type="dcterms:W3CDTF">2025-06-24T11:29:39Z</dcterms:created>
  <dcterms:modified xsi:type="dcterms:W3CDTF">2025-06-24T15:57:02Z</dcterms:modified>
</cp:coreProperties>
</file>