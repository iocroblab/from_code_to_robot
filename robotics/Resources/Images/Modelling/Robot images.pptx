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7" r:id="rId8"/>
    <p:sldId id="262" r:id="rId9"/>
    <p:sldId id="263" r:id="rId10"/>
    <p:sldId id="265" r:id="rId11"/>
    <p:sldId id="266" r:id="rId1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63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406" y="-588"/>
      </p:cViewPr>
      <p:guideLst>
        <p:guide orient="horz" pos="3863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5" Type="http://schemas.openxmlformats.org/officeDocument/2006/relationships/image" Target="../media/image86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18" Type="http://schemas.openxmlformats.org/officeDocument/2006/relationships/image" Target="../media/image11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13.png"/><Relationship Id="rId2" Type="http://schemas.openxmlformats.org/officeDocument/2006/relationships/image" Target="../media/image1.jpeg"/><Relationship Id="rId16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0.png"/><Relationship Id="rId4" Type="http://schemas.openxmlformats.org/officeDocument/2006/relationships/image" Target="../media/image10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0.png"/><Relationship Id="rId13" Type="http://schemas.openxmlformats.org/officeDocument/2006/relationships/image" Target="../media/image1140.png"/><Relationship Id="rId18" Type="http://schemas.openxmlformats.org/officeDocument/2006/relationships/image" Target="../media/image119.png"/><Relationship Id="rId3" Type="http://schemas.openxmlformats.org/officeDocument/2006/relationships/image" Target="../media/image1040.png"/><Relationship Id="rId21" Type="http://schemas.openxmlformats.org/officeDocument/2006/relationships/image" Target="../media/image122.png"/><Relationship Id="rId7" Type="http://schemas.openxmlformats.org/officeDocument/2006/relationships/image" Target="../media/image1080.png"/><Relationship Id="rId12" Type="http://schemas.openxmlformats.org/officeDocument/2006/relationships/image" Target="../media/image1130.png"/><Relationship Id="rId17" Type="http://schemas.openxmlformats.org/officeDocument/2006/relationships/image" Target="../media/image118.png"/><Relationship Id="rId2" Type="http://schemas.openxmlformats.org/officeDocument/2006/relationships/image" Target="../media/image1030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0.png"/><Relationship Id="rId11" Type="http://schemas.openxmlformats.org/officeDocument/2006/relationships/image" Target="../media/image1120.png"/><Relationship Id="rId5" Type="http://schemas.openxmlformats.org/officeDocument/2006/relationships/image" Target="../media/image1060.png"/><Relationship Id="rId15" Type="http://schemas.openxmlformats.org/officeDocument/2006/relationships/image" Target="../media/image116.png"/><Relationship Id="rId10" Type="http://schemas.openxmlformats.org/officeDocument/2006/relationships/image" Target="../media/image1110.png"/><Relationship Id="rId19" Type="http://schemas.openxmlformats.org/officeDocument/2006/relationships/image" Target="../media/image120.png"/><Relationship Id="rId4" Type="http://schemas.openxmlformats.org/officeDocument/2006/relationships/image" Target="../media/image1050.png"/><Relationship Id="rId9" Type="http://schemas.openxmlformats.org/officeDocument/2006/relationships/image" Target="../media/image1100.png"/><Relationship Id="rId14" Type="http://schemas.openxmlformats.org/officeDocument/2006/relationships/image" Target="../media/image1150.png"/><Relationship Id="rId22" Type="http://schemas.openxmlformats.org/officeDocument/2006/relationships/image" Target="../media/image1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0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0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11" Type="http://schemas.openxmlformats.org/officeDocument/2006/relationships/image" Target="../media/image116.png"/><Relationship Id="rId5" Type="http://schemas.openxmlformats.org/officeDocument/2006/relationships/image" Target="../media/image1100.png"/><Relationship Id="rId15" Type="http://schemas.openxmlformats.org/officeDocument/2006/relationships/image" Target="../media/image120.png"/><Relationship Id="rId10" Type="http://schemas.openxmlformats.org/officeDocument/2006/relationships/image" Target="../media/image1150.png"/><Relationship Id="rId4" Type="http://schemas.openxmlformats.org/officeDocument/2006/relationships/image" Target="../media/image1090.png"/><Relationship Id="rId9" Type="http://schemas.openxmlformats.org/officeDocument/2006/relationships/image" Target="../media/image1140.png"/><Relationship Id="rId14" Type="http://schemas.openxmlformats.org/officeDocument/2006/relationships/image" Target="../media/image1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Würfel 38">
            <a:extLst>
              <a:ext uri="{FF2B5EF4-FFF2-40B4-BE49-F238E27FC236}">
                <a16:creationId xmlns:a16="http://schemas.microsoft.com/office/drawing/2014/main" id="{BD9B52AD-92B8-4D62-76CD-3151067241F7}"/>
              </a:ext>
            </a:extLst>
          </p:cNvPr>
          <p:cNvSpPr/>
          <p:nvPr/>
        </p:nvSpPr>
        <p:spPr>
          <a:xfrm>
            <a:off x="-856852" y="6096000"/>
            <a:ext cx="8050572" cy="2069349"/>
          </a:xfrm>
          <a:prstGeom prst="cube">
            <a:avLst>
              <a:gd name="adj" fmla="val 90293"/>
            </a:avLst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080698B6-1278-E38B-8471-459F56F10EB2}"/>
              </a:ext>
            </a:extLst>
          </p:cNvPr>
          <p:cNvGrpSpPr/>
          <p:nvPr/>
        </p:nvGrpSpPr>
        <p:grpSpPr>
          <a:xfrm>
            <a:off x="5828602" y="4746196"/>
            <a:ext cx="1380782" cy="2090501"/>
            <a:chOff x="1530916" y="260550"/>
            <a:chExt cx="1380782" cy="2090501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F37AB262-A87F-B5FF-5001-C9C2D66371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4BBAECBD-D59B-6A50-5B46-C8476233EA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66667"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/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5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/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98422F0-0586-FF29-D09D-0BE799245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8C5E11E-B32D-B531-49A3-A891C5693FB3}"/>
              </a:ext>
            </a:extLst>
          </p:cNvPr>
          <p:cNvGrpSpPr/>
          <p:nvPr/>
        </p:nvGrpSpPr>
        <p:grpSpPr>
          <a:xfrm>
            <a:off x="812144" y="4204776"/>
            <a:ext cx="950230" cy="2250794"/>
            <a:chOff x="4129150" y="4560649"/>
            <a:chExt cx="950230" cy="2250794"/>
          </a:xfrm>
        </p:grpSpPr>
        <p:sp>
          <p:nvSpPr>
            <p:cNvPr id="40" name="Würfel 39">
              <a:extLst>
                <a:ext uri="{FF2B5EF4-FFF2-40B4-BE49-F238E27FC236}">
                  <a16:creationId xmlns:a16="http://schemas.microsoft.com/office/drawing/2014/main" id="{5FCD74A6-437C-9C49-72CD-EA64D192AF14}"/>
                </a:ext>
              </a:extLst>
            </p:cNvPr>
            <p:cNvSpPr/>
            <p:nvPr/>
          </p:nvSpPr>
          <p:spPr>
            <a:xfrm>
              <a:off x="4129150" y="6477098"/>
              <a:ext cx="950230" cy="334345"/>
            </a:xfrm>
            <a:prstGeom prst="cube">
              <a:avLst>
                <a:gd name="adj" fmla="val 55294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Zylinder 40">
              <a:extLst>
                <a:ext uri="{FF2B5EF4-FFF2-40B4-BE49-F238E27FC236}">
                  <a16:creationId xmlns:a16="http://schemas.microsoft.com/office/drawing/2014/main" id="{CF876117-3D02-141D-4EF4-F6F75599C4D6}"/>
                </a:ext>
              </a:extLst>
            </p:cNvPr>
            <p:cNvSpPr/>
            <p:nvPr/>
          </p:nvSpPr>
          <p:spPr>
            <a:xfrm>
              <a:off x="4526162" y="5053013"/>
              <a:ext cx="179605" cy="150728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Würfel 42">
              <a:extLst>
                <a:ext uri="{FF2B5EF4-FFF2-40B4-BE49-F238E27FC236}">
                  <a16:creationId xmlns:a16="http://schemas.microsoft.com/office/drawing/2014/main" id="{E0103DF0-E8E3-26E9-059D-0B23AD6F5E82}"/>
                </a:ext>
              </a:extLst>
            </p:cNvPr>
            <p:cNvSpPr/>
            <p:nvPr/>
          </p:nvSpPr>
          <p:spPr>
            <a:xfrm rot="1468719">
              <a:off x="4438914" y="4560649"/>
              <a:ext cx="588158" cy="679017"/>
            </a:xfrm>
            <a:prstGeom prst="cube">
              <a:avLst>
                <a:gd name="adj" fmla="val 44813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Zylinder 41">
              <a:extLst>
                <a:ext uri="{FF2B5EF4-FFF2-40B4-BE49-F238E27FC236}">
                  <a16:creationId xmlns:a16="http://schemas.microsoft.com/office/drawing/2014/main" id="{57F11CBA-FE82-7B60-00E7-8AFCA31B3410}"/>
                </a:ext>
              </a:extLst>
            </p:cNvPr>
            <p:cNvSpPr/>
            <p:nvPr/>
          </p:nvSpPr>
          <p:spPr>
            <a:xfrm rot="7085268">
              <a:off x="4803488" y="4887550"/>
              <a:ext cx="240105" cy="217829"/>
            </a:xfrm>
            <a:prstGeom prst="can">
              <a:avLst>
                <a:gd name="adj" fmla="val 5000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207877C-1968-2A89-7457-91C482762306}"/>
              </a:ext>
            </a:extLst>
          </p:cNvPr>
          <p:cNvGrpSpPr/>
          <p:nvPr/>
        </p:nvGrpSpPr>
        <p:grpSpPr>
          <a:xfrm rot="1409809">
            <a:off x="310544" y="4185433"/>
            <a:ext cx="1953429" cy="1332800"/>
            <a:chOff x="1055857" y="1222185"/>
            <a:chExt cx="2551587" cy="1740916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67081E3E-DC50-A076-2EA2-716BA0586F4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FCC9082-0BFD-FF05-E358-89061498A6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41379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98611" b="-234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00000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E5BF3B85-09AA-6994-3CB3-94000D310EA2}"/>
                </a:ext>
              </a:extLst>
            </p:cNvPr>
            <p:cNvCxnSpPr>
              <a:cxnSpLocks/>
            </p:cNvCxnSpPr>
            <p:nvPr/>
          </p:nvCxnSpPr>
          <p:spPr>
            <a:xfrm rot="20190191" flipH="1">
              <a:off x="1946969" y="1820848"/>
              <a:ext cx="836086" cy="32939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Ellipse 89">
            <a:extLst>
              <a:ext uri="{FF2B5EF4-FFF2-40B4-BE49-F238E27FC236}">
                <a16:creationId xmlns:a16="http://schemas.microsoft.com/office/drawing/2014/main" id="{293B1FE0-4800-27FB-6690-78660AD7A373}"/>
              </a:ext>
            </a:extLst>
          </p:cNvPr>
          <p:cNvSpPr/>
          <p:nvPr/>
        </p:nvSpPr>
        <p:spPr>
          <a:xfrm>
            <a:off x="4122330" y="6368145"/>
            <a:ext cx="1081257" cy="248312"/>
          </a:xfrm>
          <a:prstGeom prst="ellipse">
            <a:avLst/>
          </a:prstGeom>
          <a:blipFill>
            <a:blip r:embed="rId9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/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WC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Freihandform: Form 107">
            <a:extLst>
              <a:ext uri="{FF2B5EF4-FFF2-40B4-BE49-F238E27FC236}">
                <a16:creationId xmlns:a16="http://schemas.microsoft.com/office/drawing/2014/main" id="{48342C6C-17E4-C1EF-98A4-FD5483B4333D}"/>
              </a:ext>
            </a:extLst>
          </p:cNvPr>
          <p:cNvSpPr/>
          <p:nvPr/>
        </p:nvSpPr>
        <p:spPr>
          <a:xfrm>
            <a:off x="4688114" y="4919193"/>
            <a:ext cx="2249715" cy="1525150"/>
          </a:xfrm>
          <a:custGeom>
            <a:avLst/>
            <a:gdLst>
              <a:gd name="connsiteX0" fmla="*/ 0 w 2249715"/>
              <a:gd name="connsiteY0" fmla="*/ 1525150 h 1525150"/>
              <a:gd name="connsiteX1" fmla="*/ 522515 w 2249715"/>
              <a:gd name="connsiteY1" fmla="*/ 204350 h 1525150"/>
              <a:gd name="connsiteX2" fmla="*/ 1625600 w 2249715"/>
              <a:gd name="connsiteY2" fmla="*/ 102750 h 1525150"/>
              <a:gd name="connsiteX3" fmla="*/ 2249715 w 2249715"/>
              <a:gd name="connsiteY3" fmla="*/ 1176807 h 152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9715" h="1525150">
                <a:moveTo>
                  <a:pt x="0" y="1525150"/>
                </a:moveTo>
                <a:cubicBezTo>
                  <a:pt x="125791" y="983283"/>
                  <a:pt x="251582" y="441417"/>
                  <a:pt x="522515" y="204350"/>
                </a:cubicBezTo>
                <a:cubicBezTo>
                  <a:pt x="793448" y="-32717"/>
                  <a:pt x="1337733" y="-59326"/>
                  <a:pt x="1625600" y="102750"/>
                </a:cubicBezTo>
                <a:cubicBezTo>
                  <a:pt x="1913467" y="264826"/>
                  <a:pt x="2148115" y="1005055"/>
                  <a:pt x="2249715" y="1176807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8F11A437-A9F8-B2BF-4F80-19FE272D6DD5}"/>
              </a:ext>
            </a:extLst>
          </p:cNvPr>
          <p:cNvGrpSpPr/>
          <p:nvPr/>
        </p:nvGrpSpPr>
        <p:grpSpPr>
          <a:xfrm>
            <a:off x="4296127" y="5566567"/>
            <a:ext cx="984582" cy="1443659"/>
            <a:chOff x="2135348" y="339328"/>
            <a:chExt cx="1472096" cy="2158485"/>
          </a:xfrm>
        </p:grpSpPr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DB6D3B7C-E580-ACB4-3618-20AC624B7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 Verbindung mit Pfeil 94">
              <a:extLst>
                <a:ext uri="{FF2B5EF4-FFF2-40B4-BE49-F238E27FC236}">
                  <a16:creationId xmlns:a16="http://schemas.microsoft.com/office/drawing/2014/main" id="{D76A5446-FB75-B19A-EA80-38E37FF376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/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blipFill>
                  <a:blip r:embed="rId11"/>
                  <a:stretch>
                    <a:fillRect r="-2725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/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blipFill>
                  <a:blip r:embed="rId12"/>
                  <a:stretch>
                    <a:fillRect r="-2063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Gerade Verbindung mit Pfeil 100">
              <a:extLst>
                <a:ext uri="{FF2B5EF4-FFF2-40B4-BE49-F238E27FC236}">
                  <a16:creationId xmlns:a16="http://schemas.microsoft.com/office/drawing/2014/main" id="{C23017F8-22A6-B2E4-D3A8-31FA00321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/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blipFill>
                  <a:blip r:embed="rId13"/>
                  <a:stretch>
                    <a:fillRect r="-3682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0" name="Freihandform: Form 109">
            <a:extLst>
              <a:ext uri="{FF2B5EF4-FFF2-40B4-BE49-F238E27FC236}">
                <a16:creationId xmlns:a16="http://schemas.microsoft.com/office/drawing/2014/main" id="{42AF1E5C-B9A0-D1D3-B8B2-C710FB121000}"/>
              </a:ext>
            </a:extLst>
          </p:cNvPr>
          <p:cNvSpPr/>
          <p:nvPr/>
        </p:nvSpPr>
        <p:spPr>
          <a:xfrm>
            <a:off x="1669143" y="4334933"/>
            <a:ext cx="2974258" cy="2137651"/>
          </a:xfrm>
          <a:custGeom>
            <a:avLst/>
            <a:gdLst>
              <a:gd name="connsiteX0" fmla="*/ 0 w 2960914"/>
              <a:gd name="connsiteY0" fmla="*/ 309638 h 2051353"/>
              <a:gd name="connsiteX1" fmla="*/ 1901371 w 2960914"/>
              <a:gd name="connsiteY1" fmla="*/ 135467 h 2051353"/>
              <a:gd name="connsiteX2" fmla="*/ 2960914 w 2960914"/>
              <a:gd name="connsiteY2" fmla="*/ 2051353 h 2051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0914" h="2051353">
                <a:moveTo>
                  <a:pt x="0" y="309638"/>
                </a:moveTo>
                <a:cubicBezTo>
                  <a:pt x="703942" y="77409"/>
                  <a:pt x="1407885" y="-154819"/>
                  <a:pt x="1901371" y="135467"/>
                </a:cubicBezTo>
                <a:cubicBezTo>
                  <a:pt x="2394857" y="425753"/>
                  <a:pt x="2779485" y="1756229"/>
                  <a:pt x="2960914" y="205135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/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98A99C69-1CE3-C5E5-E485-F59FA5F4D7B6}"/>
              </a:ext>
            </a:extLst>
          </p:cNvPr>
          <p:cNvSpPr/>
          <p:nvPr/>
        </p:nvSpPr>
        <p:spPr>
          <a:xfrm>
            <a:off x="1669143" y="4688114"/>
            <a:ext cx="1132114" cy="2133600"/>
          </a:xfrm>
          <a:custGeom>
            <a:avLst/>
            <a:gdLst>
              <a:gd name="connsiteX0" fmla="*/ 0 w 1132114"/>
              <a:gd name="connsiteY0" fmla="*/ 0 h 2133600"/>
              <a:gd name="connsiteX1" fmla="*/ 827314 w 1132114"/>
              <a:gd name="connsiteY1" fmla="*/ 885372 h 2133600"/>
              <a:gd name="connsiteX2" fmla="*/ 1132114 w 1132114"/>
              <a:gd name="connsiteY2" fmla="*/ 213360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2114" h="2133600">
                <a:moveTo>
                  <a:pt x="0" y="0"/>
                </a:moveTo>
                <a:cubicBezTo>
                  <a:pt x="319314" y="264886"/>
                  <a:pt x="638628" y="529772"/>
                  <a:pt x="827314" y="885372"/>
                </a:cubicBezTo>
                <a:cubicBezTo>
                  <a:pt x="1016000" y="1240972"/>
                  <a:pt x="1132114" y="2133600"/>
                  <a:pt x="1132114" y="213360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A492CC31-24BC-6DDB-3790-C481E46FDCE4}"/>
              </a:ext>
            </a:extLst>
          </p:cNvPr>
          <p:cNvGrpSpPr/>
          <p:nvPr/>
        </p:nvGrpSpPr>
        <p:grpSpPr>
          <a:xfrm>
            <a:off x="1759146" y="5998871"/>
            <a:ext cx="2308821" cy="1584081"/>
            <a:chOff x="2053924" y="6515809"/>
            <a:chExt cx="2308821" cy="1584081"/>
          </a:xfrm>
        </p:grpSpPr>
        <p:sp>
          <p:nvSpPr>
            <p:cNvPr id="49" name="Zylinder 48">
              <a:extLst>
                <a:ext uri="{FF2B5EF4-FFF2-40B4-BE49-F238E27FC236}">
                  <a16:creationId xmlns:a16="http://schemas.microsoft.com/office/drawing/2014/main" id="{EDA2F0D4-F68B-596E-4CD5-7F91737D436B}"/>
                </a:ext>
              </a:extLst>
            </p:cNvPr>
            <p:cNvSpPr/>
            <p:nvPr/>
          </p:nvSpPr>
          <p:spPr>
            <a:xfrm>
              <a:off x="2852210" y="7362166"/>
              <a:ext cx="456790" cy="73772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4316640-6A54-84FD-9759-D75138FC2CEE}"/>
                </a:ext>
              </a:extLst>
            </p:cNvPr>
            <p:cNvGrpSpPr/>
            <p:nvPr/>
          </p:nvGrpSpPr>
          <p:grpSpPr>
            <a:xfrm rot="5400000">
              <a:off x="3345604" y="7082750"/>
              <a:ext cx="715505" cy="1318776"/>
              <a:chOff x="5104728" y="-124550"/>
              <a:chExt cx="1488260" cy="1591425"/>
            </a:xfrm>
          </p:grpSpPr>
          <p:cxnSp>
            <p:nvCxnSpPr>
              <p:cNvPr id="69" name="Gerade Verbindung mit Pfeil 68">
                <a:extLst>
                  <a:ext uri="{FF2B5EF4-FFF2-40B4-BE49-F238E27FC236}">
                    <a16:creationId xmlns:a16="http://schemas.microsoft.com/office/drawing/2014/main" id="{3765B2ED-404C-A986-0C48-28B799867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r Verbinder 66">
                <a:extLst>
                  <a:ext uri="{FF2B5EF4-FFF2-40B4-BE49-F238E27FC236}">
                    <a16:creationId xmlns:a16="http://schemas.microsoft.com/office/drawing/2014/main" id="{A920DE19-10B2-4F03-27AA-CB11FA0DC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138" y="692731"/>
                <a:ext cx="0" cy="77414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r Verbinder 67">
                <a:extLst>
                  <a:ext uri="{FF2B5EF4-FFF2-40B4-BE49-F238E27FC236}">
                    <a16:creationId xmlns:a16="http://schemas.microsoft.com/office/drawing/2014/main" id="{1A598678-EABD-DC58-EE35-8C7E741BE5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2775" y="673617"/>
                <a:ext cx="213" cy="79325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6FF9230A-B53D-FF76-F7A4-4E7367F6CBC1}"/>
                  </a:ext>
                </a:extLst>
              </p:cNvPr>
              <p:cNvSpPr txBox="1"/>
              <p:nvPr/>
            </p:nvSpPr>
            <p:spPr>
              <a:xfrm rot="16200000">
                <a:off x="5454821" y="-42344"/>
                <a:ext cx="960911" cy="796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8 cm</a:t>
                </a:r>
              </a:p>
            </p:txBody>
          </p:sp>
        </p:grp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127A3C7-0912-73B0-A1DD-8882CD30E5FB}"/>
                </a:ext>
              </a:extLst>
            </p:cNvPr>
            <p:cNvSpPr/>
            <p:nvPr/>
          </p:nvSpPr>
          <p:spPr>
            <a:xfrm>
              <a:off x="2849619" y="7351410"/>
              <a:ext cx="456790" cy="156873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7E47A995-9CBE-A943-151A-8FB81A7C7087}"/>
                </a:ext>
              </a:extLst>
            </p:cNvPr>
            <p:cNvGrpSpPr/>
            <p:nvPr/>
          </p:nvGrpSpPr>
          <p:grpSpPr>
            <a:xfrm>
              <a:off x="2053924" y="6515809"/>
              <a:ext cx="1646451" cy="1321195"/>
              <a:chOff x="1145755" y="339328"/>
              <a:chExt cx="2461690" cy="1975383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7AB5520C-2DC9-A1BD-2A2C-BB6F1099CE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 Verbindung mit Pfeil 31">
                <a:extLst>
                  <a:ext uri="{FF2B5EF4-FFF2-40B4-BE49-F238E27FC236}">
                    <a16:creationId xmlns:a16="http://schemas.microsoft.com/office/drawing/2014/main" id="{76881249-E6FA-ADB1-DCE2-00A2FD425B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58000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r="-111111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219512" b="-651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B6DAD6C-9934-2218-1BB1-36811296C1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/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CamO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1477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246</Words>
  <Application>Microsoft Office PowerPoint</Application>
  <PresentationFormat>Breitbild</PresentationFormat>
  <Paragraphs>210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11</cp:revision>
  <dcterms:created xsi:type="dcterms:W3CDTF">2025-06-24T11:29:39Z</dcterms:created>
  <dcterms:modified xsi:type="dcterms:W3CDTF">2025-07-04T15:08:11Z</dcterms:modified>
</cp:coreProperties>
</file>