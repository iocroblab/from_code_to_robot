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76" r:id="rId7"/>
    <p:sldId id="261" r:id="rId8"/>
    <p:sldId id="267" r:id="rId9"/>
    <p:sldId id="262" r:id="rId10"/>
    <p:sldId id="263" r:id="rId11"/>
    <p:sldId id="265" r:id="rId12"/>
    <p:sldId id="266" r:id="rId13"/>
    <p:sldId id="272" r:id="rId14"/>
    <p:sldId id="271" r:id="rId15"/>
    <p:sldId id="274" r:id="rId16"/>
    <p:sldId id="275" r:id="rId17"/>
    <p:sldId id="273" r:id="rId18"/>
    <p:sldId id="277" r:id="rId19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406" y="-732"/>
      </p:cViewPr>
      <p:guideLst>
        <p:guide orient="horz" pos="48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0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5" Type="http://schemas.openxmlformats.org/officeDocument/2006/relationships/image" Target="../media/image860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0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image" Target="../media/image1.jpeg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0.png"/><Relationship Id="rId4" Type="http://schemas.openxmlformats.org/officeDocument/2006/relationships/image" Target="../media/image10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13" Type="http://schemas.openxmlformats.org/officeDocument/2006/relationships/image" Target="../media/image1140.png"/><Relationship Id="rId18" Type="http://schemas.openxmlformats.org/officeDocument/2006/relationships/image" Target="../media/image119.png"/><Relationship Id="rId3" Type="http://schemas.openxmlformats.org/officeDocument/2006/relationships/image" Target="../media/image1040.png"/><Relationship Id="rId21" Type="http://schemas.openxmlformats.org/officeDocument/2006/relationships/image" Target="../media/image122.png"/><Relationship Id="rId7" Type="http://schemas.openxmlformats.org/officeDocument/2006/relationships/image" Target="../media/image1080.png"/><Relationship Id="rId12" Type="http://schemas.openxmlformats.org/officeDocument/2006/relationships/image" Target="../media/image1130.png"/><Relationship Id="rId17" Type="http://schemas.openxmlformats.org/officeDocument/2006/relationships/image" Target="../media/image118.png"/><Relationship Id="rId2" Type="http://schemas.openxmlformats.org/officeDocument/2006/relationships/image" Target="../media/image1030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11" Type="http://schemas.openxmlformats.org/officeDocument/2006/relationships/image" Target="../media/image1120.png"/><Relationship Id="rId5" Type="http://schemas.openxmlformats.org/officeDocument/2006/relationships/image" Target="../media/image1060.png"/><Relationship Id="rId15" Type="http://schemas.openxmlformats.org/officeDocument/2006/relationships/image" Target="../media/image116.png"/><Relationship Id="rId10" Type="http://schemas.openxmlformats.org/officeDocument/2006/relationships/image" Target="../media/image1110.png"/><Relationship Id="rId19" Type="http://schemas.openxmlformats.org/officeDocument/2006/relationships/image" Target="../media/image120.png"/><Relationship Id="rId4" Type="http://schemas.openxmlformats.org/officeDocument/2006/relationships/image" Target="../media/image1050.png"/><Relationship Id="rId9" Type="http://schemas.openxmlformats.org/officeDocument/2006/relationships/image" Target="../media/image1100.png"/><Relationship Id="rId14" Type="http://schemas.openxmlformats.org/officeDocument/2006/relationships/image" Target="../media/image1150.png"/><Relationship Id="rId22" Type="http://schemas.openxmlformats.org/officeDocument/2006/relationships/image" Target="../media/image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0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0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11" Type="http://schemas.openxmlformats.org/officeDocument/2006/relationships/image" Target="../media/image116.png"/><Relationship Id="rId5" Type="http://schemas.openxmlformats.org/officeDocument/2006/relationships/image" Target="../media/image1100.png"/><Relationship Id="rId15" Type="http://schemas.openxmlformats.org/officeDocument/2006/relationships/image" Target="../media/image120.png"/><Relationship Id="rId10" Type="http://schemas.openxmlformats.org/officeDocument/2006/relationships/image" Target="../media/image1150.png"/><Relationship Id="rId4" Type="http://schemas.openxmlformats.org/officeDocument/2006/relationships/image" Target="../media/image1090.png"/><Relationship Id="rId9" Type="http://schemas.openxmlformats.org/officeDocument/2006/relationships/image" Target="../media/image1140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40.png"/><Relationship Id="rId7" Type="http://schemas.openxmlformats.org/officeDocument/2006/relationships/image" Target="../media/image143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1.png"/><Relationship Id="rId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13" Type="http://schemas.openxmlformats.org/officeDocument/2006/relationships/image" Target="../media/image159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12" Type="http://schemas.openxmlformats.org/officeDocument/2006/relationships/image" Target="../media/image158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7.png"/><Relationship Id="rId5" Type="http://schemas.openxmlformats.org/officeDocument/2006/relationships/image" Target="../media/image151.png"/><Relationship Id="rId10" Type="http://schemas.openxmlformats.org/officeDocument/2006/relationships/image" Target="../media/image156.png"/><Relationship Id="rId4" Type="http://schemas.openxmlformats.org/officeDocument/2006/relationships/image" Target="../media/image150.png"/><Relationship Id="rId9" Type="http://schemas.openxmlformats.org/officeDocument/2006/relationships/image" Target="../media/image1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4EFDE9D5-38FC-11B6-76AE-D71E50F81160}"/>
              </a:ext>
            </a:extLst>
          </p:cNvPr>
          <p:cNvCxnSpPr>
            <a:cxnSpLocks/>
          </p:cNvCxnSpPr>
          <p:nvPr/>
        </p:nvCxnSpPr>
        <p:spPr>
          <a:xfrm flipV="1">
            <a:off x="1620782" y="3158766"/>
            <a:ext cx="1" cy="936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93CF45E-32B7-EBF8-FB55-A1AEEF6F04AF}"/>
              </a:ext>
            </a:extLst>
          </p:cNvPr>
          <p:cNvCxnSpPr>
            <a:cxnSpLocks/>
          </p:cNvCxnSpPr>
          <p:nvPr/>
        </p:nvCxnSpPr>
        <p:spPr>
          <a:xfrm flipV="1">
            <a:off x="1609499" y="4059711"/>
            <a:ext cx="936000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/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FF3285-60C3-F854-B8A3-B31BA04CF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452390" y="3869146"/>
                <a:ext cx="45793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/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6F4A30C-AC8D-6143-940F-660D0F5E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70459" y="4335101"/>
                <a:ext cx="5769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/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F4273-A5A8-9A2D-E52C-E1B8F81B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30552" y="2850246"/>
                <a:ext cx="3736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9BAF2DB-0D1C-11CE-E724-9BA9E9C657CD}"/>
              </a:ext>
            </a:extLst>
          </p:cNvPr>
          <p:cNvCxnSpPr>
            <a:cxnSpLocks/>
          </p:cNvCxnSpPr>
          <p:nvPr/>
        </p:nvCxnSpPr>
        <p:spPr>
          <a:xfrm flipH="1">
            <a:off x="1152782" y="4068634"/>
            <a:ext cx="468000" cy="468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6C46393-3ADF-8289-FA86-A5F661E42475}"/>
              </a:ext>
            </a:extLst>
          </p:cNvPr>
          <p:cNvCxnSpPr>
            <a:cxnSpLocks/>
          </p:cNvCxnSpPr>
          <p:nvPr/>
        </p:nvCxnSpPr>
        <p:spPr>
          <a:xfrm flipV="1">
            <a:off x="1617358" y="2439455"/>
            <a:ext cx="607682" cy="165531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/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41E2C81-CBB0-8493-4BCE-7309AF99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38902" y="2166281"/>
                <a:ext cx="3736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Pfeil: nach rechts gekrümmt 14">
            <a:extLst>
              <a:ext uri="{FF2B5EF4-FFF2-40B4-BE49-F238E27FC236}">
                <a16:creationId xmlns:a16="http://schemas.microsoft.com/office/drawing/2014/main" id="{BDFEECDC-7D0C-03BE-BE0A-DFA3E4338F2D}"/>
              </a:ext>
            </a:extLst>
          </p:cNvPr>
          <p:cNvSpPr/>
          <p:nvPr/>
        </p:nvSpPr>
        <p:spPr>
          <a:xfrm rot="1195101">
            <a:off x="1838953" y="2886792"/>
            <a:ext cx="312420" cy="259076"/>
          </a:xfrm>
          <a:prstGeom prst="curvedRightArrow">
            <a:avLst>
              <a:gd name="adj1" fmla="val 25000"/>
              <a:gd name="adj2" fmla="val 50000"/>
              <a:gd name="adj3" fmla="val 4558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9EC41E8-FE87-8374-FD71-EC413989ED6D}"/>
              </a:ext>
            </a:extLst>
          </p:cNvPr>
          <p:cNvCxnSpPr>
            <a:cxnSpLocks/>
          </p:cNvCxnSpPr>
          <p:nvPr/>
        </p:nvCxnSpPr>
        <p:spPr>
          <a:xfrm flipH="1">
            <a:off x="2013317" y="2590800"/>
            <a:ext cx="151879" cy="42553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/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dirty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75E77B64-E026-1CB4-10D9-95CD50DA4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063331" y="2946923"/>
                <a:ext cx="3736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49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Würfel 38">
            <a:extLst>
              <a:ext uri="{FF2B5EF4-FFF2-40B4-BE49-F238E27FC236}">
                <a16:creationId xmlns:a16="http://schemas.microsoft.com/office/drawing/2014/main" id="{BD9B52AD-92B8-4D62-76CD-3151067241F7}"/>
              </a:ext>
            </a:extLst>
          </p:cNvPr>
          <p:cNvSpPr/>
          <p:nvPr/>
        </p:nvSpPr>
        <p:spPr>
          <a:xfrm>
            <a:off x="-856852" y="6096000"/>
            <a:ext cx="8050572" cy="2069349"/>
          </a:xfrm>
          <a:prstGeom prst="cube">
            <a:avLst>
              <a:gd name="adj" fmla="val 90293"/>
            </a:avLst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080698B6-1278-E38B-8471-459F56F10EB2}"/>
              </a:ext>
            </a:extLst>
          </p:cNvPr>
          <p:cNvGrpSpPr/>
          <p:nvPr/>
        </p:nvGrpSpPr>
        <p:grpSpPr>
          <a:xfrm>
            <a:off x="5828602" y="4746196"/>
            <a:ext cx="1380782" cy="2090501"/>
            <a:chOff x="1530916" y="260550"/>
            <a:chExt cx="1380782" cy="2090501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37AB262-A87F-B5FF-5001-C9C2D6637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4BBAECBD-D59B-6A50-5B46-C8476233EA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1A1A02BB-3DF1-4174-F4B7-1640A0126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66667"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/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CF092C17-6F67-2632-896E-89772ADAD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30916" y="1981719"/>
                  <a:ext cx="576916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/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world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A5A827A-18A3-820A-9586-868B7698C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548637" y="1210599"/>
                  <a:ext cx="37361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0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98422F0-0586-FF29-D09D-0BE799245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8C5E11E-B32D-B531-49A3-A891C5693FB3}"/>
              </a:ext>
            </a:extLst>
          </p:cNvPr>
          <p:cNvGrpSpPr/>
          <p:nvPr/>
        </p:nvGrpSpPr>
        <p:grpSpPr>
          <a:xfrm>
            <a:off x="812144" y="4204776"/>
            <a:ext cx="950230" cy="2250794"/>
            <a:chOff x="4129150" y="4560649"/>
            <a:chExt cx="950230" cy="2250794"/>
          </a:xfrm>
        </p:grpSpPr>
        <p:sp>
          <p:nvSpPr>
            <p:cNvPr id="40" name="Würfel 39">
              <a:extLst>
                <a:ext uri="{FF2B5EF4-FFF2-40B4-BE49-F238E27FC236}">
                  <a16:creationId xmlns:a16="http://schemas.microsoft.com/office/drawing/2014/main" id="{5FCD74A6-437C-9C49-72CD-EA64D192AF14}"/>
                </a:ext>
              </a:extLst>
            </p:cNvPr>
            <p:cNvSpPr/>
            <p:nvPr/>
          </p:nvSpPr>
          <p:spPr>
            <a:xfrm>
              <a:off x="4129150" y="6477098"/>
              <a:ext cx="950230" cy="334345"/>
            </a:xfrm>
            <a:prstGeom prst="cube">
              <a:avLst>
                <a:gd name="adj" fmla="val 55294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Zylinder 40">
              <a:extLst>
                <a:ext uri="{FF2B5EF4-FFF2-40B4-BE49-F238E27FC236}">
                  <a16:creationId xmlns:a16="http://schemas.microsoft.com/office/drawing/2014/main" id="{CF876117-3D02-141D-4EF4-F6F75599C4D6}"/>
                </a:ext>
              </a:extLst>
            </p:cNvPr>
            <p:cNvSpPr/>
            <p:nvPr/>
          </p:nvSpPr>
          <p:spPr>
            <a:xfrm>
              <a:off x="4526162" y="5053013"/>
              <a:ext cx="179605" cy="1507284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Würfel 42">
              <a:extLst>
                <a:ext uri="{FF2B5EF4-FFF2-40B4-BE49-F238E27FC236}">
                  <a16:creationId xmlns:a16="http://schemas.microsoft.com/office/drawing/2014/main" id="{E0103DF0-E8E3-26E9-059D-0B23AD6F5E82}"/>
                </a:ext>
              </a:extLst>
            </p:cNvPr>
            <p:cNvSpPr/>
            <p:nvPr/>
          </p:nvSpPr>
          <p:spPr>
            <a:xfrm rot="1468719">
              <a:off x="4438914" y="4560649"/>
              <a:ext cx="588158" cy="679017"/>
            </a:xfrm>
            <a:prstGeom prst="cube">
              <a:avLst>
                <a:gd name="adj" fmla="val 44813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Zylinder 41">
              <a:extLst>
                <a:ext uri="{FF2B5EF4-FFF2-40B4-BE49-F238E27FC236}">
                  <a16:creationId xmlns:a16="http://schemas.microsoft.com/office/drawing/2014/main" id="{57F11CBA-FE82-7B60-00E7-8AFCA31B3410}"/>
                </a:ext>
              </a:extLst>
            </p:cNvPr>
            <p:cNvSpPr/>
            <p:nvPr/>
          </p:nvSpPr>
          <p:spPr>
            <a:xfrm rot="7085268">
              <a:off x="4803488" y="4887550"/>
              <a:ext cx="240105" cy="217829"/>
            </a:xfrm>
            <a:prstGeom prst="can">
              <a:avLst>
                <a:gd name="adj" fmla="val 5000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207877C-1968-2A89-7457-91C482762306}"/>
              </a:ext>
            </a:extLst>
          </p:cNvPr>
          <p:cNvGrpSpPr/>
          <p:nvPr/>
        </p:nvGrpSpPr>
        <p:grpSpPr>
          <a:xfrm rot="1409809">
            <a:off x="310544" y="4185433"/>
            <a:ext cx="1953429" cy="1332800"/>
            <a:chOff x="1055857" y="1222185"/>
            <a:chExt cx="2551587" cy="1740916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67081E3E-DC50-A076-2EA2-716BA0586F4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FCC9082-0BFD-FF05-E358-89061498A6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76029E62-CBE8-7230-1F32-2846BBB03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2695872" y="2232555"/>
                  <a:ext cx="457939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41379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F9901452-4E40-0309-9725-E250487F86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1055857" y="2593769"/>
                  <a:ext cx="576916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98611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/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CD9A5217-098D-7AC5-6E60-53E3BEED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190191" flipH="1">
                  <a:off x="3180133" y="1222185"/>
                  <a:ext cx="373613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00000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E5BF3B85-09AA-6994-3CB3-94000D310EA2}"/>
                </a:ext>
              </a:extLst>
            </p:cNvPr>
            <p:cNvCxnSpPr>
              <a:cxnSpLocks/>
            </p:cNvCxnSpPr>
            <p:nvPr/>
          </p:nvCxnSpPr>
          <p:spPr>
            <a:xfrm rot="20190191" flipH="1">
              <a:off x="1946969" y="1820848"/>
              <a:ext cx="836086" cy="32939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Ellipse 89">
            <a:extLst>
              <a:ext uri="{FF2B5EF4-FFF2-40B4-BE49-F238E27FC236}">
                <a16:creationId xmlns:a16="http://schemas.microsoft.com/office/drawing/2014/main" id="{293B1FE0-4800-27FB-6690-78660AD7A373}"/>
              </a:ext>
            </a:extLst>
          </p:cNvPr>
          <p:cNvSpPr/>
          <p:nvPr/>
        </p:nvSpPr>
        <p:spPr>
          <a:xfrm>
            <a:off x="4122330" y="6368145"/>
            <a:ext cx="1081257" cy="248312"/>
          </a:xfrm>
          <a:prstGeom prst="ellipse">
            <a:avLst/>
          </a:prstGeom>
          <a:blipFill>
            <a:blip r:embed="rId9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/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WC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CF50C63-BF1A-8801-C149-772E5747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0957" y="4413717"/>
                <a:ext cx="91145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reihandform: Form 107">
            <a:extLst>
              <a:ext uri="{FF2B5EF4-FFF2-40B4-BE49-F238E27FC236}">
                <a16:creationId xmlns:a16="http://schemas.microsoft.com/office/drawing/2014/main" id="{48342C6C-17E4-C1EF-98A4-FD5483B4333D}"/>
              </a:ext>
            </a:extLst>
          </p:cNvPr>
          <p:cNvSpPr/>
          <p:nvPr/>
        </p:nvSpPr>
        <p:spPr>
          <a:xfrm>
            <a:off x="4688114" y="4919193"/>
            <a:ext cx="2249715" cy="1525150"/>
          </a:xfrm>
          <a:custGeom>
            <a:avLst/>
            <a:gdLst>
              <a:gd name="connsiteX0" fmla="*/ 0 w 2249715"/>
              <a:gd name="connsiteY0" fmla="*/ 1525150 h 1525150"/>
              <a:gd name="connsiteX1" fmla="*/ 522515 w 2249715"/>
              <a:gd name="connsiteY1" fmla="*/ 204350 h 1525150"/>
              <a:gd name="connsiteX2" fmla="*/ 1625600 w 2249715"/>
              <a:gd name="connsiteY2" fmla="*/ 102750 h 1525150"/>
              <a:gd name="connsiteX3" fmla="*/ 2249715 w 2249715"/>
              <a:gd name="connsiteY3" fmla="*/ 1176807 h 1525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9715" h="1525150">
                <a:moveTo>
                  <a:pt x="0" y="1525150"/>
                </a:moveTo>
                <a:cubicBezTo>
                  <a:pt x="125791" y="983283"/>
                  <a:pt x="251582" y="441417"/>
                  <a:pt x="522515" y="204350"/>
                </a:cubicBezTo>
                <a:cubicBezTo>
                  <a:pt x="793448" y="-32717"/>
                  <a:pt x="1337733" y="-59326"/>
                  <a:pt x="1625600" y="102750"/>
                </a:cubicBezTo>
                <a:cubicBezTo>
                  <a:pt x="1913467" y="264826"/>
                  <a:pt x="2148115" y="1005055"/>
                  <a:pt x="2249715" y="1176807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8F11A437-A9F8-B2BF-4F80-19FE272D6DD5}"/>
              </a:ext>
            </a:extLst>
          </p:cNvPr>
          <p:cNvGrpSpPr/>
          <p:nvPr/>
        </p:nvGrpSpPr>
        <p:grpSpPr>
          <a:xfrm>
            <a:off x="4296127" y="5566567"/>
            <a:ext cx="984582" cy="1443659"/>
            <a:chOff x="2135348" y="339328"/>
            <a:chExt cx="1472096" cy="2158485"/>
          </a:xfrm>
        </p:grpSpPr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DB6D3B7C-E580-ACB4-3618-20AC624B73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D76A5446-FB75-B19A-EA80-38E37FF376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/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6" name="Textfeld 95">
                  <a:extLst>
                    <a:ext uri="{FF2B5EF4-FFF2-40B4-BE49-F238E27FC236}">
                      <a16:creationId xmlns:a16="http://schemas.microsoft.com/office/drawing/2014/main" id="{FAEB4799-1F02-7FC6-DFA6-5412CF38A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43199" y="1097406"/>
                  <a:ext cx="457938" cy="552206"/>
                </a:xfrm>
                <a:prstGeom prst="rect">
                  <a:avLst/>
                </a:prstGeom>
                <a:blipFill>
                  <a:blip r:embed="rId11"/>
                  <a:stretch>
                    <a:fillRect r="-2725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/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B552BE74-8F1A-5D19-C498-20CDFF8E2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135348" y="1945607"/>
                  <a:ext cx="576916" cy="552206"/>
                </a:xfrm>
                <a:prstGeom prst="rect">
                  <a:avLst/>
                </a:prstGeom>
                <a:blipFill>
                  <a:blip r:embed="rId12"/>
                  <a:stretch>
                    <a:fillRect r="-2063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C23017F8-22A6-B2E4-D3A8-31FA00321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/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calibration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21F08388-B57D-FA70-3083-055D813AE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5774" y="339328"/>
                  <a:ext cx="373614" cy="552206"/>
                </a:xfrm>
                <a:prstGeom prst="rect">
                  <a:avLst/>
                </a:prstGeom>
                <a:blipFill>
                  <a:blip r:embed="rId13"/>
                  <a:stretch>
                    <a:fillRect r="-3682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0" name="Freihandform: Form 109">
            <a:extLst>
              <a:ext uri="{FF2B5EF4-FFF2-40B4-BE49-F238E27FC236}">
                <a16:creationId xmlns:a16="http://schemas.microsoft.com/office/drawing/2014/main" id="{42AF1E5C-B9A0-D1D3-B8B2-C710FB121000}"/>
              </a:ext>
            </a:extLst>
          </p:cNvPr>
          <p:cNvSpPr/>
          <p:nvPr/>
        </p:nvSpPr>
        <p:spPr>
          <a:xfrm>
            <a:off x="1669143" y="4334933"/>
            <a:ext cx="2974258" cy="2137651"/>
          </a:xfrm>
          <a:custGeom>
            <a:avLst/>
            <a:gdLst>
              <a:gd name="connsiteX0" fmla="*/ 0 w 2960914"/>
              <a:gd name="connsiteY0" fmla="*/ 309638 h 2051353"/>
              <a:gd name="connsiteX1" fmla="*/ 1901371 w 2960914"/>
              <a:gd name="connsiteY1" fmla="*/ 135467 h 2051353"/>
              <a:gd name="connsiteX2" fmla="*/ 2960914 w 2960914"/>
              <a:gd name="connsiteY2" fmla="*/ 2051353 h 205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0914" h="2051353">
                <a:moveTo>
                  <a:pt x="0" y="309638"/>
                </a:moveTo>
                <a:cubicBezTo>
                  <a:pt x="703942" y="77409"/>
                  <a:pt x="1407885" y="-154819"/>
                  <a:pt x="1901371" y="135467"/>
                </a:cubicBezTo>
                <a:cubicBezTo>
                  <a:pt x="2394857" y="425753"/>
                  <a:pt x="2779485" y="1756229"/>
                  <a:pt x="2960914" y="205135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/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CamC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7166A9F8-19D1-E5C5-DA30-34E5F1F0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762" y="4006394"/>
                <a:ext cx="91145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98A99C69-1CE3-C5E5-E485-F59FA5F4D7B6}"/>
              </a:ext>
            </a:extLst>
          </p:cNvPr>
          <p:cNvSpPr/>
          <p:nvPr/>
        </p:nvSpPr>
        <p:spPr>
          <a:xfrm>
            <a:off x="1669143" y="4688114"/>
            <a:ext cx="1132114" cy="2133600"/>
          </a:xfrm>
          <a:custGeom>
            <a:avLst/>
            <a:gdLst>
              <a:gd name="connsiteX0" fmla="*/ 0 w 1132114"/>
              <a:gd name="connsiteY0" fmla="*/ 0 h 2133600"/>
              <a:gd name="connsiteX1" fmla="*/ 827314 w 1132114"/>
              <a:gd name="connsiteY1" fmla="*/ 885372 h 2133600"/>
              <a:gd name="connsiteX2" fmla="*/ 1132114 w 1132114"/>
              <a:gd name="connsiteY2" fmla="*/ 213360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2114" h="2133600">
                <a:moveTo>
                  <a:pt x="0" y="0"/>
                </a:moveTo>
                <a:cubicBezTo>
                  <a:pt x="319314" y="264886"/>
                  <a:pt x="638628" y="529772"/>
                  <a:pt x="827314" y="885372"/>
                </a:cubicBezTo>
                <a:cubicBezTo>
                  <a:pt x="1016000" y="1240972"/>
                  <a:pt x="1132114" y="2133600"/>
                  <a:pt x="1132114" y="213360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A492CC31-24BC-6DDB-3790-C481E46FDCE4}"/>
              </a:ext>
            </a:extLst>
          </p:cNvPr>
          <p:cNvGrpSpPr/>
          <p:nvPr/>
        </p:nvGrpSpPr>
        <p:grpSpPr>
          <a:xfrm>
            <a:off x="1759146" y="5998871"/>
            <a:ext cx="2308821" cy="1584081"/>
            <a:chOff x="2053924" y="6515809"/>
            <a:chExt cx="2308821" cy="1584081"/>
          </a:xfrm>
        </p:grpSpPr>
        <p:sp>
          <p:nvSpPr>
            <p:cNvPr id="49" name="Zylinder 48">
              <a:extLst>
                <a:ext uri="{FF2B5EF4-FFF2-40B4-BE49-F238E27FC236}">
                  <a16:creationId xmlns:a16="http://schemas.microsoft.com/office/drawing/2014/main" id="{EDA2F0D4-F68B-596E-4CD5-7F91737D436B}"/>
                </a:ext>
              </a:extLst>
            </p:cNvPr>
            <p:cNvSpPr/>
            <p:nvPr/>
          </p:nvSpPr>
          <p:spPr>
            <a:xfrm>
              <a:off x="2852210" y="7362166"/>
              <a:ext cx="456790" cy="73772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4316640-6A54-84FD-9759-D75138FC2CEE}"/>
                </a:ext>
              </a:extLst>
            </p:cNvPr>
            <p:cNvGrpSpPr/>
            <p:nvPr/>
          </p:nvGrpSpPr>
          <p:grpSpPr>
            <a:xfrm rot="5400000">
              <a:off x="3345604" y="7082750"/>
              <a:ext cx="715505" cy="1318776"/>
              <a:chOff x="5104728" y="-124550"/>
              <a:chExt cx="1488260" cy="1591425"/>
            </a:xfrm>
          </p:grpSpPr>
          <p:cxnSp>
            <p:nvCxnSpPr>
              <p:cNvPr id="69" name="Gerade Verbindung mit Pfeil 68">
                <a:extLst>
                  <a:ext uri="{FF2B5EF4-FFF2-40B4-BE49-F238E27FC236}">
                    <a16:creationId xmlns:a16="http://schemas.microsoft.com/office/drawing/2014/main" id="{3765B2ED-404C-A986-0C48-28B7998678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r Verbinder 66">
                <a:extLst>
                  <a:ext uri="{FF2B5EF4-FFF2-40B4-BE49-F238E27FC236}">
                    <a16:creationId xmlns:a16="http://schemas.microsoft.com/office/drawing/2014/main" id="{A920DE19-10B2-4F03-27AA-CB11FA0DC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8138" y="692731"/>
                <a:ext cx="0" cy="77414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r Verbinder 67">
                <a:extLst>
                  <a:ext uri="{FF2B5EF4-FFF2-40B4-BE49-F238E27FC236}">
                    <a16:creationId xmlns:a16="http://schemas.microsoft.com/office/drawing/2014/main" id="{1A598678-EABD-DC58-EE35-8C7E741BE5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92775" y="673617"/>
                <a:ext cx="213" cy="793258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6FF9230A-B53D-FF76-F7A4-4E7367F6CBC1}"/>
                  </a:ext>
                </a:extLst>
              </p:cNvPr>
              <p:cNvSpPr txBox="1"/>
              <p:nvPr/>
            </p:nvSpPr>
            <p:spPr>
              <a:xfrm rot="16200000">
                <a:off x="5454821" y="-42344"/>
                <a:ext cx="960911" cy="796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8 cm</a:t>
                </a:r>
              </a:p>
            </p:txBody>
          </p:sp>
        </p:grp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127A3C7-0912-73B0-A1DD-8882CD30E5FB}"/>
                </a:ext>
              </a:extLst>
            </p:cNvPr>
            <p:cNvSpPr/>
            <p:nvPr/>
          </p:nvSpPr>
          <p:spPr>
            <a:xfrm>
              <a:off x="2849619" y="7351410"/>
              <a:ext cx="456790" cy="156873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7E47A995-9CBE-A943-151A-8FB81A7C7087}"/>
                </a:ext>
              </a:extLst>
            </p:cNvPr>
            <p:cNvGrpSpPr/>
            <p:nvPr/>
          </p:nvGrpSpPr>
          <p:grpSpPr>
            <a:xfrm>
              <a:off x="2053924" y="6515809"/>
              <a:ext cx="1646451" cy="1321195"/>
              <a:chOff x="1145755" y="339328"/>
              <a:chExt cx="2461690" cy="1975383"/>
            </a:xfrm>
          </p:grpSpPr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7AB5520C-2DC9-A1BD-2A2C-BB6F1099CE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 Verbindung mit Pfeil 31">
                <a:extLst>
                  <a:ext uri="{FF2B5EF4-FFF2-40B4-BE49-F238E27FC236}">
                    <a16:creationId xmlns:a16="http://schemas.microsoft.com/office/drawing/2014/main" id="{76881249-E6FA-ADB1-DCE2-00A2FD425B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1118FC3-4BDC-D6B8-411D-F071A2A97C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043199" y="1097406"/>
                    <a:ext cx="457939" cy="39504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58000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BCDE5354-5E2B-877B-5B58-5414F175AC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5755" y="1919666"/>
                    <a:ext cx="576917" cy="39504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r="-111111" b="-61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object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63A64116-A67F-AEA4-953A-E41B1A0EC5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605774" y="339328"/>
                    <a:ext cx="373614" cy="39504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r="-219512" b="-651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B6DAD6C-9934-2218-1BB1-36811296C1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/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CamO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D7F396BF-0A47-4E54-C8C3-A2782BFE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304" y="5390267"/>
                <a:ext cx="91145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1477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 xmlns="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 xmlns="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hteck 169">
            <a:extLst>
              <a:ext uri="{FF2B5EF4-FFF2-40B4-BE49-F238E27FC236}">
                <a16:creationId xmlns:a16="http://schemas.microsoft.com/office/drawing/2014/main" id="{E93A02FC-8496-B670-CD2C-9446E657C91B}"/>
              </a:ext>
            </a:extLst>
          </p:cNvPr>
          <p:cNvSpPr/>
          <p:nvPr/>
        </p:nvSpPr>
        <p:spPr>
          <a:xfrm rot="19447489" flipH="1">
            <a:off x="4718856" y="2641458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329A123D-CEDF-B2AF-00F2-F5D645189394}"/>
              </a:ext>
            </a:extLst>
          </p:cNvPr>
          <p:cNvSpPr/>
          <p:nvPr/>
        </p:nvSpPr>
        <p:spPr>
          <a:xfrm rot="2152511">
            <a:off x="5611142" y="2620496"/>
            <a:ext cx="118635" cy="131462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76675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Kreis: nicht ausgefüllt 94">
            <a:extLst>
              <a:ext uri="{FF2B5EF4-FFF2-40B4-BE49-F238E27FC236}">
                <a16:creationId xmlns:a16="http://schemas.microsoft.com/office/drawing/2014/main" id="{8A3213FE-F572-FC9B-2A9F-C812B562EDF4}"/>
              </a:ext>
            </a:extLst>
          </p:cNvPr>
          <p:cNvSpPr/>
          <p:nvPr/>
        </p:nvSpPr>
        <p:spPr>
          <a:xfrm>
            <a:off x="915717" y="6268508"/>
            <a:ext cx="1910965" cy="212491"/>
          </a:xfrm>
          <a:prstGeom prst="donut">
            <a:avLst>
              <a:gd name="adj" fmla="val 2864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D6E21601-A57A-5494-1059-146A5FE5945B}"/>
              </a:ext>
            </a:extLst>
          </p:cNvPr>
          <p:cNvGrpSpPr/>
          <p:nvPr/>
        </p:nvGrpSpPr>
        <p:grpSpPr>
          <a:xfrm>
            <a:off x="3772464" y="2418777"/>
            <a:ext cx="2910830" cy="2910830"/>
            <a:chOff x="-60233" y="5230706"/>
            <a:chExt cx="6848475" cy="6848475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01F29C1-375C-4015-BA1D-7EEC6D675147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0744A26-5744-3005-474B-00FAE3361F04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198418F4-5B26-02F1-DEE3-15DEBF96AE03}"/>
                </a:ext>
              </a:extLst>
            </p:cNvPr>
            <p:cNvSpPr/>
            <p:nvPr/>
          </p:nvSpPr>
          <p:spPr>
            <a:xfrm>
              <a:off x="3192555" y="6968022"/>
              <a:ext cx="315525" cy="149025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E35EE5F-7A2A-8F4C-11B3-07E2C3C6D2A5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Kreis: nicht ausgefüllt 45">
              <a:extLst>
                <a:ext uri="{FF2B5EF4-FFF2-40B4-BE49-F238E27FC236}">
                  <a16:creationId xmlns:a16="http://schemas.microsoft.com/office/drawing/2014/main" id="{11F859BE-CD7F-6664-24EE-1C83A1D2D9EB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76B9A34F-0F42-7154-02DC-2F6575184DD2}"/>
                </a:ext>
              </a:extLst>
            </p:cNvPr>
            <p:cNvSpPr/>
            <p:nvPr/>
          </p:nvSpPr>
          <p:spPr>
            <a:xfrm rot="4277537">
              <a:off x="4310046" y="5379165"/>
              <a:ext cx="315526" cy="191967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CDE698BE-B654-4320-4363-B4769F4B89DB}"/>
                </a:ext>
              </a:extLst>
            </p:cNvPr>
            <p:cNvSpPr/>
            <p:nvPr/>
          </p:nvSpPr>
          <p:spPr>
            <a:xfrm rot="17322463" flipH="1">
              <a:off x="2085834" y="5359832"/>
              <a:ext cx="315526" cy="1919678"/>
            </a:xfrm>
            <a:prstGeom prst="rect">
              <a:avLst/>
            </a:prstGeom>
            <a:pattFill prst="wd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5EE551C2-E488-5708-320A-670649F44A67}"/>
                </a:ext>
              </a:extLst>
            </p:cNvPr>
            <p:cNvSpPr/>
            <p:nvPr/>
          </p:nvSpPr>
          <p:spPr>
            <a:xfrm>
              <a:off x="3045517" y="6432288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1" name="Kreis: nicht ausgefüllt 60">
            <a:extLst>
              <a:ext uri="{FF2B5EF4-FFF2-40B4-BE49-F238E27FC236}">
                <a16:creationId xmlns:a16="http://schemas.microsoft.com/office/drawing/2014/main" id="{96BB3E9C-276C-7AF3-4803-2B51E4E457B7}"/>
              </a:ext>
            </a:extLst>
          </p:cNvPr>
          <p:cNvSpPr/>
          <p:nvPr/>
        </p:nvSpPr>
        <p:spPr>
          <a:xfrm>
            <a:off x="4280045" y="2099275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72B6C-EDEB-1C14-7378-602E53215FBF}"/>
              </a:ext>
            </a:extLst>
          </p:cNvPr>
          <p:cNvSpPr/>
          <p:nvPr/>
        </p:nvSpPr>
        <p:spPr>
          <a:xfrm>
            <a:off x="1501443" y="4114842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1C3B4BA-FF39-814E-24DA-F7DDBE7C31FC}"/>
              </a:ext>
            </a:extLst>
          </p:cNvPr>
          <p:cNvSpPr/>
          <p:nvPr/>
        </p:nvSpPr>
        <p:spPr>
          <a:xfrm>
            <a:off x="1659332" y="3880965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E24FF80-B0BE-24B5-C232-D7C5FDCBD500}"/>
              </a:ext>
            </a:extLst>
          </p:cNvPr>
          <p:cNvSpPr/>
          <p:nvPr/>
        </p:nvSpPr>
        <p:spPr>
          <a:xfrm>
            <a:off x="1659332" y="3080995"/>
            <a:ext cx="134109" cy="6334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FD7654D-6B40-7CC3-A63B-F25BB4C2F518}"/>
              </a:ext>
            </a:extLst>
          </p:cNvPr>
          <p:cNvSpPr/>
          <p:nvPr/>
        </p:nvSpPr>
        <p:spPr>
          <a:xfrm>
            <a:off x="1602654" y="3667867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Kreis: nicht ausgefüllt 8">
            <a:extLst>
              <a:ext uri="{FF2B5EF4-FFF2-40B4-BE49-F238E27FC236}">
                <a16:creationId xmlns:a16="http://schemas.microsoft.com/office/drawing/2014/main" id="{D1A98818-CB39-00A8-4D73-B96EFB60A61F}"/>
              </a:ext>
            </a:extLst>
          </p:cNvPr>
          <p:cNvSpPr/>
          <p:nvPr/>
        </p:nvSpPr>
        <p:spPr>
          <a:xfrm>
            <a:off x="276789" y="2342578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59DCF6-BB57-4104-3FF7-2DBF8ED28245}"/>
              </a:ext>
            </a:extLst>
          </p:cNvPr>
          <p:cNvSpPr/>
          <p:nvPr/>
        </p:nvSpPr>
        <p:spPr>
          <a:xfrm>
            <a:off x="1659332" y="2078543"/>
            <a:ext cx="134109" cy="8159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BE67E0C-DCF5-B9C7-907A-58EDF042FC0C}"/>
              </a:ext>
            </a:extLst>
          </p:cNvPr>
          <p:cNvSpPr/>
          <p:nvPr/>
        </p:nvSpPr>
        <p:spPr>
          <a:xfrm>
            <a:off x="1596836" y="285329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02E4AB8-0A78-FBF5-8706-0776D18F3DB8}"/>
              </a:ext>
            </a:extLst>
          </p:cNvPr>
          <p:cNvGrpSpPr/>
          <p:nvPr/>
        </p:nvGrpSpPr>
        <p:grpSpPr>
          <a:xfrm rot="900000">
            <a:off x="1697037" y="3790621"/>
            <a:ext cx="1440188" cy="379146"/>
            <a:chOff x="1721420" y="3596663"/>
            <a:chExt cx="1442192" cy="379146"/>
          </a:xfrm>
        </p:grpSpPr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A912CEC5-1423-7465-16D6-0FF3A59628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A4E3043-A0FA-2137-2C5D-05499BB5B198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A88E6AAF-D8F2-549A-894D-22A2B78B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feld 20">
            <a:extLst>
              <a:ext uri="{FF2B5EF4-FFF2-40B4-BE49-F238E27FC236}">
                <a16:creationId xmlns:a16="http://schemas.microsoft.com/office/drawing/2014/main" id="{E454CE33-3B82-0498-7513-D1C9DE37DB32}"/>
              </a:ext>
            </a:extLst>
          </p:cNvPr>
          <p:cNvSpPr txBox="1"/>
          <p:nvPr/>
        </p:nvSpPr>
        <p:spPr>
          <a:xfrm>
            <a:off x="2376937" y="3714404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0" name="Kreis: nicht ausgefüllt 49">
            <a:extLst>
              <a:ext uri="{FF2B5EF4-FFF2-40B4-BE49-F238E27FC236}">
                <a16:creationId xmlns:a16="http://schemas.microsoft.com/office/drawing/2014/main" id="{96805F6D-2615-0E9A-1E5D-EC539635625F}"/>
              </a:ext>
            </a:extLst>
          </p:cNvPr>
          <p:cNvSpPr/>
          <p:nvPr/>
        </p:nvSpPr>
        <p:spPr>
          <a:xfrm>
            <a:off x="778343" y="2023076"/>
            <a:ext cx="1874097" cy="1874097"/>
          </a:xfrm>
          <a:prstGeom prst="donut">
            <a:avLst>
              <a:gd name="adj" fmla="val 2692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C811964F-8D3D-300C-407B-31667CA0EDD8}"/>
              </a:ext>
            </a:extLst>
          </p:cNvPr>
          <p:cNvGrpSpPr/>
          <p:nvPr/>
        </p:nvGrpSpPr>
        <p:grpSpPr>
          <a:xfrm rot="900000">
            <a:off x="1706538" y="2922671"/>
            <a:ext cx="882543" cy="379146"/>
            <a:chOff x="1721420" y="3596663"/>
            <a:chExt cx="1442192" cy="379146"/>
          </a:xfrm>
        </p:grpSpPr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57B1E8EC-F7F4-A2CF-BA0E-9D4F11E1A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1420" y="3797168"/>
              <a:ext cx="14421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8B95C89A-4526-CCC4-B4E1-58C8A7DEDA12}"/>
                </a:ext>
              </a:extLst>
            </p:cNvPr>
            <p:cNvCxnSpPr>
              <a:cxnSpLocks/>
            </p:cNvCxnSpPr>
            <p:nvPr/>
          </p:nvCxnSpPr>
          <p:spPr>
            <a:xfrm>
              <a:off x="3157583" y="3648866"/>
              <a:ext cx="0" cy="326943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4B482D74-D3B4-F750-0BE5-1DDEFA61FF11}"/>
                </a:ext>
              </a:extLst>
            </p:cNvPr>
            <p:cNvCxnSpPr>
              <a:cxnSpLocks/>
            </p:cNvCxnSpPr>
            <p:nvPr/>
          </p:nvCxnSpPr>
          <p:spPr>
            <a:xfrm>
              <a:off x="1721420" y="3596663"/>
              <a:ext cx="0" cy="37914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/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56051F9C-EEBF-D64A-0C30-C7774D23A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482" y="2822031"/>
                <a:ext cx="38844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feld 65">
            <a:extLst>
              <a:ext uri="{FF2B5EF4-FFF2-40B4-BE49-F238E27FC236}">
                <a16:creationId xmlns:a16="http://schemas.microsoft.com/office/drawing/2014/main" id="{42CF5C15-3330-F50C-6765-970FF031C13B}"/>
              </a:ext>
            </a:extLst>
          </p:cNvPr>
          <p:cNvSpPr txBox="1"/>
          <p:nvPr/>
        </p:nvSpPr>
        <p:spPr>
          <a:xfrm>
            <a:off x="5368655" y="3026788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/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4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B80FD796-E54B-90DA-E790-8936F4C3B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2" y="2472265"/>
                <a:ext cx="410280" cy="400110"/>
              </a:xfrm>
              <a:prstGeom prst="rect">
                <a:avLst/>
              </a:prstGeom>
              <a:blipFill>
                <a:blip r:embed="rId3"/>
                <a:stretch>
                  <a:fillRect r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Pfeil: gebogen 67">
            <a:extLst>
              <a:ext uri="{FF2B5EF4-FFF2-40B4-BE49-F238E27FC236}">
                <a16:creationId xmlns:a16="http://schemas.microsoft.com/office/drawing/2014/main" id="{96EE1D96-5DCF-0604-C3D8-0D291722FEAC}"/>
              </a:ext>
            </a:extLst>
          </p:cNvPr>
          <p:cNvSpPr/>
          <p:nvPr/>
        </p:nvSpPr>
        <p:spPr>
          <a:xfrm rot="20304312" flipH="1">
            <a:off x="4962843" y="2805699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/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4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441E206E-7A07-DA3C-BCD3-B381D5E5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54" y="2464476"/>
                <a:ext cx="41028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F0D74BC9-7543-3D50-143A-09D5F1D186A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flipH="1">
            <a:off x="5222061" y="2418777"/>
            <a:ext cx="5818" cy="51071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Halbbogen 74">
            <a:extLst>
              <a:ext uri="{FF2B5EF4-FFF2-40B4-BE49-F238E27FC236}">
                <a16:creationId xmlns:a16="http://schemas.microsoft.com/office/drawing/2014/main" id="{A87049D7-3010-EEC8-401E-967D1885C80E}"/>
              </a:ext>
            </a:extLst>
          </p:cNvPr>
          <p:cNvSpPr/>
          <p:nvPr/>
        </p:nvSpPr>
        <p:spPr>
          <a:xfrm rot="11163210" flipH="1" flipV="1">
            <a:off x="482046" y="5795124"/>
            <a:ext cx="2194312" cy="3139979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Kreis: nicht ausgefüllt 75">
            <a:extLst>
              <a:ext uri="{FF2B5EF4-FFF2-40B4-BE49-F238E27FC236}">
                <a16:creationId xmlns:a16="http://schemas.microsoft.com/office/drawing/2014/main" id="{99BCE46F-AB3C-7300-8813-2B6E91A3130B}"/>
              </a:ext>
            </a:extLst>
          </p:cNvPr>
          <p:cNvSpPr/>
          <p:nvPr/>
        </p:nvSpPr>
        <p:spPr>
          <a:xfrm>
            <a:off x="599066" y="5844264"/>
            <a:ext cx="2588553" cy="258855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Stern: 6 Zacken 76">
            <a:extLst>
              <a:ext uri="{FF2B5EF4-FFF2-40B4-BE49-F238E27FC236}">
                <a16:creationId xmlns:a16="http://schemas.microsoft.com/office/drawing/2014/main" id="{7418235B-9F6C-0AC4-F35E-CFA68279AF4D}"/>
              </a:ext>
            </a:extLst>
          </p:cNvPr>
          <p:cNvSpPr/>
          <p:nvPr/>
        </p:nvSpPr>
        <p:spPr>
          <a:xfrm rot="227872">
            <a:off x="2316735" y="619396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Zylinder 77">
            <a:extLst>
              <a:ext uri="{FF2B5EF4-FFF2-40B4-BE49-F238E27FC236}">
                <a16:creationId xmlns:a16="http://schemas.microsoft.com/office/drawing/2014/main" id="{5FB8FCA4-A55A-3AFD-A043-9404B1870C46}"/>
              </a:ext>
            </a:extLst>
          </p:cNvPr>
          <p:cNvSpPr/>
          <p:nvPr/>
        </p:nvSpPr>
        <p:spPr>
          <a:xfrm>
            <a:off x="1528736" y="7557413"/>
            <a:ext cx="729213" cy="4839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9" name="Zylinder 78">
            <a:extLst>
              <a:ext uri="{FF2B5EF4-FFF2-40B4-BE49-F238E27FC236}">
                <a16:creationId xmlns:a16="http://schemas.microsoft.com/office/drawing/2014/main" id="{3B4896B6-525A-FECE-5295-74E15069D462}"/>
              </a:ext>
            </a:extLst>
          </p:cNvPr>
          <p:cNvSpPr/>
          <p:nvPr/>
        </p:nvSpPr>
        <p:spPr>
          <a:xfrm>
            <a:off x="1800204" y="713854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0" name="Zylinder 79">
            <a:extLst>
              <a:ext uri="{FF2B5EF4-FFF2-40B4-BE49-F238E27FC236}">
                <a16:creationId xmlns:a16="http://schemas.microsoft.com/office/drawing/2014/main" id="{6583EF63-3D12-1107-3496-7BBB38502BA9}"/>
              </a:ext>
            </a:extLst>
          </p:cNvPr>
          <p:cNvSpPr/>
          <p:nvPr/>
        </p:nvSpPr>
        <p:spPr>
          <a:xfrm rot="16200000">
            <a:off x="1794795" y="6853761"/>
            <a:ext cx="186278" cy="485868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1" name="Kreis: nicht ausgefüllt 80">
            <a:extLst>
              <a:ext uri="{FF2B5EF4-FFF2-40B4-BE49-F238E27FC236}">
                <a16:creationId xmlns:a16="http://schemas.microsoft.com/office/drawing/2014/main" id="{6EB8249B-7406-B5F5-6F8C-E352BEDE619E}"/>
              </a:ext>
            </a:extLst>
          </p:cNvPr>
          <p:cNvSpPr/>
          <p:nvPr/>
        </p:nvSpPr>
        <p:spPr>
          <a:xfrm>
            <a:off x="599065" y="6814593"/>
            <a:ext cx="2583379" cy="452107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Würfel 81">
            <a:extLst>
              <a:ext uri="{FF2B5EF4-FFF2-40B4-BE49-F238E27FC236}">
                <a16:creationId xmlns:a16="http://schemas.microsoft.com/office/drawing/2014/main" id="{A7E2E8E7-5199-AA05-724C-77A9B116B770}"/>
              </a:ext>
            </a:extLst>
          </p:cNvPr>
          <p:cNvSpPr/>
          <p:nvPr/>
        </p:nvSpPr>
        <p:spPr>
          <a:xfrm flipH="1">
            <a:off x="1790759" y="5872321"/>
            <a:ext cx="229330" cy="1175944"/>
          </a:xfrm>
          <a:prstGeom prst="cube">
            <a:avLst>
              <a:gd name="adj" fmla="val 17858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79EF47B-EA6A-1E22-9D8C-8DFD978D5302}"/>
              </a:ext>
            </a:extLst>
          </p:cNvPr>
          <p:cNvGrpSpPr/>
          <p:nvPr/>
        </p:nvGrpSpPr>
        <p:grpSpPr>
          <a:xfrm>
            <a:off x="1750267" y="6417438"/>
            <a:ext cx="326303" cy="61293"/>
            <a:chOff x="1672508" y="7200899"/>
            <a:chExt cx="326303" cy="61293"/>
          </a:xfrm>
        </p:grpSpPr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C382E6F7-C039-50AE-150C-5EE7F45FAE34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A44D37B5-DBE3-9D90-D82F-03E75CFDA3C2}"/>
                </a:ext>
              </a:extLst>
            </p:cNvPr>
            <p:cNvCxnSpPr/>
            <p:nvPr/>
          </p:nvCxnSpPr>
          <p:spPr>
            <a:xfrm>
              <a:off x="1672508" y="7203280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2AB01BDB-7D7D-251B-7D29-42BEDE03360D}"/>
                </a:ext>
              </a:extLst>
            </p:cNvPr>
            <p:cNvCxnSpPr/>
            <p:nvPr/>
          </p:nvCxnSpPr>
          <p:spPr>
            <a:xfrm>
              <a:off x="1678213" y="7262079"/>
              <a:ext cx="3205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FBBB546-EAEE-7D1C-FB87-08A84EB1ADFD}"/>
              </a:ext>
            </a:extLst>
          </p:cNvPr>
          <p:cNvGrpSpPr/>
          <p:nvPr/>
        </p:nvGrpSpPr>
        <p:grpSpPr>
          <a:xfrm rot="21088293">
            <a:off x="2307764" y="6404917"/>
            <a:ext cx="279618" cy="66525"/>
            <a:chOff x="1535064" y="7193970"/>
            <a:chExt cx="462865" cy="76314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73BF76DA-0AC6-6F67-99F1-E0BF5004B199}"/>
                </a:ext>
              </a:extLst>
            </p:cNvPr>
            <p:cNvSpPr/>
            <p:nvPr/>
          </p:nvSpPr>
          <p:spPr>
            <a:xfrm>
              <a:off x="1682436" y="7200899"/>
              <a:ext cx="290457" cy="612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6EAB9F40-507C-227E-680B-A2A6E649B3C0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611647" y="7193985"/>
              <a:ext cx="358257" cy="111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A0E65FF3-AF3F-1B4D-2690-463D948EBCF5}"/>
                </a:ext>
              </a:extLst>
            </p:cNvPr>
            <p:cNvCxnSpPr>
              <a:cxnSpLocks/>
            </p:cNvCxnSpPr>
            <p:nvPr/>
          </p:nvCxnSpPr>
          <p:spPr>
            <a:xfrm rot="511707" flipV="1">
              <a:off x="1535064" y="7238118"/>
              <a:ext cx="462865" cy="32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ADF1DA2A-6602-5983-E869-BAADB98C03DA}"/>
              </a:ext>
            </a:extLst>
          </p:cNvPr>
          <p:cNvGrpSpPr/>
          <p:nvPr/>
        </p:nvGrpSpPr>
        <p:grpSpPr>
          <a:xfrm>
            <a:off x="3619891" y="5592850"/>
            <a:ext cx="2910830" cy="2910830"/>
            <a:chOff x="-60233" y="5230706"/>
            <a:chExt cx="6848475" cy="6848475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4192241" y="5571456"/>
              <a:ext cx="279119" cy="309299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11384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32" name="Pfeil: gebogen 131">
            <a:extLst>
              <a:ext uri="{FF2B5EF4-FFF2-40B4-BE49-F238E27FC236}">
                <a16:creationId xmlns:a16="http://schemas.microsoft.com/office/drawing/2014/main" id="{F966A198-1799-FCC5-4C94-F1C27E172E18}"/>
              </a:ext>
            </a:extLst>
          </p:cNvPr>
          <p:cNvSpPr/>
          <p:nvPr/>
        </p:nvSpPr>
        <p:spPr>
          <a:xfrm rot="20304312" flipH="1">
            <a:off x="1476485" y="27386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2E5DF41-080D-6819-4638-6B02CA514D4A}"/>
              </a:ext>
            </a:extLst>
          </p:cNvPr>
          <p:cNvSpPr/>
          <p:nvPr/>
        </p:nvSpPr>
        <p:spPr>
          <a:xfrm>
            <a:off x="665254" y="9559235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2" name="Gruppieren 141">
            <a:extLst>
              <a:ext uri="{FF2B5EF4-FFF2-40B4-BE49-F238E27FC236}">
                <a16:creationId xmlns:a16="http://schemas.microsoft.com/office/drawing/2014/main" id="{619E8D5C-EAEA-96DE-0322-DEFD08FEB191}"/>
              </a:ext>
            </a:extLst>
          </p:cNvPr>
          <p:cNvGrpSpPr/>
          <p:nvPr/>
        </p:nvGrpSpPr>
        <p:grpSpPr>
          <a:xfrm>
            <a:off x="408470" y="8903117"/>
            <a:ext cx="2910830" cy="2910830"/>
            <a:chOff x="-60233" y="5230706"/>
            <a:chExt cx="6848475" cy="6848475"/>
          </a:xfrm>
        </p:grpSpPr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6E8AED8-1556-D871-00D7-DCE4DB7E3B3B}"/>
                </a:ext>
              </a:extLst>
            </p:cNvPr>
            <p:cNvSpPr/>
            <p:nvPr/>
          </p:nvSpPr>
          <p:spPr>
            <a:xfrm rot="18202461" flipH="1">
              <a:off x="1754952" y="6122198"/>
              <a:ext cx="279119" cy="3092995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A8E460E8-0627-896B-DA2F-E99C28F49F98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04B267C7-D27F-43A7-B0C8-C11E7956C86E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6D41D175-290B-40CA-4B3B-C879AEB3D7FC}"/>
                </a:ext>
              </a:extLst>
            </p:cNvPr>
            <p:cNvSpPr/>
            <p:nvPr/>
          </p:nvSpPr>
          <p:spPr>
            <a:xfrm rot="3397539">
              <a:off x="4694992" y="6074887"/>
              <a:ext cx="279119" cy="3092995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Ellipse 145">
              <a:extLst>
                <a:ext uri="{FF2B5EF4-FFF2-40B4-BE49-F238E27FC236}">
                  <a16:creationId xmlns:a16="http://schemas.microsoft.com/office/drawing/2014/main" id="{C22B639F-962A-4AAB-59B6-116477944D93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Kreis: nicht ausgefüllt 146">
              <a:extLst>
                <a:ext uri="{FF2B5EF4-FFF2-40B4-BE49-F238E27FC236}">
                  <a16:creationId xmlns:a16="http://schemas.microsoft.com/office/drawing/2014/main" id="{8680385D-55A6-1582-4681-7488358768E0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8" name="Pfeil: gebogen 147">
            <a:extLst>
              <a:ext uri="{FF2B5EF4-FFF2-40B4-BE49-F238E27FC236}">
                <a16:creationId xmlns:a16="http://schemas.microsoft.com/office/drawing/2014/main" id="{C308CC32-AADA-9990-9672-10785849B085}"/>
              </a:ext>
            </a:extLst>
          </p:cNvPr>
          <p:cNvSpPr/>
          <p:nvPr/>
        </p:nvSpPr>
        <p:spPr>
          <a:xfrm rot="20304312" flipH="1">
            <a:off x="1599399" y="10104220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/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58B3FAA2-B3C7-DD0C-9208-4F10695CD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328" y="9939344"/>
                <a:ext cx="410280" cy="646267"/>
              </a:xfrm>
              <a:prstGeom prst="rect">
                <a:avLst/>
              </a:prstGeom>
              <a:blipFill>
                <a:blip r:embed="rId5"/>
                <a:stretch>
                  <a:fillRect r="-89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/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𝐼𝐼𝐼</m:t>
                          </m:r>
                        </m:sub>
                      </m:sSub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5584AE43-43F8-F705-0C34-A065E17A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37" y="10007230"/>
                <a:ext cx="410280" cy="646267"/>
              </a:xfrm>
              <a:prstGeom prst="rect">
                <a:avLst/>
              </a:prstGeom>
              <a:blipFill>
                <a:blip r:embed="rId6"/>
                <a:stretch>
                  <a:fillRect r="-1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109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Halbbogen 58">
            <a:extLst>
              <a:ext uri="{FF2B5EF4-FFF2-40B4-BE49-F238E27FC236}">
                <a16:creationId xmlns:a16="http://schemas.microsoft.com/office/drawing/2014/main" id="{3C27A718-C46C-F7AB-9F2E-0669FDCAD86E}"/>
              </a:ext>
            </a:extLst>
          </p:cNvPr>
          <p:cNvSpPr/>
          <p:nvPr/>
        </p:nvSpPr>
        <p:spPr>
          <a:xfrm rot="11163210" flipH="1" flipV="1">
            <a:off x="960080" y="2581452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Kreis: nicht ausgefüllt 10">
            <a:extLst>
              <a:ext uri="{FF2B5EF4-FFF2-40B4-BE49-F238E27FC236}">
                <a16:creationId xmlns:a16="http://schemas.microsoft.com/office/drawing/2014/main" id="{13640E3B-FFA5-B7F1-EA8D-BF794177AEA5}"/>
              </a:ext>
            </a:extLst>
          </p:cNvPr>
          <p:cNvSpPr/>
          <p:nvPr/>
        </p:nvSpPr>
        <p:spPr>
          <a:xfrm>
            <a:off x="1236707" y="2696044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Stern: 6 Zacken 21">
            <a:extLst>
              <a:ext uri="{FF2B5EF4-FFF2-40B4-BE49-F238E27FC236}">
                <a16:creationId xmlns:a16="http://schemas.microsoft.com/office/drawing/2014/main" id="{7F97990E-759E-3E27-79A6-91DB2BBF683C}"/>
              </a:ext>
            </a:extLst>
          </p:cNvPr>
          <p:cNvSpPr/>
          <p:nvPr/>
        </p:nvSpPr>
        <p:spPr>
          <a:xfrm rot="227872">
            <a:off x="4146156" y="3288380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ylinder 23">
            <a:extLst>
              <a:ext uri="{FF2B5EF4-FFF2-40B4-BE49-F238E27FC236}">
                <a16:creationId xmlns:a16="http://schemas.microsoft.com/office/drawing/2014/main" id="{49901D90-2454-17E5-8F72-9D5CA3B0AC9B}"/>
              </a:ext>
            </a:extLst>
          </p:cNvPr>
          <p:cNvSpPr/>
          <p:nvPr/>
        </p:nvSpPr>
        <p:spPr>
          <a:xfrm>
            <a:off x="2811416" y="5597836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D795926F-A4E4-AEEB-8849-3FD91CC3ED88}"/>
              </a:ext>
            </a:extLst>
          </p:cNvPr>
          <p:cNvSpPr/>
          <p:nvPr/>
        </p:nvSpPr>
        <p:spPr>
          <a:xfrm>
            <a:off x="3271237" y="488833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6B436E16-41BE-07D6-4405-140C4E4B3B32}"/>
              </a:ext>
            </a:extLst>
          </p:cNvPr>
          <p:cNvSpPr/>
          <p:nvPr/>
        </p:nvSpPr>
        <p:spPr>
          <a:xfrm rot="16200000">
            <a:off x="3262075" y="4405966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9" name="Kreis: nicht ausgefüllt 18">
            <a:extLst>
              <a:ext uri="{FF2B5EF4-FFF2-40B4-BE49-F238E27FC236}">
                <a16:creationId xmlns:a16="http://schemas.microsoft.com/office/drawing/2014/main" id="{1E10CCA1-7CA2-2C72-4A7C-1CE60F562C58}"/>
              </a:ext>
            </a:extLst>
          </p:cNvPr>
          <p:cNvSpPr/>
          <p:nvPr/>
        </p:nvSpPr>
        <p:spPr>
          <a:xfrm>
            <a:off x="1236706" y="4339622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Würfel 26">
            <a:extLst>
              <a:ext uri="{FF2B5EF4-FFF2-40B4-BE49-F238E27FC236}">
                <a16:creationId xmlns:a16="http://schemas.microsoft.com/office/drawing/2014/main" id="{8969DD0F-BE95-7E59-5E8C-2C9CFB073CCD}"/>
              </a:ext>
            </a:extLst>
          </p:cNvPr>
          <p:cNvSpPr/>
          <p:nvPr/>
        </p:nvSpPr>
        <p:spPr>
          <a:xfrm flipH="1">
            <a:off x="3255239" y="3385334"/>
            <a:ext cx="388447" cy="1350087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724321DA-DA6A-7E20-3471-0E6F7AA446F2}"/>
              </a:ext>
            </a:extLst>
          </p:cNvPr>
          <p:cNvSpPr/>
          <p:nvPr/>
        </p:nvSpPr>
        <p:spPr>
          <a:xfrm rot="16200000">
            <a:off x="3262075" y="2880595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Würfel 28">
            <a:extLst>
              <a:ext uri="{FF2B5EF4-FFF2-40B4-BE49-F238E27FC236}">
                <a16:creationId xmlns:a16="http://schemas.microsoft.com/office/drawing/2014/main" id="{6319DB3E-3B58-9376-A3CF-50EE9C58EA49}"/>
              </a:ext>
            </a:extLst>
          </p:cNvPr>
          <p:cNvSpPr/>
          <p:nvPr/>
        </p:nvSpPr>
        <p:spPr>
          <a:xfrm flipH="1">
            <a:off x="3255239" y="1857236"/>
            <a:ext cx="388447" cy="1352813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A47D9419-BDDD-B25E-9E41-179FF5F5EED6}"/>
              </a:ext>
            </a:extLst>
          </p:cNvPr>
          <p:cNvCxnSpPr>
            <a:cxnSpLocks/>
          </p:cNvCxnSpPr>
          <p:nvPr/>
        </p:nvCxnSpPr>
        <p:spPr>
          <a:xfrm flipV="1">
            <a:off x="3463187" y="3449848"/>
            <a:ext cx="858442" cy="1373974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0AC4D86-F833-7D77-C1AA-F452809E553A}"/>
              </a:ext>
            </a:extLst>
          </p:cNvPr>
          <p:cNvCxnSpPr>
            <a:cxnSpLocks/>
            <a:endCxn id="19" idx="2"/>
          </p:cNvCxnSpPr>
          <p:nvPr/>
        </p:nvCxnSpPr>
        <p:spPr>
          <a:xfrm flipH="1" flipV="1">
            <a:off x="1236706" y="4722519"/>
            <a:ext cx="2183130" cy="77416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CD758A6-03E7-3012-6544-7A3267A95AB8}"/>
              </a:ext>
            </a:extLst>
          </p:cNvPr>
          <p:cNvCxnSpPr>
            <a:cxnSpLocks/>
          </p:cNvCxnSpPr>
          <p:nvPr/>
        </p:nvCxnSpPr>
        <p:spPr>
          <a:xfrm>
            <a:off x="1236706" y="4133652"/>
            <a:ext cx="0" cy="1113520"/>
          </a:xfrm>
          <a:prstGeom prst="line">
            <a:avLst/>
          </a:prstGeom>
          <a:ln w="317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410C7318-1DDB-073D-3F5E-2CF7C0FE51AA}"/>
              </a:ext>
            </a:extLst>
          </p:cNvPr>
          <p:cNvSpPr txBox="1"/>
          <p:nvPr/>
        </p:nvSpPr>
        <p:spPr>
          <a:xfrm>
            <a:off x="3785776" y="3568377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FE572F4-D16E-360F-1365-76C7F8B5619D}"/>
              </a:ext>
            </a:extLst>
          </p:cNvPr>
          <p:cNvSpPr txBox="1"/>
          <p:nvPr/>
        </p:nvSpPr>
        <p:spPr>
          <a:xfrm>
            <a:off x="2148790" y="4430603"/>
            <a:ext cx="38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5D29741A-BE94-E796-9218-82C2B8AA8E4A}"/>
              </a:ext>
            </a:extLst>
          </p:cNvPr>
          <p:cNvSpPr txBox="1"/>
          <p:nvPr/>
        </p:nvSpPr>
        <p:spPr>
          <a:xfrm>
            <a:off x="3890578" y="1885987"/>
            <a:ext cx="162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Pose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555B80-5486-344E-D0B3-C04AE8DEFE53}"/>
              </a:ext>
            </a:extLst>
          </p:cNvPr>
          <p:cNvCxnSpPr>
            <a:cxnSpLocks/>
            <a:stCxn id="53" idx="2"/>
            <a:endCxn id="22" idx="5"/>
          </p:cNvCxnSpPr>
          <p:nvPr/>
        </p:nvCxnSpPr>
        <p:spPr>
          <a:xfrm flipH="1">
            <a:off x="4318320" y="2255319"/>
            <a:ext cx="386185" cy="1033416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47E72D41-C336-617C-E978-3370C556F321}"/>
              </a:ext>
            </a:extLst>
          </p:cNvPr>
          <p:cNvGrpSpPr/>
          <p:nvPr/>
        </p:nvGrpSpPr>
        <p:grpSpPr>
          <a:xfrm>
            <a:off x="2555893" y="1189896"/>
            <a:ext cx="1036945" cy="1178550"/>
            <a:chOff x="880797" y="243198"/>
            <a:chExt cx="2139743" cy="2431945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5C30DC58-93DD-A08E-9B6F-59E254482A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0EEBCAE8-BB89-9EEB-28CA-4AC785872B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/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E4604905-B45D-F567-90CA-CDF9C967F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62600" y="243198"/>
                  <a:ext cx="457940" cy="762119"/>
                </a:xfrm>
                <a:prstGeom prst="rect">
                  <a:avLst/>
                </a:prstGeom>
                <a:blipFill>
                  <a:blip r:embed="rId2"/>
                  <a:stretch>
                    <a:fillRect r="-1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/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3" name="Textfeld 72">
                  <a:extLst>
                    <a:ext uri="{FF2B5EF4-FFF2-40B4-BE49-F238E27FC236}">
                      <a16:creationId xmlns:a16="http://schemas.microsoft.com/office/drawing/2014/main" id="{8F94A02A-456C-2C6B-FFD1-4423EBB066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4236" y="1913024"/>
                  <a:ext cx="576915" cy="762119"/>
                </a:xfrm>
                <a:prstGeom prst="rect">
                  <a:avLst/>
                </a:prstGeom>
                <a:blipFill>
                  <a:blip r:embed="rId3"/>
                  <a:stretch>
                    <a:fillRect r="-7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/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EE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D1418115-B2B4-CD35-53EF-43B211746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0797" y="945261"/>
                  <a:ext cx="373612" cy="762119"/>
                </a:xfrm>
                <a:prstGeom prst="rect">
                  <a:avLst/>
                </a:prstGeom>
                <a:blipFill>
                  <a:blip r:embed="rId4"/>
                  <a:stretch>
                    <a:fillRect r="-16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1D60EE04-76B4-E951-A90A-C858BFE020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E9A160-3D19-AEAC-A899-0437F8203FDD}"/>
              </a:ext>
            </a:extLst>
          </p:cNvPr>
          <p:cNvGrpSpPr/>
          <p:nvPr/>
        </p:nvGrpSpPr>
        <p:grpSpPr>
          <a:xfrm>
            <a:off x="2913978" y="4013200"/>
            <a:ext cx="1260245" cy="1391985"/>
            <a:chOff x="1772257" y="233613"/>
            <a:chExt cx="2200017" cy="2429996"/>
          </a:xfrm>
        </p:grpSpPr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8BBE44D6-A22D-FC1E-DE26-396CDC99BC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92A681E8-ABF4-4509-24DC-09ECABC9E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9" name="Textfeld 78">
                  <a:extLst>
                    <a:ext uri="{FF2B5EF4-FFF2-40B4-BE49-F238E27FC236}">
                      <a16:creationId xmlns:a16="http://schemas.microsoft.com/office/drawing/2014/main" id="{C77ED103-6225-7480-54C4-99E8DA93E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644745"/>
                </a:xfrm>
                <a:prstGeom prst="rect">
                  <a:avLst/>
                </a:prstGeom>
                <a:blipFill>
                  <a:blip r:embed="rId5"/>
                  <a:stretch>
                    <a:fillRect r="-372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/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5B62A720-1F72-B8C4-7687-8389C70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72257" y="2018864"/>
                  <a:ext cx="576915" cy="644745"/>
                </a:xfrm>
                <a:prstGeom prst="rect">
                  <a:avLst/>
                </a:prstGeom>
                <a:blipFill>
                  <a:blip r:embed="rId6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/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00D1C14F-E58C-F359-2768-34033755C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44206" y="233613"/>
                  <a:ext cx="373612" cy="644745"/>
                </a:xfrm>
                <a:prstGeom prst="rect">
                  <a:avLst/>
                </a:prstGeom>
                <a:blipFill>
                  <a:blip r:embed="rId7"/>
                  <a:stretch>
                    <a:fillRect r="-7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A3DBB695-128E-3219-9D85-FAE6A8237C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84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uppieren 197">
            <a:extLst>
              <a:ext uri="{FF2B5EF4-FFF2-40B4-BE49-F238E27FC236}">
                <a16:creationId xmlns:a16="http://schemas.microsoft.com/office/drawing/2014/main" id="{2553B057-2067-70AB-0C3B-61E7F4A9419F}"/>
              </a:ext>
            </a:extLst>
          </p:cNvPr>
          <p:cNvGrpSpPr/>
          <p:nvPr/>
        </p:nvGrpSpPr>
        <p:grpSpPr>
          <a:xfrm rot="20903149" flipH="1">
            <a:off x="8192418" y="6572956"/>
            <a:ext cx="1320867" cy="127809"/>
            <a:chOff x="6866189" y="5433137"/>
            <a:chExt cx="1320867" cy="127809"/>
          </a:xfrm>
        </p:grpSpPr>
        <p:sp>
          <p:nvSpPr>
            <p:cNvPr id="199" name="Rechteck 198">
              <a:extLst>
                <a:ext uri="{FF2B5EF4-FFF2-40B4-BE49-F238E27FC236}">
                  <a16:creationId xmlns:a16="http://schemas.microsoft.com/office/drawing/2014/main" id="{4D46C396-E02F-EC90-D45A-D763DBBDB7BD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5B4FF96F-9D57-8D73-84CD-3AE8EAC968AB}"/>
                </a:ext>
              </a:extLst>
            </p:cNvPr>
            <p:cNvSpPr/>
            <p:nvPr/>
          </p:nvSpPr>
          <p:spPr>
            <a:xfrm rot="17519570" flipH="1">
              <a:off x="7493029" y="4812538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A1C8B8D8-C34C-FBA1-B75E-E10567287FC3}"/>
              </a:ext>
            </a:extLst>
          </p:cNvPr>
          <p:cNvGrpSpPr/>
          <p:nvPr/>
        </p:nvGrpSpPr>
        <p:grpSpPr>
          <a:xfrm rot="696851">
            <a:off x="6975301" y="6573203"/>
            <a:ext cx="1320121" cy="128010"/>
            <a:chOff x="6866189" y="5442311"/>
            <a:chExt cx="1320121" cy="128010"/>
          </a:xfrm>
        </p:grpSpPr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71E7E914-58D4-A8D8-F3E4-BCFBAE39FF07}"/>
                </a:ext>
              </a:extLst>
            </p:cNvPr>
            <p:cNvSpPr/>
            <p:nvPr/>
          </p:nvSpPr>
          <p:spPr>
            <a:xfrm rot="17519570" flipH="1">
              <a:off x="7464184" y="4844316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40999E93-48CB-1202-1907-523EE47CAD50}"/>
                </a:ext>
              </a:extLst>
            </p:cNvPr>
            <p:cNvSpPr/>
            <p:nvPr/>
          </p:nvSpPr>
          <p:spPr>
            <a:xfrm rot="17519570" flipH="1">
              <a:off x="7492283" y="4876295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BDE1C06-3A50-E455-2BDB-2D3F4931032C}"/>
              </a:ext>
            </a:extLst>
          </p:cNvPr>
          <p:cNvGrpSpPr/>
          <p:nvPr/>
        </p:nvGrpSpPr>
        <p:grpSpPr>
          <a:xfrm>
            <a:off x="3611867" y="5592850"/>
            <a:ext cx="2910830" cy="2910830"/>
            <a:chOff x="3619891" y="5592850"/>
            <a:chExt cx="2910830" cy="291083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18B0E9E5-3EF6-BDD0-D7A6-31CE7BB1EC57}"/>
                </a:ext>
              </a:extLst>
            </p:cNvPr>
            <p:cNvGrpSpPr/>
            <p:nvPr/>
          </p:nvGrpSpPr>
          <p:grpSpPr>
            <a:xfrm rot="20016109" flipH="1">
              <a:off x="3963093" y="6277603"/>
              <a:ext cx="1105671" cy="988466"/>
              <a:chOff x="2677600" y="4983856"/>
              <a:chExt cx="982867" cy="962471"/>
            </a:xfrm>
          </p:grpSpPr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3B3B3489-1DC6-CEB3-23B3-3032CE460017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E09FF236-75CB-25AE-FCB0-EC880063BFAF}"/>
                  </a:ext>
                </a:extLst>
              </p:cNvPr>
              <p:cNvSpPr/>
              <p:nvPr/>
            </p:nvSpPr>
            <p:spPr>
              <a:xfrm rot="4277537">
                <a:off x="3200660" y="4658158"/>
                <a:ext cx="134109" cy="785505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E4314889-13A1-FE91-EC10-F4EEF8AFE2A7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FC37DEA1-0957-7D48-78EA-0496F6924FD5}"/>
                </a:ext>
              </a:extLst>
            </p:cNvPr>
            <p:cNvGrpSpPr/>
            <p:nvPr/>
          </p:nvGrpSpPr>
          <p:grpSpPr>
            <a:xfrm rot="15255591">
              <a:off x="3952910" y="6329145"/>
              <a:ext cx="1039830" cy="1088741"/>
              <a:chOff x="2677600" y="4978510"/>
              <a:chExt cx="1012485" cy="967817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0C71A5E2-77CE-EDC6-BA46-84A0A0F8A924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hteck 86">
                <a:extLst>
                  <a:ext uri="{FF2B5EF4-FFF2-40B4-BE49-F238E27FC236}">
                    <a16:creationId xmlns:a16="http://schemas.microsoft.com/office/drawing/2014/main" id="{FD2E6CE2-66B8-24C2-A53E-F76ACD0D6F86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E7071BDC-2DFC-DB87-69CD-E873AB2BD890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69012B81-5B5F-3471-B292-81861C1A6851}"/>
                </a:ext>
              </a:extLst>
            </p:cNvPr>
            <p:cNvSpPr/>
            <p:nvPr/>
          </p:nvSpPr>
          <p:spPr>
            <a:xfrm rot="17519570" flipH="1">
              <a:off x="4292843" y="6124507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BD568864-1D1C-FA0E-E580-9E8205D92D72}"/>
                </a:ext>
              </a:extLst>
            </p:cNvPr>
            <p:cNvSpPr/>
            <p:nvPr/>
          </p:nvSpPr>
          <p:spPr>
            <a:xfrm rot="17519570" flipH="1">
              <a:off x="4320942" y="6156486"/>
              <a:ext cx="73427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689704F-38D3-F926-6758-EED0E1BE8CFD}"/>
                </a:ext>
              </a:extLst>
            </p:cNvPr>
            <p:cNvGrpSpPr/>
            <p:nvPr/>
          </p:nvGrpSpPr>
          <p:grpSpPr>
            <a:xfrm rot="2135896">
              <a:off x="5106757" y="6067050"/>
              <a:ext cx="1192093" cy="1328904"/>
              <a:chOff x="4794189" y="5737680"/>
              <a:chExt cx="1192093" cy="1328904"/>
            </a:xfrm>
          </p:grpSpPr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E7368E0A-037A-6FBC-0DF8-E10C6C755677}"/>
                  </a:ext>
                </a:extLst>
              </p:cNvPr>
              <p:cNvGrpSpPr/>
              <p:nvPr/>
            </p:nvGrpSpPr>
            <p:grpSpPr>
              <a:xfrm rot="21047995">
                <a:off x="4794189" y="5979851"/>
                <a:ext cx="1138990" cy="993956"/>
                <a:chOff x="2677600" y="4978510"/>
                <a:chExt cx="1012485" cy="967817"/>
              </a:xfrm>
            </p:grpSpPr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4427025-C5B6-2E7C-A072-705F3CB31BCF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55AD4AC9-024F-4784-8E97-AB9010229480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" name="Ellipse 42">
                  <a:extLst>
                    <a:ext uri="{FF2B5EF4-FFF2-40B4-BE49-F238E27FC236}">
                      <a16:creationId xmlns:a16="http://schemas.microsoft.com/office/drawing/2014/main" id="{0D97C443-E2C1-9FF6-6EB7-C11706145EB6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06288E8D-3217-E8F7-2C4E-EC5D9064CF5E}"/>
                  </a:ext>
                </a:extLst>
              </p:cNvPr>
              <p:cNvGrpSpPr/>
              <p:nvPr/>
            </p:nvGrpSpPr>
            <p:grpSpPr>
              <a:xfrm rot="4208513" flipH="1">
                <a:off x="4921997" y="5995420"/>
                <a:ext cx="1039830" cy="1088741"/>
                <a:chOff x="2677600" y="4978510"/>
                <a:chExt cx="1012485" cy="967817"/>
              </a:xfrm>
            </p:grpSpPr>
            <p:sp>
              <p:nvSpPr>
                <p:cNvPr id="29" name="Rechteck 28">
                  <a:extLst>
                    <a:ext uri="{FF2B5EF4-FFF2-40B4-BE49-F238E27FC236}">
                      <a16:creationId xmlns:a16="http://schemas.microsoft.com/office/drawing/2014/main" id="{E008A416-4234-67CB-36C0-DA1ADD1F1761}"/>
                    </a:ext>
                  </a:extLst>
                </p:cNvPr>
                <p:cNvSpPr/>
                <p:nvPr/>
              </p:nvSpPr>
              <p:spPr>
                <a:xfrm>
                  <a:off x="2740096" y="5312918"/>
                  <a:ext cx="134109" cy="633409"/>
                </a:xfrm>
                <a:prstGeom prst="rect">
                  <a:avLst/>
                </a:prstGeom>
                <a:solidFill>
                  <a:schemeClr val="bg1">
                    <a:lumMod val="75000"/>
                    <a:alpha val="5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hteck 29">
                  <a:extLst>
                    <a:ext uri="{FF2B5EF4-FFF2-40B4-BE49-F238E27FC236}">
                      <a16:creationId xmlns:a16="http://schemas.microsoft.com/office/drawing/2014/main" id="{2B16209E-4352-A178-41BC-E8F467364891}"/>
                    </a:ext>
                  </a:extLst>
                </p:cNvPr>
                <p:cNvSpPr/>
                <p:nvPr/>
              </p:nvSpPr>
              <p:spPr>
                <a:xfrm rot="4277537">
                  <a:off x="3215067" y="4637601"/>
                  <a:ext cx="134109" cy="815927"/>
                </a:xfrm>
                <a:prstGeom prst="rect">
                  <a:avLst/>
                </a:prstGeom>
                <a:pattFill prst="wdUp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C879366-B39F-966E-C288-5AA399BD7CE8}"/>
                    </a:ext>
                  </a:extLst>
                </p:cNvPr>
                <p:cNvSpPr/>
                <p:nvPr/>
              </p:nvSpPr>
              <p:spPr>
                <a:xfrm>
                  <a:off x="2677600" y="5085213"/>
                  <a:ext cx="259100" cy="2591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accent1">
                      <a:shade val="15000"/>
                      <a:alpha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10F59D8D-12A8-D2EB-9AA7-8162C5BB60A3}"/>
                  </a:ext>
                </a:extLst>
              </p:cNvPr>
              <p:cNvSpPr/>
              <p:nvPr/>
            </p:nvSpPr>
            <p:spPr>
              <a:xfrm rot="1944534">
                <a:off x="5427334" y="5737680"/>
                <a:ext cx="118635" cy="1314626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D0A3FBF1-7BE7-7705-F0D7-7042EB086E4E}"/>
                  </a:ext>
                </a:extLst>
              </p:cNvPr>
              <p:cNvSpPr/>
              <p:nvPr/>
            </p:nvSpPr>
            <p:spPr>
              <a:xfrm rot="1944534">
                <a:off x="5489344" y="5751958"/>
                <a:ext cx="55418" cy="1314626"/>
              </a:xfrm>
              <a:prstGeom prst="rect">
                <a:avLst/>
              </a:prstGeom>
              <a:pattFill prst="wdUpDiag">
                <a:fgClr>
                  <a:srgbClr val="FF0000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2997E124-D2CC-C2D3-1B45-EEA01F4188C9}"/>
                </a:ext>
              </a:extLst>
            </p:cNvPr>
            <p:cNvSpPr/>
            <p:nvPr/>
          </p:nvSpPr>
          <p:spPr>
            <a:xfrm>
              <a:off x="3876675" y="6248968"/>
              <a:ext cx="2381363" cy="579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941617A-23FC-6034-DC49-1E609A306C7E}"/>
                </a:ext>
              </a:extLst>
            </p:cNvPr>
            <p:cNvSpPr/>
            <p:nvPr/>
          </p:nvSpPr>
          <p:spPr>
            <a:xfrm>
              <a:off x="4844545" y="7365114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8FB45004-3D04-ED75-0D9E-3F0C080D8EEB}"/>
                </a:ext>
              </a:extLst>
            </p:cNvPr>
            <p:cNvSpPr/>
            <p:nvPr/>
          </p:nvSpPr>
          <p:spPr>
            <a:xfrm>
              <a:off x="5002434" y="7131237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A1978827-2302-5FC8-6CB1-9EC114E12E3B}"/>
                </a:ext>
              </a:extLst>
            </p:cNvPr>
            <p:cNvSpPr/>
            <p:nvPr/>
          </p:nvSpPr>
          <p:spPr>
            <a:xfrm>
              <a:off x="4945756" y="691814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Kreis: nicht ausgefüllt 112">
              <a:extLst>
                <a:ext uri="{FF2B5EF4-FFF2-40B4-BE49-F238E27FC236}">
                  <a16:creationId xmlns:a16="http://schemas.microsoft.com/office/drawing/2014/main" id="{A8B4DB0C-5783-8BDE-B438-B921A88DC5D7}"/>
                </a:ext>
              </a:extLst>
            </p:cNvPr>
            <p:cNvSpPr/>
            <p:nvPr/>
          </p:nvSpPr>
          <p:spPr>
            <a:xfrm>
              <a:off x="3619891" y="5592850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0" name="Pfeil: gebogen 129">
              <a:extLst>
                <a:ext uri="{FF2B5EF4-FFF2-40B4-BE49-F238E27FC236}">
                  <a16:creationId xmlns:a16="http://schemas.microsoft.com/office/drawing/2014/main" id="{FA176C8C-F4FD-130B-23BD-53BB43C4CC23}"/>
                </a:ext>
              </a:extLst>
            </p:cNvPr>
            <p:cNvSpPr/>
            <p:nvPr/>
          </p:nvSpPr>
          <p:spPr>
            <a:xfrm rot="20304312" flipH="1">
              <a:off x="4811384" y="67872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44910A80-FA5D-5DDE-A683-4F1DA655349F}"/>
              </a:ext>
            </a:extLst>
          </p:cNvPr>
          <p:cNvGrpSpPr/>
          <p:nvPr/>
        </p:nvGrpSpPr>
        <p:grpSpPr>
          <a:xfrm>
            <a:off x="6803800" y="5592850"/>
            <a:ext cx="2910830" cy="2910830"/>
            <a:chOff x="-60233" y="5230706"/>
            <a:chExt cx="6848475" cy="6848475"/>
          </a:xfrm>
        </p:grpSpPr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F0ABE8E2-8811-C01E-A92C-B2E2A855CBC1}"/>
                </a:ext>
              </a:extLst>
            </p:cNvPr>
            <p:cNvSpPr/>
            <p:nvPr/>
          </p:nvSpPr>
          <p:spPr>
            <a:xfrm>
              <a:off x="2821080" y="9400413"/>
              <a:ext cx="1085850" cy="70628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1BDA47AC-0AC5-403F-8096-166751AE0808}"/>
                </a:ext>
              </a:extLst>
            </p:cNvPr>
            <p:cNvSpPr/>
            <p:nvPr/>
          </p:nvSpPr>
          <p:spPr>
            <a:xfrm>
              <a:off x="3192555" y="8850157"/>
              <a:ext cx="315525" cy="55025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A1664D22-5D7A-6139-C593-41F7C70D2912}"/>
                </a:ext>
              </a:extLst>
            </p:cNvPr>
            <p:cNvSpPr/>
            <p:nvPr/>
          </p:nvSpPr>
          <p:spPr>
            <a:xfrm>
              <a:off x="3059205" y="8348790"/>
              <a:ext cx="609600" cy="6096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Kreis: nicht ausgefüllt 124">
              <a:extLst>
                <a:ext uri="{FF2B5EF4-FFF2-40B4-BE49-F238E27FC236}">
                  <a16:creationId xmlns:a16="http://schemas.microsoft.com/office/drawing/2014/main" id="{2122957E-60AD-AADD-E8E9-A077E9380858}"/>
                </a:ext>
              </a:extLst>
            </p:cNvPr>
            <p:cNvSpPr/>
            <p:nvPr/>
          </p:nvSpPr>
          <p:spPr>
            <a:xfrm>
              <a:off x="-60233" y="5230706"/>
              <a:ext cx="6848475" cy="6848475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7" y="6617224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7237" y="631399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320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hteck 50">
            <a:extLst>
              <a:ext uri="{FF2B5EF4-FFF2-40B4-BE49-F238E27FC236}">
                <a16:creationId xmlns:a16="http://schemas.microsoft.com/office/drawing/2014/main" id="{72B53BA9-7CA4-6FCB-3088-A7EB342C2DC9}"/>
              </a:ext>
            </a:extLst>
          </p:cNvPr>
          <p:cNvSpPr/>
          <p:nvPr/>
        </p:nvSpPr>
        <p:spPr>
          <a:xfrm rot="4080430">
            <a:off x="5683805" y="6105081"/>
            <a:ext cx="118635" cy="131462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3689704F-38D3-F926-6758-EED0E1BE8CFD}"/>
              </a:ext>
            </a:extLst>
          </p:cNvPr>
          <p:cNvGrpSpPr/>
          <p:nvPr/>
        </p:nvGrpSpPr>
        <p:grpSpPr>
          <a:xfrm rot="1398042">
            <a:off x="8290443" y="5974989"/>
            <a:ext cx="1107300" cy="1234380"/>
            <a:chOff x="4794189" y="5737680"/>
            <a:chExt cx="1192093" cy="1328904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E7368E0A-037A-6FBC-0DF8-E10C6C755677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4427025-C5B6-2E7C-A072-705F3CB31BCF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55AD4AC9-024F-4784-8E97-AB9010229480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0D97C443-E2C1-9FF6-6EB7-C11706145EB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06288E8D-3217-E8F7-2C4E-EC5D9064CF5E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E008A416-4234-67CB-36C0-DA1ADD1F1761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B16209E-4352-A178-41BC-E8F467364891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CC879366-B39F-966E-C288-5AA399BD7CE8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0F59D8D-12A8-D2EB-9AA7-8162C5BB60A3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D0A3FBF1-7BE7-7705-F0D7-7042EB086E4E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1437742-2600-922D-9F60-105FC9D9D769}"/>
              </a:ext>
            </a:extLst>
          </p:cNvPr>
          <p:cNvGrpSpPr/>
          <p:nvPr/>
        </p:nvGrpSpPr>
        <p:grpSpPr>
          <a:xfrm rot="16200000">
            <a:off x="7044993" y="6062567"/>
            <a:ext cx="1107300" cy="1234380"/>
            <a:chOff x="4794189" y="5737680"/>
            <a:chExt cx="1192093" cy="1328904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C8E7049-6966-1A5E-A9F0-9FAFA3E964DE}"/>
                </a:ext>
              </a:extLst>
            </p:cNvPr>
            <p:cNvGrpSpPr/>
            <p:nvPr/>
          </p:nvGrpSpPr>
          <p:grpSpPr>
            <a:xfrm rot="21047995">
              <a:off x="4794189" y="5979851"/>
              <a:ext cx="1138990" cy="993956"/>
              <a:chOff x="2677600" y="4978510"/>
              <a:chExt cx="1012485" cy="967817"/>
            </a:xfrm>
          </p:grpSpPr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B46769E6-0FCA-3FA5-5DAE-6DCDFE6BCFAB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B3C9E70-264B-63BB-04FA-F27323258D59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58B44068-5C57-943A-4E01-426934E906E4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756EAF78-A6F4-8FE7-58F1-5C8573BAC88B}"/>
                </a:ext>
              </a:extLst>
            </p:cNvPr>
            <p:cNvGrpSpPr/>
            <p:nvPr/>
          </p:nvGrpSpPr>
          <p:grpSpPr>
            <a:xfrm rot="4208513" flipH="1">
              <a:off x="4921997" y="5995420"/>
              <a:ext cx="1039830" cy="1088741"/>
              <a:chOff x="2677600" y="4978510"/>
              <a:chExt cx="1012485" cy="967817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CDAB68B0-8D19-2C49-4297-51C54F878BC6}"/>
                  </a:ext>
                </a:extLst>
              </p:cNvPr>
              <p:cNvSpPr/>
              <p:nvPr/>
            </p:nvSpPr>
            <p:spPr>
              <a:xfrm>
                <a:off x="2740096" y="5312918"/>
                <a:ext cx="134109" cy="633409"/>
              </a:xfrm>
              <a:prstGeom prst="rect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FE8D6AF-0466-3236-096E-8FDAED1B7EFB}"/>
                  </a:ext>
                </a:extLst>
              </p:cNvPr>
              <p:cNvSpPr/>
              <p:nvPr/>
            </p:nvSpPr>
            <p:spPr>
              <a:xfrm rot="4277537">
                <a:off x="3215067" y="4637601"/>
                <a:ext cx="134109" cy="815927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4F6EB3C1-EA65-1D7C-13AD-2BBE66DCDE56}"/>
                  </a:ext>
                </a:extLst>
              </p:cNvPr>
              <p:cNvSpPr/>
              <p:nvPr/>
            </p:nvSpPr>
            <p:spPr>
              <a:xfrm>
                <a:off x="2677600" y="5085213"/>
                <a:ext cx="259100" cy="2591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accent1">
                    <a:shade val="15000"/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1DC0CDE-9778-474C-E904-48D855DA0C2E}"/>
                </a:ext>
              </a:extLst>
            </p:cNvPr>
            <p:cNvSpPr/>
            <p:nvPr/>
          </p:nvSpPr>
          <p:spPr>
            <a:xfrm rot="1944534">
              <a:off x="5427334" y="5737680"/>
              <a:ext cx="118635" cy="131462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56FBAED-4F63-957D-EC70-7EAA7E83C4AC}"/>
                </a:ext>
              </a:extLst>
            </p:cNvPr>
            <p:cNvSpPr/>
            <p:nvPr/>
          </p:nvSpPr>
          <p:spPr>
            <a:xfrm rot="1944534">
              <a:off x="5489344" y="5751958"/>
              <a:ext cx="55418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3" name="Rechteck 162">
            <a:extLst>
              <a:ext uri="{FF2B5EF4-FFF2-40B4-BE49-F238E27FC236}">
                <a16:creationId xmlns:a16="http://schemas.microsoft.com/office/drawing/2014/main" id="{CCD71996-AFA7-0D4A-B5B9-2FF720B1CAB0}"/>
              </a:ext>
            </a:extLst>
          </p:cNvPr>
          <p:cNvSpPr/>
          <p:nvPr/>
        </p:nvSpPr>
        <p:spPr>
          <a:xfrm rot="1944534">
            <a:off x="5592326" y="9324894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6366EEA3-8F9C-6DF8-3371-68D2DF4AA8A1}"/>
              </a:ext>
            </a:extLst>
          </p:cNvPr>
          <p:cNvGrpSpPr/>
          <p:nvPr/>
        </p:nvGrpSpPr>
        <p:grpSpPr>
          <a:xfrm>
            <a:off x="3772464" y="2023076"/>
            <a:ext cx="2910830" cy="3230332"/>
            <a:chOff x="3772464" y="2099275"/>
            <a:chExt cx="2910830" cy="3230332"/>
          </a:xfrm>
        </p:grpSpPr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E93A02FC-8496-B670-CD2C-9446E657C91B}"/>
                </a:ext>
              </a:extLst>
            </p:cNvPr>
            <p:cNvSpPr/>
            <p:nvPr/>
          </p:nvSpPr>
          <p:spPr>
            <a:xfrm rot="19447489" flipH="1">
              <a:off x="4718856" y="2641458"/>
              <a:ext cx="118635" cy="131462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329A123D-CEDF-B2AF-00F2-F5D645189394}"/>
                </a:ext>
              </a:extLst>
            </p:cNvPr>
            <p:cNvSpPr/>
            <p:nvPr/>
          </p:nvSpPr>
          <p:spPr>
            <a:xfrm rot="2152511">
              <a:off x="5611142" y="2620496"/>
              <a:ext cx="118635" cy="1314626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6E21601-A57A-5494-1059-146A5FE5945B}"/>
                </a:ext>
              </a:extLst>
            </p:cNvPr>
            <p:cNvGrpSpPr/>
            <p:nvPr/>
          </p:nvGrpSpPr>
          <p:grpSpPr>
            <a:xfrm>
              <a:off x="3772464" y="2418777"/>
              <a:ext cx="2910830" cy="2910830"/>
              <a:chOff x="-60233" y="5230706"/>
              <a:chExt cx="6848475" cy="6848475"/>
            </a:xfrm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01F29C1-375C-4015-BA1D-7EEC6D675147}"/>
                  </a:ext>
                </a:extLst>
              </p:cNvPr>
              <p:cNvSpPr/>
              <p:nvPr/>
            </p:nvSpPr>
            <p:spPr>
              <a:xfrm>
                <a:off x="2821080" y="9400413"/>
                <a:ext cx="1085850" cy="70628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E0744A26-5744-3005-474B-00FAE3361F04}"/>
                  </a:ext>
                </a:extLst>
              </p:cNvPr>
              <p:cNvSpPr/>
              <p:nvPr/>
            </p:nvSpPr>
            <p:spPr>
              <a:xfrm>
                <a:off x="3192555" y="8850157"/>
                <a:ext cx="315525" cy="550256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198418F4-5B26-02F1-DEE3-15DEBF96AE03}"/>
                  </a:ext>
                </a:extLst>
              </p:cNvPr>
              <p:cNvSpPr/>
              <p:nvPr/>
            </p:nvSpPr>
            <p:spPr>
              <a:xfrm>
                <a:off x="3192555" y="6968022"/>
                <a:ext cx="315525" cy="149025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7E35EE5F-7A2A-8F4C-11B3-07E2C3C6D2A5}"/>
                  </a:ext>
                </a:extLst>
              </p:cNvPr>
              <p:cNvSpPr/>
              <p:nvPr/>
            </p:nvSpPr>
            <p:spPr>
              <a:xfrm>
                <a:off x="3059205" y="8348790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Kreis: nicht ausgefüllt 45">
                <a:extLst>
                  <a:ext uri="{FF2B5EF4-FFF2-40B4-BE49-F238E27FC236}">
                    <a16:creationId xmlns:a16="http://schemas.microsoft.com/office/drawing/2014/main" id="{11F859BE-CD7F-6664-24EE-1C83A1D2D9EB}"/>
                  </a:ext>
                </a:extLst>
              </p:cNvPr>
              <p:cNvSpPr/>
              <p:nvPr/>
            </p:nvSpPr>
            <p:spPr>
              <a:xfrm>
                <a:off x="-60233" y="5230706"/>
                <a:ext cx="6848475" cy="6848475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76B9A34F-0F42-7154-02DC-2F6575184DD2}"/>
                  </a:ext>
                </a:extLst>
              </p:cNvPr>
              <p:cNvSpPr/>
              <p:nvPr/>
            </p:nvSpPr>
            <p:spPr>
              <a:xfrm rot="4277537">
                <a:off x="4310046" y="5379165"/>
                <a:ext cx="315526" cy="191967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CDE698BE-B654-4320-4363-B4769F4B89DB}"/>
                  </a:ext>
                </a:extLst>
              </p:cNvPr>
              <p:cNvSpPr/>
              <p:nvPr/>
            </p:nvSpPr>
            <p:spPr>
              <a:xfrm rot="17322463" flipH="1">
                <a:off x="2085834" y="5359832"/>
                <a:ext cx="315526" cy="1919678"/>
              </a:xfrm>
              <a:prstGeom prst="rect">
                <a:avLst/>
              </a:prstGeom>
              <a:pattFill prst="wdUpDiag">
                <a:fgClr>
                  <a:schemeClr val="bg1">
                    <a:lumMod val="7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5EE551C2-E488-5708-320A-670649F44A67}"/>
                  </a:ext>
                </a:extLst>
              </p:cNvPr>
              <p:cNvSpPr/>
              <p:nvPr/>
            </p:nvSpPr>
            <p:spPr>
              <a:xfrm>
                <a:off x="3045517" y="6432288"/>
                <a:ext cx="609600" cy="6096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1" name="Kreis: nicht ausgefüllt 60">
              <a:extLst>
                <a:ext uri="{FF2B5EF4-FFF2-40B4-BE49-F238E27FC236}">
                  <a16:creationId xmlns:a16="http://schemas.microsoft.com/office/drawing/2014/main" id="{96BB3E9C-276C-7AF3-4803-2B51E4E457B7}"/>
                </a:ext>
              </a:extLst>
            </p:cNvPr>
            <p:cNvSpPr/>
            <p:nvPr/>
          </p:nvSpPr>
          <p:spPr>
            <a:xfrm>
              <a:off x="4280045" y="2099275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42CF5C15-3330-F50C-6765-970FF031C13B}"/>
                </a:ext>
              </a:extLst>
            </p:cNvPr>
            <p:cNvSpPr txBox="1"/>
            <p:nvPr/>
          </p:nvSpPr>
          <p:spPr>
            <a:xfrm>
              <a:off x="5368655" y="3026788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/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B80FD796-E54B-90DA-E790-8936F4C3B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932" y="2472265"/>
                  <a:ext cx="410280" cy="400110"/>
                </a:xfrm>
                <a:prstGeom prst="rect">
                  <a:avLst/>
                </a:prstGeom>
                <a:blipFill>
                  <a:blip r:embed="rId2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Pfeil: gebogen 67">
              <a:extLst>
                <a:ext uri="{FF2B5EF4-FFF2-40B4-BE49-F238E27FC236}">
                  <a16:creationId xmlns:a16="http://schemas.microsoft.com/office/drawing/2014/main" id="{96EE1D96-5DCF-0604-C3D8-0D291722FEAC}"/>
                </a:ext>
              </a:extLst>
            </p:cNvPr>
            <p:cNvSpPr/>
            <p:nvPr/>
          </p:nvSpPr>
          <p:spPr>
            <a:xfrm rot="20304312" flipH="1">
              <a:off x="4962843" y="280569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/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de-DE" sz="2000" dirty="0"/>
                    <a:t> </a:t>
                  </a:r>
                </a:p>
              </p:txBody>
            </p:sp>
          </mc:Choice>
          <mc:Fallback xmlns="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441E206E-7A07-DA3C-BCD3-B381D5E50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954" y="2464476"/>
                  <a:ext cx="410280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F0D74BC9-7543-3D50-143A-09D5F1D186A2}"/>
                </a:ext>
              </a:extLst>
            </p:cNvPr>
            <p:cNvCxnSpPr>
              <a:cxnSpLocks/>
              <a:stCxn id="46" idx="0"/>
              <a:endCxn id="48" idx="0"/>
            </p:cNvCxnSpPr>
            <p:nvPr/>
          </p:nvCxnSpPr>
          <p:spPr>
            <a:xfrm flipH="1">
              <a:off x="5222061" y="2418777"/>
              <a:ext cx="5818" cy="51071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Rechteck 84">
            <a:extLst>
              <a:ext uri="{FF2B5EF4-FFF2-40B4-BE49-F238E27FC236}">
                <a16:creationId xmlns:a16="http://schemas.microsoft.com/office/drawing/2014/main" id="{69012B81-5B5F-3471-B292-81861C1A6851}"/>
              </a:ext>
            </a:extLst>
          </p:cNvPr>
          <p:cNvSpPr/>
          <p:nvPr/>
        </p:nvSpPr>
        <p:spPr>
          <a:xfrm rot="17519570" flipH="1">
            <a:off x="4284819" y="6124507"/>
            <a:ext cx="118635" cy="1314626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2997E124-D2CC-C2D3-1B45-EEA01F4188C9}"/>
              </a:ext>
            </a:extLst>
          </p:cNvPr>
          <p:cNvSpPr/>
          <p:nvPr/>
        </p:nvSpPr>
        <p:spPr>
          <a:xfrm>
            <a:off x="3868651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F941617A-23FC-6034-DC49-1E609A306C7E}"/>
              </a:ext>
            </a:extLst>
          </p:cNvPr>
          <p:cNvSpPr/>
          <p:nvPr/>
        </p:nvSpPr>
        <p:spPr>
          <a:xfrm>
            <a:off x="4836521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8FB45004-3D04-ED75-0D9E-3F0C080D8EEB}"/>
              </a:ext>
            </a:extLst>
          </p:cNvPr>
          <p:cNvSpPr/>
          <p:nvPr/>
        </p:nvSpPr>
        <p:spPr>
          <a:xfrm>
            <a:off x="4994410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Ellipse 111">
            <a:extLst>
              <a:ext uri="{FF2B5EF4-FFF2-40B4-BE49-F238E27FC236}">
                <a16:creationId xmlns:a16="http://schemas.microsoft.com/office/drawing/2014/main" id="{A1978827-2302-5FC8-6CB1-9EC114E12E3B}"/>
              </a:ext>
            </a:extLst>
          </p:cNvPr>
          <p:cNvSpPr/>
          <p:nvPr/>
        </p:nvSpPr>
        <p:spPr>
          <a:xfrm>
            <a:off x="4937732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Kreis: nicht ausgefüllt 112">
            <a:extLst>
              <a:ext uri="{FF2B5EF4-FFF2-40B4-BE49-F238E27FC236}">
                <a16:creationId xmlns:a16="http://schemas.microsoft.com/office/drawing/2014/main" id="{A8B4DB0C-5783-8BDE-B438-B921A88DC5D7}"/>
              </a:ext>
            </a:extLst>
          </p:cNvPr>
          <p:cNvSpPr/>
          <p:nvPr/>
        </p:nvSpPr>
        <p:spPr>
          <a:xfrm>
            <a:off x="3611867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0" name="Pfeil: gebogen 129">
            <a:extLst>
              <a:ext uri="{FF2B5EF4-FFF2-40B4-BE49-F238E27FC236}">
                <a16:creationId xmlns:a16="http://schemas.microsoft.com/office/drawing/2014/main" id="{FA176C8C-F4FD-130B-23BD-53BB43C4CC23}"/>
              </a:ext>
            </a:extLst>
          </p:cNvPr>
          <p:cNvSpPr/>
          <p:nvPr/>
        </p:nvSpPr>
        <p:spPr>
          <a:xfrm rot="20304312" flipH="1">
            <a:off x="4803360" y="6787245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BB08DFD-5212-7F6C-1DE3-46083A10C7F6}"/>
              </a:ext>
            </a:extLst>
          </p:cNvPr>
          <p:cNvGrpSpPr/>
          <p:nvPr/>
        </p:nvGrpSpPr>
        <p:grpSpPr>
          <a:xfrm>
            <a:off x="276789" y="2023076"/>
            <a:ext cx="2910830" cy="3230332"/>
            <a:chOff x="276789" y="2023076"/>
            <a:chExt cx="2910830" cy="323033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90172B6C-EDEB-1C14-7378-602E53215FBF}"/>
                </a:ext>
              </a:extLst>
            </p:cNvPr>
            <p:cNvSpPr/>
            <p:nvPr/>
          </p:nvSpPr>
          <p:spPr>
            <a:xfrm>
              <a:off x="1501443" y="4114842"/>
              <a:ext cx="461522" cy="3001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1C3B4BA-FF39-814E-24DA-F7DDBE7C31FC}"/>
                </a:ext>
              </a:extLst>
            </p:cNvPr>
            <p:cNvSpPr/>
            <p:nvPr/>
          </p:nvSpPr>
          <p:spPr>
            <a:xfrm>
              <a:off x="1659332" y="3880965"/>
              <a:ext cx="134109" cy="23387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E24FF80-B0BE-24B5-C232-D7C5FDCBD500}"/>
                </a:ext>
              </a:extLst>
            </p:cNvPr>
            <p:cNvSpPr/>
            <p:nvPr/>
          </p:nvSpPr>
          <p:spPr>
            <a:xfrm>
              <a:off x="1659332" y="3080995"/>
              <a:ext cx="134109" cy="6334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6FD7654D-6B40-7CC3-A63B-F25BB4C2F518}"/>
                </a:ext>
              </a:extLst>
            </p:cNvPr>
            <p:cNvSpPr/>
            <p:nvPr/>
          </p:nvSpPr>
          <p:spPr>
            <a:xfrm>
              <a:off x="1602654" y="3667867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Kreis: nicht ausgefüllt 8">
              <a:extLst>
                <a:ext uri="{FF2B5EF4-FFF2-40B4-BE49-F238E27FC236}">
                  <a16:creationId xmlns:a16="http://schemas.microsoft.com/office/drawing/2014/main" id="{D1A98818-CB39-00A8-4D73-B96EFB60A61F}"/>
                </a:ext>
              </a:extLst>
            </p:cNvPr>
            <p:cNvSpPr/>
            <p:nvPr/>
          </p:nvSpPr>
          <p:spPr>
            <a:xfrm>
              <a:off x="276789" y="2342578"/>
              <a:ext cx="2910830" cy="2910830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A59DCF6-BB57-4104-3FF7-2DBF8ED28245}"/>
                </a:ext>
              </a:extLst>
            </p:cNvPr>
            <p:cNvSpPr/>
            <p:nvPr/>
          </p:nvSpPr>
          <p:spPr>
            <a:xfrm>
              <a:off x="1659332" y="2078543"/>
              <a:ext cx="134109" cy="8159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3BE67E0C-DCF5-B9C7-907A-58EDF042FC0C}"/>
                </a:ext>
              </a:extLst>
            </p:cNvPr>
            <p:cNvSpPr/>
            <p:nvPr/>
          </p:nvSpPr>
          <p:spPr>
            <a:xfrm>
              <a:off x="1596836" y="2853290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D02E4AB8-0A78-FBF5-8706-0776D18F3DB8}"/>
                </a:ext>
              </a:extLst>
            </p:cNvPr>
            <p:cNvGrpSpPr/>
            <p:nvPr/>
          </p:nvGrpSpPr>
          <p:grpSpPr>
            <a:xfrm rot="900000">
              <a:off x="1697037" y="3790621"/>
              <a:ext cx="1440188" cy="379146"/>
              <a:chOff x="1721420" y="3596663"/>
              <a:chExt cx="1442192" cy="379146"/>
            </a:xfrm>
          </p:grpSpPr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A912CEC5-1423-7465-16D6-0FF3A5962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EA4E3043-A0FA-2137-2C5D-05499BB5B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88E6AAF-D8F2-549A-894D-22A2B78B8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454CE33-3B82-0498-7513-D1C9DE37DB32}"/>
                </a:ext>
              </a:extLst>
            </p:cNvPr>
            <p:cNvSpPr txBox="1"/>
            <p:nvPr/>
          </p:nvSpPr>
          <p:spPr>
            <a:xfrm>
              <a:off x="2376937" y="3714404"/>
              <a:ext cx="38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  <p:sp>
          <p:nvSpPr>
            <p:cNvPr id="50" name="Kreis: nicht ausgefüllt 49">
              <a:extLst>
                <a:ext uri="{FF2B5EF4-FFF2-40B4-BE49-F238E27FC236}">
                  <a16:creationId xmlns:a16="http://schemas.microsoft.com/office/drawing/2014/main" id="{96805F6D-2615-0E9A-1E5D-EC539635625F}"/>
                </a:ext>
              </a:extLst>
            </p:cNvPr>
            <p:cNvSpPr/>
            <p:nvPr/>
          </p:nvSpPr>
          <p:spPr>
            <a:xfrm>
              <a:off x="778343" y="2023076"/>
              <a:ext cx="1874097" cy="1874097"/>
            </a:xfrm>
            <a:prstGeom prst="donut">
              <a:avLst>
                <a:gd name="adj" fmla="val 2692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C811964F-8D3D-300C-407B-31667CA0EDD8}"/>
                </a:ext>
              </a:extLst>
            </p:cNvPr>
            <p:cNvGrpSpPr/>
            <p:nvPr/>
          </p:nvGrpSpPr>
          <p:grpSpPr>
            <a:xfrm rot="900000">
              <a:off x="1706538" y="2922671"/>
              <a:ext cx="882543" cy="379146"/>
              <a:chOff x="1721420" y="3596663"/>
              <a:chExt cx="1442192" cy="379146"/>
            </a:xfrm>
          </p:grpSpPr>
          <p:cxnSp>
            <p:nvCxnSpPr>
              <p:cNvPr id="57" name="Gerade Verbindung mit Pfeil 56">
                <a:extLst>
                  <a:ext uri="{FF2B5EF4-FFF2-40B4-BE49-F238E27FC236}">
                    <a16:creationId xmlns:a16="http://schemas.microsoft.com/office/drawing/2014/main" id="{57B1E8EC-F7F4-A2CF-BA0E-9D4F11E1A2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21420" y="3797168"/>
                <a:ext cx="1442192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8B95C89A-4526-CCC4-B4E1-58C8A7DED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7583" y="3648866"/>
                <a:ext cx="0" cy="32694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B482D74-D3B4-F750-0BE5-1DDEFA61F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1420" y="3596663"/>
                <a:ext cx="0" cy="37914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/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56051F9C-EEBF-D64A-0C30-C7774D23A6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65482" y="2822031"/>
                  <a:ext cx="3884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Pfeil: gebogen 131">
              <a:extLst>
                <a:ext uri="{FF2B5EF4-FFF2-40B4-BE49-F238E27FC236}">
                  <a16:creationId xmlns:a16="http://schemas.microsoft.com/office/drawing/2014/main" id="{F966A198-1799-FCC5-4C94-F1C27E172E18}"/>
                </a:ext>
              </a:extLst>
            </p:cNvPr>
            <p:cNvSpPr/>
            <p:nvPr/>
          </p:nvSpPr>
          <p:spPr>
            <a:xfrm rot="20304312" flipH="1">
              <a:off x="1476485" y="2738645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5149250" y="10334611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4013168" y="9198529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184717" y="9677895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989127" y="10175632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D8FCF065-36E1-780B-6056-20641BDE789D}"/>
              </a:ext>
            </a:extLst>
          </p:cNvPr>
          <p:cNvGrpSpPr/>
          <p:nvPr/>
        </p:nvGrpSpPr>
        <p:grpSpPr>
          <a:xfrm rot="15701359">
            <a:off x="8351023" y="3397057"/>
            <a:ext cx="1012485" cy="967817"/>
            <a:chOff x="2677600" y="4978510"/>
            <a:chExt cx="1012485" cy="967817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384D5CE-B7D9-5E5D-A802-9F917FCD553F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944F9C8-2D97-13EB-E5C7-B2A228A95FEF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D074778-E0E8-275F-79D7-B473372708A6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A6B1117-4832-5F73-FA23-2C281BBAFDAD}"/>
              </a:ext>
            </a:extLst>
          </p:cNvPr>
          <p:cNvGrpSpPr/>
          <p:nvPr/>
        </p:nvGrpSpPr>
        <p:grpSpPr>
          <a:xfrm rot="20461877" flipH="1">
            <a:off x="9206964" y="3142638"/>
            <a:ext cx="1012485" cy="967817"/>
            <a:chOff x="2677600" y="4978510"/>
            <a:chExt cx="1012485" cy="967817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8419040-FE8D-859E-11E7-44FF6A2D8C7D}"/>
                </a:ext>
              </a:extLst>
            </p:cNvPr>
            <p:cNvSpPr/>
            <p:nvPr/>
          </p:nvSpPr>
          <p:spPr>
            <a:xfrm>
              <a:off x="2740096" y="5312918"/>
              <a:ext cx="134109" cy="633409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6B6EF24-CD47-B9D7-CBAE-D97F2187C544}"/>
                </a:ext>
              </a:extLst>
            </p:cNvPr>
            <p:cNvSpPr/>
            <p:nvPr/>
          </p:nvSpPr>
          <p:spPr>
            <a:xfrm rot="4277537">
              <a:off x="3215067" y="4637601"/>
              <a:ext cx="134109" cy="815927"/>
            </a:xfrm>
            <a:prstGeom prst="rect">
              <a:avLst/>
            </a:prstGeom>
            <a:solidFill>
              <a:schemeClr val="bg1">
                <a:lumMod val="75000"/>
                <a:alpha val="5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A69D26F-6B32-882E-38B6-70E68EE230C3}"/>
                </a:ext>
              </a:extLst>
            </p:cNvPr>
            <p:cNvSpPr/>
            <p:nvPr/>
          </p:nvSpPr>
          <p:spPr>
            <a:xfrm>
              <a:off x="2677600" y="5085213"/>
              <a:ext cx="259100" cy="2591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1">
                  <a:shade val="15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804D9EC1-3CBA-936E-930C-48417F920679}"/>
              </a:ext>
            </a:extLst>
          </p:cNvPr>
          <p:cNvGrpSpPr/>
          <p:nvPr/>
        </p:nvGrpSpPr>
        <p:grpSpPr>
          <a:xfrm>
            <a:off x="225788" y="5545537"/>
            <a:ext cx="3104976" cy="3603510"/>
            <a:chOff x="482046" y="5795124"/>
            <a:chExt cx="2705573" cy="3139979"/>
          </a:xfrm>
        </p:grpSpPr>
        <p:sp>
          <p:nvSpPr>
            <p:cNvPr id="75" name="Halbbogen 74">
              <a:extLst>
                <a:ext uri="{FF2B5EF4-FFF2-40B4-BE49-F238E27FC236}">
                  <a16:creationId xmlns:a16="http://schemas.microsoft.com/office/drawing/2014/main" id="{A87049D7-3010-EEC8-401E-967D1885C80E}"/>
                </a:ext>
              </a:extLst>
            </p:cNvPr>
            <p:cNvSpPr/>
            <p:nvPr/>
          </p:nvSpPr>
          <p:spPr>
            <a:xfrm rot="11163210" flipH="1" flipV="1">
              <a:off x="482046" y="5795124"/>
              <a:ext cx="2194312" cy="3139979"/>
            </a:xfrm>
            <a:prstGeom prst="blockArc">
              <a:avLst>
                <a:gd name="adj1" fmla="val 16811896"/>
                <a:gd name="adj2" fmla="val 19710707"/>
                <a:gd name="adj3" fmla="val 1687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8A3213FE-F572-FC9B-2A9F-C812B562EDF4}"/>
                </a:ext>
              </a:extLst>
            </p:cNvPr>
            <p:cNvSpPr/>
            <p:nvPr/>
          </p:nvSpPr>
          <p:spPr>
            <a:xfrm>
              <a:off x="876300" y="6268508"/>
              <a:ext cx="2028825" cy="212491"/>
            </a:xfrm>
            <a:prstGeom prst="donut">
              <a:avLst>
                <a:gd name="adj" fmla="val 28646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7" name="Stern: 6 Zacken 76">
              <a:extLst>
                <a:ext uri="{FF2B5EF4-FFF2-40B4-BE49-F238E27FC236}">
                  <a16:creationId xmlns:a16="http://schemas.microsoft.com/office/drawing/2014/main" id="{7418235B-9F6C-0AC4-F35E-CFA68279AF4D}"/>
                </a:ext>
              </a:extLst>
            </p:cNvPr>
            <p:cNvSpPr/>
            <p:nvPr/>
          </p:nvSpPr>
          <p:spPr>
            <a:xfrm rot="227872">
              <a:off x="2316735" y="6193965"/>
              <a:ext cx="190654" cy="190654"/>
            </a:xfrm>
            <a:prstGeom prst="star6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379EF47B-EA6A-1E22-9D8C-8DFD978D5302}"/>
                </a:ext>
              </a:extLst>
            </p:cNvPr>
            <p:cNvGrpSpPr/>
            <p:nvPr/>
          </p:nvGrpSpPr>
          <p:grpSpPr>
            <a:xfrm>
              <a:off x="1750267" y="6417438"/>
              <a:ext cx="326303" cy="61293"/>
              <a:chOff x="1672508" y="7200899"/>
              <a:chExt cx="326303" cy="61293"/>
            </a:xfrm>
          </p:grpSpPr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C382E6F7-C039-50AE-150C-5EE7F45FAE34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A44D37B5-DBE3-9D90-D82F-03E75CFDA3C2}"/>
                  </a:ext>
                </a:extLst>
              </p:cNvPr>
              <p:cNvCxnSpPr/>
              <p:nvPr/>
            </p:nvCxnSpPr>
            <p:spPr>
              <a:xfrm>
                <a:off x="1672508" y="7203280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2AB01BDB-7D7D-251B-7D29-42BEDE03360D}"/>
                  </a:ext>
                </a:extLst>
              </p:cNvPr>
              <p:cNvCxnSpPr/>
              <p:nvPr/>
            </p:nvCxnSpPr>
            <p:spPr>
              <a:xfrm>
                <a:off x="1678213" y="7262079"/>
                <a:ext cx="32059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Gruppieren 100">
              <a:extLst>
                <a:ext uri="{FF2B5EF4-FFF2-40B4-BE49-F238E27FC236}">
                  <a16:creationId xmlns:a16="http://schemas.microsoft.com/office/drawing/2014/main" id="{2FBBB546-EAEE-7D1C-FB87-08A84EB1ADFD}"/>
                </a:ext>
              </a:extLst>
            </p:cNvPr>
            <p:cNvGrpSpPr/>
            <p:nvPr/>
          </p:nvGrpSpPr>
          <p:grpSpPr>
            <a:xfrm rot="21088293">
              <a:off x="2307764" y="6404917"/>
              <a:ext cx="279618" cy="66525"/>
              <a:chOff x="1535064" y="7193970"/>
              <a:chExt cx="462865" cy="76314"/>
            </a:xfrm>
          </p:grpSpPr>
          <p:sp>
            <p:nvSpPr>
              <p:cNvPr id="102" name="Rechteck 101">
                <a:extLst>
                  <a:ext uri="{FF2B5EF4-FFF2-40B4-BE49-F238E27FC236}">
                    <a16:creationId xmlns:a16="http://schemas.microsoft.com/office/drawing/2014/main" id="{73BF76DA-0AC6-6F67-99F1-E0BF5004B199}"/>
                  </a:ext>
                </a:extLst>
              </p:cNvPr>
              <p:cNvSpPr/>
              <p:nvPr/>
            </p:nvSpPr>
            <p:spPr>
              <a:xfrm>
                <a:off x="1682436" y="7200899"/>
                <a:ext cx="290457" cy="6129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6EAB9F40-507C-227E-680B-A2A6E649B3C0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611647" y="7193985"/>
                <a:ext cx="358257" cy="111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0E65FF3-AF3F-1B4D-2690-463D948EBCF5}"/>
                  </a:ext>
                </a:extLst>
              </p:cNvPr>
              <p:cNvCxnSpPr>
                <a:cxnSpLocks/>
              </p:cNvCxnSpPr>
              <p:nvPr/>
            </p:nvCxnSpPr>
            <p:spPr>
              <a:xfrm rot="511707" flipV="1">
                <a:off x="1535064" y="7238118"/>
                <a:ext cx="462865" cy="32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6" name="Kreis: nicht ausgefüllt 75">
              <a:extLst>
                <a:ext uri="{FF2B5EF4-FFF2-40B4-BE49-F238E27FC236}">
                  <a16:creationId xmlns:a16="http://schemas.microsoft.com/office/drawing/2014/main" id="{99BCE46F-AB3C-7300-8813-2B6E91A3130B}"/>
                </a:ext>
              </a:extLst>
            </p:cNvPr>
            <p:cNvSpPr/>
            <p:nvPr/>
          </p:nvSpPr>
          <p:spPr>
            <a:xfrm>
              <a:off x="599066" y="5844264"/>
              <a:ext cx="2588553" cy="2588553"/>
            </a:xfrm>
            <a:prstGeom prst="donut">
              <a:avLst>
                <a:gd name="adj" fmla="val 2692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69EAE154-37FE-B315-0769-672108639033}"/>
                </a:ext>
              </a:extLst>
            </p:cNvPr>
            <p:cNvSpPr>
              <a:spLocks/>
            </p:cNvSpPr>
            <p:nvPr/>
          </p:nvSpPr>
          <p:spPr>
            <a:xfrm rot="4040379">
              <a:off x="2451237" y="6286473"/>
              <a:ext cx="87063" cy="1137962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Zylinder 78">
              <a:extLst>
                <a:ext uri="{FF2B5EF4-FFF2-40B4-BE49-F238E27FC236}">
                  <a16:creationId xmlns:a16="http://schemas.microsoft.com/office/drawing/2014/main" id="{3B4896B6-525A-FECE-5295-74E15069D462}"/>
                </a:ext>
              </a:extLst>
            </p:cNvPr>
            <p:cNvSpPr/>
            <p:nvPr/>
          </p:nvSpPr>
          <p:spPr>
            <a:xfrm>
              <a:off x="1800204" y="7138541"/>
              <a:ext cx="186278" cy="485868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FE8D1956-265A-0285-8263-321516A36EE5}"/>
                </a:ext>
              </a:extLst>
            </p:cNvPr>
            <p:cNvSpPr/>
            <p:nvPr/>
          </p:nvSpPr>
          <p:spPr>
            <a:xfrm>
              <a:off x="1755752" y="6979241"/>
              <a:ext cx="299343" cy="299343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Kreis: nicht ausgefüllt 80">
              <a:extLst>
                <a:ext uri="{FF2B5EF4-FFF2-40B4-BE49-F238E27FC236}">
                  <a16:creationId xmlns:a16="http://schemas.microsoft.com/office/drawing/2014/main" id="{6EB8249B-7406-B5F5-6F8C-E352BEDE619E}"/>
                </a:ext>
              </a:extLst>
            </p:cNvPr>
            <p:cNvSpPr/>
            <p:nvPr/>
          </p:nvSpPr>
          <p:spPr>
            <a:xfrm>
              <a:off x="611981" y="6814593"/>
              <a:ext cx="2575638" cy="452107"/>
            </a:xfrm>
            <a:prstGeom prst="donut">
              <a:avLst>
                <a:gd name="adj" fmla="val 13391"/>
              </a:avLst>
            </a:prstGeom>
            <a:solidFill>
              <a:srgbClr val="FFC000"/>
            </a:solid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 extrusionH="76200" prstMaterial="matte">
              <a:extrusionClr>
                <a:schemeClr val="tx1"/>
              </a:extrusion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348FD1F5-5B37-618A-8839-D3035BB0E29B}"/>
                </a:ext>
              </a:extLst>
            </p:cNvPr>
            <p:cNvSpPr/>
            <p:nvPr/>
          </p:nvSpPr>
          <p:spPr>
            <a:xfrm>
              <a:off x="1507336" y="7578323"/>
              <a:ext cx="803294" cy="2993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81506B75-A274-58F0-77F2-798FA32E901D}"/>
                </a:ext>
              </a:extLst>
            </p:cNvPr>
            <p:cNvSpPr/>
            <p:nvPr/>
          </p:nvSpPr>
          <p:spPr>
            <a:xfrm rot="4076129">
              <a:off x="2413435" y="6711034"/>
              <a:ext cx="87732" cy="31935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0B5CE55F-DE13-8282-9EAF-C4CDF2471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2663" y="6746370"/>
              <a:ext cx="386678" cy="1638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81051765-59AC-F95D-005D-9682885BE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0630" y="6827136"/>
              <a:ext cx="363279" cy="1513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A49A0C-C460-DA8F-9B51-2E162C396133}"/>
              </a:ext>
            </a:extLst>
          </p:cNvPr>
          <p:cNvSpPr/>
          <p:nvPr/>
        </p:nvSpPr>
        <p:spPr>
          <a:xfrm>
            <a:off x="7060584" y="6248968"/>
            <a:ext cx="2381363" cy="579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F0ABE8E2-8811-C01E-A92C-B2E2A855CBC1}"/>
              </a:ext>
            </a:extLst>
          </p:cNvPr>
          <p:cNvSpPr/>
          <p:nvPr/>
        </p:nvSpPr>
        <p:spPr>
          <a:xfrm>
            <a:off x="8028454" y="7365114"/>
            <a:ext cx="461522" cy="3001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1BDA47AC-0AC5-403F-8096-166751AE0808}"/>
              </a:ext>
            </a:extLst>
          </p:cNvPr>
          <p:cNvSpPr/>
          <p:nvPr/>
        </p:nvSpPr>
        <p:spPr>
          <a:xfrm>
            <a:off x="8186343" y="7131237"/>
            <a:ext cx="134109" cy="23387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A1664D22-5D7A-6139-C593-41F7C70D2912}"/>
              </a:ext>
            </a:extLst>
          </p:cNvPr>
          <p:cNvSpPr/>
          <p:nvPr/>
        </p:nvSpPr>
        <p:spPr>
          <a:xfrm>
            <a:off x="8129665" y="6918140"/>
            <a:ext cx="259100" cy="2591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Kreis: nicht ausgefüllt 124">
            <a:extLst>
              <a:ext uri="{FF2B5EF4-FFF2-40B4-BE49-F238E27FC236}">
                <a16:creationId xmlns:a16="http://schemas.microsoft.com/office/drawing/2014/main" id="{2122957E-60AD-AADD-E8E9-A077E9380858}"/>
              </a:ext>
            </a:extLst>
          </p:cNvPr>
          <p:cNvSpPr/>
          <p:nvPr/>
        </p:nvSpPr>
        <p:spPr>
          <a:xfrm>
            <a:off x="6803800" y="5592850"/>
            <a:ext cx="2910830" cy="2910830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Pfeil: gebogen 125">
            <a:extLst>
              <a:ext uri="{FF2B5EF4-FFF2-40B4-BE49-F238E27FC236}">
                <a16:creationId xmlns:a16="http://schemas.microsoft.com/office/drawing/2014/main" id="{E8F9BDFF-9B84-473F-F9D6-C0272B9D0CEF}"/>
              </a:ext>
            </a:extLst>
          </p:cNvPr>
          <p:cNvSpPr/>
          <p:nvPr/>
        </p:nvSpPr>
        <p:spPr>
          <a:xfrm rot="20304312" flipH="1">
            <a:off x="7994729" y="6793953"/>
            <a:ext cx="506933" cy="525048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/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571AC5AE-1D56-7EC3-F939-6D0E62B5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910" y="6719093"/>
                <a:ext cx="410280" cy="317203"/>
              </a:xfrm>
              <a:prstGeom prst="rect">
                <a:avLst/>
              </a:prstGeom>
              <a:blipFill>
                <a:blip r:embed="rId5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/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III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0F8D180C-5532-60B2-7C9F-8CF795CA5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69" y="6669920"/>
                <a:ext cx="410280" cy="317203"/>
              </a:xfrm>
              <a:prstGeom prst="rect">
                <a:avLst/>
              </a:prstGeom>
              <a:blipFill>
                <a:blip r:embed="rId6"/>
                <a:stretch>
                  <a:fillRect r="-2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D112BCF-E2B7-2C01-8C54-081739EA9730}"/>
              </a:ext>
            </a:extLst>
          </p:cNvPr>
          <p:cNvGrpSpPr/>
          <p:nvPr/>
        </p:nvGrpSpPr>
        <p:grpSpPr>
          <a:xfrm>
            <a:off x="218348" y="9173819"/>
            <a:ext cx="2969271" cy="3603510"/>
            <a:chOff x="218348" y="9173819"/>
            <a:chExt cx="2969271" cy="3603510"/>
          </a:xfrm>
        </p:grpSpPr>
        <p:sp>
          <p:nvSpPr>
            <p:cNvPr id="140" name="Halbbogen 139">
              <a:extLst>
                <a:ext uri="{FF2B5EF4-FFF2-40B4-BE49-F238E27FC236}">
                  <a16:creationId xmlns:a16="http://schemas.microsoft.com/office/drawing/2014/main" id="{92E4002A-0CCC-4C0F-D000-D03D8F017D26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D38EE206-80B9-074E-C239-EE05065F18F7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FBC82358-6027-577F-A6BF-FDFF8CF187E6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Kreis: nicht ausgefüllt 153">
                <a:extLst>
                  <a:ext uri="{FF2B5EF4-FFF2-40B4-BE49-F238E27FC236}">
                    <a16:creationId xmlns:a16="http://schemas.microsoft.com/office/drawing/2014/main" id="{17B1056E-7435-76DC-C273-9FBA576DEC7F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Stern: 6 Zacken 154">
                <a:extLst>
                  <a:ext uri="{FF2B5EF4-FFF2-40B4-BE49-F238E27FC236}">
                    <a16:creationId xmlns:a16="http://schemas.microsoft.com/office/drawing/2014/main" id="{C5453CFB-CC07-7DFB-622E-A39E2C8FC227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57F186A8-4DD8-CC5F-B0DA-59CE80FC9FD8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83" name="Rechteck 182">
                  <a:extLst>
                    <a:ext uri="{FF2B5EF4-FFF2-40B4-BE49-F238E27FC236}">
                      <a16:creationId xmlns:a16="http://schemas.microsoft.com/office/drawing/2014/main" id="{5A6F00D7-F703-F4F6-F986-0A0891E98BAB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" name="Gerader Verbinder 183">
                  <a:extLst>
                    <a:ext uri="{FF2B5EF4-FFF2-40B4-BE49-F238E27FC236}">
                      <a16:creationId xmlns:a16="http://schemas.microsoft.com/office/drawing/2014/main" id="{D0BC3448-DDE9-010D-3671-6630DEC85562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Gerader Verbinder 184">
                  <a:extLst>
                    <a:ext uri="{FF2B5EF4-FFF2-40B4-BE49-F238E27FC236}">
                      <a16:creationId xmlns:a16="http://schemas.microsoft.com/office/drawing/2014/main" id="{B317F74F-D45F-6E88-7382-5E0CFCFEC101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uppieren 156">
                <a:extLst>
                  <a:ext uri="{FF2B5EF4-FFF2-40B4-BE49-F238E27FC236}">
                    <a16:creationId xmlns:a16="http://schemas.microsoft.com/office/drawing/2014/main" id="{426CAD6D-22F7-263F-BC64-9D5DD852989F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80" name="Rechteck 179">
                  <a:extLst>
                    <a:ext uri="{FF2B5EF4-FFF2-40B4-BE49-F238E27FC236}">
                      <a16:creationId xmlns:a16="http://schemas.microsoft.com/office/drawing/2014/main" id="{C4A13D9D-87D9-5C14-7A62-57FF2B4F50A7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DAD2A3B9-D276-1687-A4FC-AD9465C7E6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0F40AE3D-67E8-B14C-1A1E-0D7023B29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9" name="Kreis: nicht ausgefüllt 158">
                <a:extLst>
                  <a:ext uri="{FF2B5EF4-FFF2-40B4-BE49-F238E27FC236}">
                    <a16:creationId xmlns:a16="http://schemas.microsoft.com/office/drawing/2014/main" id="{1D495140-BD43-F32E-5319-FACFD9B33D5A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Zylinder 160">
                <a:extLst>
                  <a:ext uri="{FF2B5EF4-FFF2-40B4-BE49-F238E27FC236}">
                    <a16:creationId xmlns:a16="http://schemas.microsoft.com/office/drawing/2014/main" id="{B60AC3A0-E397-F956-B617-23E810AE9CEE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62" name="Ellipse 161">
                <a:extLst>
                  <a:ext uri="{FF2B5EF4-FFF2-40B4-BE49-F238E27FC236}">
                    <a16:creationId xmlns:a16="http://schemas.microsoft.com/office/drawing/2014/main" id="{61B3CC89-65EA-7492-E92A-D62E8311AB26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Kreis: nicht ausgefüllt 164">
                <a:extLst>
                  <a:ext uri="{FF2B5EF4-FFF2-40B4-BE49-F238E27FC236}">
                    <a16:creationId xmlns:a16="http://schemas.microsoft.com/office/drawing/2014/main" id="{180F920A-7311-0467-492B-251C68E64EB0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Rechteck 165">
                <a:extLst>
                  <a:ext uri="{FF2B5EF4-FFF2-40B4-BE49-F238E27FC236}">
                    <a16:creationId xmlns:a16="http://schemas.microsoft.com/office/drawing/2014/main" id="{DF4405EE-3627-4A90-572E-AFD910C7068E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19268443-C325-13A4-E5BD-BE19262C026C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67" name="Rechteck 166">
                  <a:extLst>
                    <a:ext uri="{FF2B5EF4-FFF2-40B4-BE49-F238E27FC236}">
                      <a16:creationId xmlns:a16="http://schemas.microsoft.com/office/drawing/2014/main" id="{4E7C6A27-74A1-BC56-B412-54F3D9DEE302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A91469B-BE4B-FF18-FB25-79EC16743E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0B188657-704D-59C9-396A-9D962C8146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/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2" name="Textfeld 201">
                <a:extLst>
                  <a:ext uri="{FF2B5EF4-FFF2-40B4-BE49-F238E27FC236}">
                    <a16:creationId xmlns:a16="http://schemas.microsoft.com/office/drawing/2014/main" id="{DA07489E-F153-C3D1-477A-8BE347B75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6677" y="6354420"/>
                <a:ext cx="410280" cy="31720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/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IV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4" name="Textfeld 203">
                <a:extLst>
                  <a:ext uri="{FF2B5EF4-FFF2-40B4-BE49-F238E27FC236}">
                    <a16:creationId xmlns:a16="http://schemas.microsoft.com/office/drawing/2014/main" id="{BB8D9D14-BF12-0467-CBB5-1BF472902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9976" y="6289045"/>
                <a:ext cx="511347" cy="3172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629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B6627CC4-10C4-08EB-1411-34EF5DA4DD47}"/>
              </a:ext>
            </a:extLst>
          </p:cNvPr>
          <p:cNvGrpSpPr/>
          <p:nvPr/>
        </p:nvGrpSpPr>
        <p:grpSpPr>
          <a:xfrm rot="21353473" flipH="1">
            <a:off x="3257610" y="1770148"/>
            <a:ext cx="1230842" cy="141193"/>
            <a:chOff x="4347492" y="1721425"/>
            <a:chExt cx="1231107" cy="141193"/>
          </a:xfrm>
        </p:grpSpPr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A76B4466-611B-2E67-EA72-1873FA2C059F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3B72AE71-7F49-3E07-96A6-F07540C6EADF}"/>
                </a:ext>
              </a:extLst>
            </p:cNvPr>
            <p:cNvSpPr/>
            <p:nvPr/>
          </p:nvSpPr>
          <p:spPr>
            <a:xfrm rot="3951443">
              <a:off x="4928876" y="1142250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400D598B-E1E4-8E90-523E-12CB22D80F82}"/>
              </a:ext>
            </a:extLst>
          </p:cNvPr>
          <p:cNvGrpSpPr/>
          <p:nvPr/>
        </p:nvGrpSpPr>
        <p:grpSpPr>
          <a:xfrm rot="21353473">
            <a:off x="4393692" y="1707147"/>
            <a:ext cx="1235066" cy="140276"/>
            <a:chOff x="4347492" y="1722342"/>
            <a:chExt cx="1235066" cy="140276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CCD71996-AFA7-0D4A-B5B9-2FF720B1CAB0}"/>
                </a:ext>
              </a:extLst>
            </p:cNvPr>
            <p:cNvSpPr/>
            <p:nvPr/>
          </p:nvSpPr>
          <p:spPr>
            <a:xfrm rot="3951443">
              <a:off x="4891803" y="1178031"/>
              <a:ext cx="140276" cy="122889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F968DFB-C5CE-BA0D-8096-08E0108F5C30}"/>
                </a:ext>
              </a:extLst>
            </p:cNvPr>
            <p:cNvSpPr/>
            <p:nvPr/>
          </p:nvSpPr>
          <p:spPr>
            <a:xfrm rot="3951443">
              <a:off x="4932835" y="1209846"/>
              <a:ext cx="70547" cy="1228898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Halbbogen 50">
            <a:extLst>
              <a:ext uri="{FF2B5EF4-FFF2-40B4-BE49-F238E27FC236}">
                <a16:creationId xmlns:a16="http://schemas.microsoft.com/office/drawing/2014/main" id="{2047C6B2-4907-46D8-FEF0-502E3775EA4F}"/>
              </a:ext>
            </a:extLst>
          </p:cNvPr>
          <p:cNvSpPr/>
          <p:nvPr/>
        </p:nvSpPr>
        <p:spPr>
          <a:xfrm rot="11163210" flipH="1" flipV="1">
            <a:off x="825248" y="5618049"/>
            <a:ext cx="3799364" cy="5436748"/>
          </a:xfrm>
          <a:prstGeom prst="blockArc">
            <a:avLst>
              <a:gd name="adj1" fmla="val 16811896"/>
              <a:gd name="adj2" fmla="val 19710707"/>
              <a:gd name="adj3" fmla="val 1687"/>
            </a:avLst>
          </a:prstGeom>
          <a:solidFill>
            <a:srgbClr val="FFC000"/>
          </a:solidFill>
          <a:ln w="222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tern: 6 Zacken 52">
            <a:extLst>
              <a:ext uri="{FF2B5EF4-FFF2-40B4-BE49-F238E27FC236}">
                <a16:creationId xmlns:a16="http://schemas.microsoft.com/office/drawing/2014/main" id="{1387696C-5EAB-9890-7B16-57ECB2A4A69F}"/>
              </a:ext>
            </a:extLst>
          </p:cNvPr>
          <p:cNvSpPr/>
          <p:nvPr/>
        </p:nvSpPr>
        <p:spPr>
          <a:xfrm rot="227872">
            <a:off x="4011324" y="6324977"/>
            <a:ext cx="322937" cy="322937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645D6A-758A-ED15-EFA0-8BDE3CF6D3BB}"/>
              </a:ext>
            </a:extLst>
          </p:cNvPr>
          <p:cNvSpPr/>
          <p:nvPr/>
        </p:nvSpPr>
        <p:spPr>
          <a:xfrm rot="13735647" flipH="1">
            <a:off x="3538363" y="6218139"/>
            <a:ext cx="365019" cy="1324990"/>
          </a:xfrm>
          <a:custGeom>
            <a:avLst/>
            <a:gdLst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0 w 388447"/>
              <a:gd name="connsiteY5" fmla="*/ 1348545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0 w 388447"/>
              <a:gd name="connsiteY3" fmla="*/ 1348545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319078 w 388447"/>
              <a:gd name="connsiteY11" fmla="*/ 1348545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319078 w 388447"/>
              <a:gd name="connsiteY4" fmla="*/ 1348545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319078 w 388447"/>
              <a:gd name="connsiteY3" fmla="*/ 1348545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348545"/>
              <a:gd name="connsiteX1" fmla="*/ 319078 w 388447"/>
              <a:gd name="connsiteY1" fmla="*/ 69369 h 1348545"/>
              <a:gd name="connsiteX2" fmla="*/ 319078 w 388447"/>
              <a:gd name="connsiteY2" fmla="*/ 1348545 h 1348545"/>
              <a:gd name="connsiteX3" fmla="*/ 5455 w 388447"/>
              <a:gd name="connsiteY3" fmla="*/ 1006867 h 1348545"/>
              <a:gd name="connsiteX4" fmla="*/ 0 w 388447"/>
              <a:gd name="connsiteY4" fmla="*/ 69369 h 1348545"/>
              <a:gd name="connsiteX0" fmla="*/ 319078 w 388447"/>
              <a:gd name="connsiteY0" fmla="*/ 69369 h 1348545"/>
              <a:gd name="connsiteX1" fmla="*/ 388447 w 388447"/>
              <a:gd name="connsiteY1" fmla="*/ 0 h 1348545"/>
              <a:gd name="connsiteX2" fmla="*/ 388447 w 388447"/>
              <a:gd name="connsiteY2" fmla="*/ 1279176 h 1348545"/>
              <a:gd name="connsiteX3" fmla="*/ 276121 w 388447"/>
              <a:gd name="connsiteY3" fmla="*/ 1265387 h 1348545"/>
              <a:gd name="connsiteX4" fmla="*/ 319078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19078 w 388447"/>
              <a:gd name="connsiteY3" fmla="*/ 69369 h 1348545"/>
              <a:gd name="connsiteX4" fmla="*/ 0 w 388447"/>
              <a:gd name="connsiteY4" fmla="*/ 69369 h 1348545"/>
              <a:gd name="connsiteX0" fmla="*/ 0 w 388447"/>
              <a:gd name="connsiteY0" fmla="*/ 69369 h 1348545"/>
              <a:gd name="connsiteX1" fmla="*/ 69369 w 388447"/>
              <a:gd name="connsiteY1" fmla="*/ 0 h 1348545"/>
              <a:gd name="connsiteX2" fmla="*/ 388447 w 388447"/>
              <a:gd name="connsiteY2" fmla="*/ 0 h 1348545"/>
              <a:gd name="connsiteX3" fmla="*/ 388447 w 388447"/>
              <a:gd name="connsiteY3" fmla="*/ 1279176 h 1348545"/>
              <a:gd name="connsiteX4" fmla="*/ 268955 w 388447"/>
              <a:gd name="connsiteY4" fmla="*/ 1278161 h 1348545"/>
              <a:gd name="connsiteX5" fmla="*/ 5455 w 388447"/>
              <a:gd name="connsiteY5" fmla="*/ 1006867 h 1348545"/>
              <a:gd name="connsiteX6" fmla="*/ 0 w 388447"/>
              <a:gd name="connsiteY6" fmla="*/ 69369 h 1348545"/>
              <a:gd name="connsiteX7" fmla="*/ 0 w 388447"/>
              <a:gd name="connsiteY7" fmla="*/ 69369 h 1348545"/>
              <a:gd name="connsiteX8" fmla="*/ 319078 w 388447"/>
              <a:gd name="connsiteY8" fmla="*/ 69369 h 1348545"/>
              <a:gd name="connsiteX9" fmla="*/ 388447 w 388447"/>
              <a:gd name="connsiteY9" fmla="*/ 0 h 1348545"/>
              <a:gd name="connsiteX10" fmla="*/ 319078 w 388447"/>
              <a:gd name="connsiteY10" fmla="*/ 69369 h 1348545"/>
              <a:gd name="connsiteX11" fmla="*/ 275714 w 388447"/>
              <a:gd name="connsiteY11" fmla="*/ 1269744 h 1348545"/>
              <a:gd name="connsiteX0" fmla="*/ 0 w 388447"/>
              <a:gd name="connsiteY0" fmla="*/ 69369 h 1288904"/>
              <a:gd name="connsiteX1" fmla="*/ 319078 w 388447"/>
              <a:gd name="connsiteY1" fmla="*/ 69369 h 1288904"/>
              <a:gd name="connsiteX2" fmla="*/ 264966 w 388447"/>
              <a:gd name="connsiteY2" fmla="*/ 1288904 h 1288904"/>
              <a:gd name="connsiteX3" fmla="*/ 5455 w 388447"/>
              <a:gd name="connsiteY3" fmla="*/ 1006867 h 1288904"/>
              <a:gd name="connsiteX4" fmla="*/ 0 w 388447"/>
              <a:gd name="connsiteY4" fmla="*/ 69369 h 1288904"/>
              <a:gd name="connsiteX0" fmla="*/ 319078 w 388447"/>
              <a:gd name="connsiteY0" fmla="*/ 69369 h 1288904"/>
              <a:gd name="connsiteX1" fmla="*/ 388447 w 388447"/>
              <a:gd name="connsiteY1" fmla="*/ 0 h 1288904"/>
              <a:gd name="connsiteX2" fmla="*/ 388447 w 388447"/>
              <a:gd name="connsiteY2" fmla="*/ 1279176 h 1288904"/>
              <a:gd name="connsiteX3" fmla="*/ 276121 w 388447"/>
              <a:gd name="connsiteY3" fmla="*/ 1265387 h 1288904"/>
              <a:gd name="connsiteX4" fmla="*/ 319078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19078 w 388447"/>
              <a:gd name="connsiteY3" fmla="*/ 69369 h 1288904"/>
              <a:gd name="connsiteX4" fmla="*/ 0 w 388447"/>
              <a:gd name="connsiteY4" fmla="*/ 69369 h 1288904"/>
              <a:gd name="connsiteX0" fmla="*/ 0 w 388447"/>
              <a:gd name="connsiteY0" fmla="*/ 69369 h 1288904"/>
              <a:gd name="connsiteX1" fmla="*/ 69369 w 388447"/>
              <a:gd name="connsiteY1" fmla="*/ 0 h 1288904"/>
              <a:gd name="connsiteX2" fmla="*/ 388447 w 388447"/>
              <a:gd name="connsiteY2" fmla="*/ 0 h 1288904"/>
              <a:gd name="connsiteX3" fmla="*/ 388447 w 388447"/>
              <a:gd name="connsiteY3" fmla="*/ 1279176 h 1288904"/>
              <a:gd name="connsiteX4" fmla="*/ 268955 w 388447"/>
              <a:gd name="connsiteY4" fmla="*/ 1278161 h 1288904"/>
              <a:gd name="connsiteX5" fmla="*/ 5455 w 388447"/>
              <a:gd name="connsiteY5" fmla="*/ 1006867 h 1288904"/>
              <a:gd name="connsiteX6" fmla="*/ 0 w 388447"/>
              <a:gd name="connsiteY6" fmla="*/ 69369 h 1288904"/>
              <a:gd name="connsiteX7" fmla="*/ 0 w 388447"/>
              <a:gd name="connsiteY7" fmla="*/ 69369 h 1288904"/>
              <a:gd name="connsiteX8" fmla="*/ 319078 w 388447"/>
              <a:gd name="connsiteY8" fmla="*/ 69369 h 1288904"/>
              <a:gd name="connsiteX9" fmla="*/ 388447 w 388447"/>
              <a:gd name="connsiteY9" fmla="*/ 0 h 1288904"/>
              <a:gd name="connsiteX10" fmla="*/ 319078 w 388447"/>
              <a:gd name="connsiteY10" fmla="*/ 69369 h 1288904"/>
              <a:gd name="connsiteX11" fmla="*/ 275714 w 388447"/>
              <a:gd name="connsiteY11" fmla="*/ 1269744 h 1288904"/>
              <a:gd name="connsiteX0" fmla="*/ 0 w 436210"/>
              <a:gd name="connsiteY0" fmla="*/ 69369 h 1288904"/>
              <a:gd name="connsiteX1" fmla="*/ 319078 w 436210"/>
              <a:gd name="connsiteY1" fmla="*/ 69369 h 1288904"/>
              <a:gd name="connsiteX2" fmla="*/ 264966 w 436210"/>
              <a:gd name="connsiteY2" fmla="*/ 1288904 h 1288904"/>
              <a:gd name="connsiteX3" fmla="*/ 5455 w 436210"/>
              <a:gd name="connsiteY3" fmla="*/ 1006867 h 1288904"/>
              <a:gd name="connsiteX4" fmla="*/ 0 w 436210"/>
              <a:gd name="connsiteY4" fmla="*/ 69369 h 1288904"/>
              <a:gd name="connsiteX0" fmla="*/ 319078 w 436210"/>
              <a:gd name="connsiteY0" fmla="*/ 69369 h 1288904"/>
              <a:gd name="connsiteX1" fmla="*/ 388447 w 436210"/>
              <a:gd name="connsiteY1" fmla="*/ 0 h 1288904"/>
              <a:gd name="connsiteX2" fmla="*/ 388447 w 436210"/>
              <a:gd name="connsiteY2" fmla="*/ 1279176 h 1288904"/>
              <a:gd name="connsiteX3" fmla="*/ 276121 w 436210"/>
              <a:gd name="connsiteY3" fmla="*/ 1265387 h 1288904"/>
              <a:gd name="connsiteX4" fmla="*/ 319078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19078 w 436210"/>
              <a:gd name="connsiteY3" fmla="*/ 69369 h 1288904"/>
              <a:gd name="connsiteX4" fmla="*/ 0 w 436210"/>
              <a:gd name="connsiteY4" fmla="*/ 69369 h 1288904"/>
              <a:gd name="connsiteX0" fmla="*/ 0 w 436210"/>
              <a:gd name="connsiteY0" fmla="*/ 69369 h 1288904"/>
              <a:gd name="connsiteX1" fmla="*/ 69369 w 436210"/>
              <a:gd name="connsiteY1" fmla="*/ 0 h 1288904"/>
              <a:gd name="connsiteX2" fmla="*/ 388447 w 436210"/>
              <a:gd name="connsiteY2" fmla="*/ 0 h 1288904"/>
              <a:gd name="connsiteX3" fmla="*/ 388447 w 436210"/>
              <a:gd name="connsiteY3" fmla="*/ 1279176 h 1288904"/>
              <a:gd name="connsiteX4" fmla="*/ 268955 w 436210"/>
              <a:gd name="connsiteY4" fmla="*/ 1278161 h 1288904"/>
              <a:gd name="connsiteX5" fmla="*/ 5455 w 436210"/>
              <a:gd name="connsiteY5" fmla="*/ 1006867 h 1288904"/>
              <a:gd name="connsiteX6" fmla="*/ 0 w 436210"/>
              <a:gd name="connsiteY6" fmla="*/ 69369 h 1288904"/>
              <a:gd name="connsiteX7" fmla="*/ 0 w 436210"/>
              <a:gd name="connsiteY7" fmla="*/ 69369 h 1288904"/>
              <a:gd name="connsiteX8" fmla="*/ 319078 w 436210"/>
              <a:gd name="connsiteY8" fmla="*/ 69369 h 1288904"/>
              <a:gd name="connsiteX9" fmla="*/ 436210 w 436210"/>
              <a:gd name="connsiteY9" fmla="*/ 63698 h 1288904"/>
              <a:gd name="connsiteX10" fmla="*/ 319078 w 436210"/>
              <a:gd name="connsiteY10" fmla="*/ 69369 h 1288904"/>
              <a:gd name="connsiteX11" fmla="*/ 275714 w 43621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388447 w 484150"/>
              <a:gd name="connsiteY2" fmla="*/ 0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388447 w 484150"/>
              <a:gd name="connsiteY1" fmla="*/ 0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447 w 484150"/>
              <a:gd name="connsiteY3" fmla="*/ 1279176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388447 w 484150"/>
              <a:gd name="connsiteY2" fmla="*/ 1279176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  <a:gd name="connsiteX0" fmla="*/ 0 w 484150"/>
              <a:gd name="connsiteY0" fmla="*/ 69369 h 1288904"/>
              <a:gd name="connsiteX1" fmla="*/ 319078 w 484150"/>
              <a:gd name="connsiteY1" fmla="*/ 69369 h 1288904"/>
              <a:gd name="connsiteX2" fmla="*/ 264966 w 484150"/>
              <a:gd name="connsiteY2" fmla="*/ 1288904 h 1288904"/>
              <a:gd name="connsiteX3" fmla="*/ 5455 w 484150"/>
              <a:gd name="connsiteY3" fmla="*/ 1006867 h 1288904"/>
              <a:gd name="connsiteX4" fmla="*/ 0 w 484150"/>
              <a:gd name="connsiteY4" fmla="*/ 69369 h 1288904"/>
              <a:gd name="connsiteX0" fmla="*/ 319078 w 484150"/>
              <a:gd name="connsiteY0" fmla="*/ 69369 h 1288904"/>
              <a:gd name="connsiteX1" fmla="*/ 483663 w 484150"/>
              <a:gd name="connsiteY1" fmla="*/ 58973 h 1288904"/>
              <a:gd name="connsiteX2" fmla="*/ 407584 w 484150"/>
              <a:gd name="connsiteY2" fmla="*/ 1234169 h 1288904"/>
              <a:gd name="connsiteX3" fmla="*/ 276121 w 484150"/>
              <a:gd name="connsiteY3" fmla="*/ 1265387 h 1288904"/>
              <a:gd name="connsiteX4" fmla="*/ 319078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78210 w 484150"/>
              <a:gd name="connsiteY2" fmla="*/ 61436 h 1288904"/>
              <a:gd name="connsiteX3" fmla="*/ 319078 w 484150"/>
              <a:gd name="connsiteY3" fmla="*/ 69369 h 1288904"/>
              <a:gd name="connsiteX4" fmla="*/ 0 w 484150"/>
              <a:gd name="connsiteY4" fmla="*/ 69369 h 1288904"/>
              <a:gd name="connsiteX0" fmla="*/ 0 w 484150"/>
              <a:gd name="connsiteY0" fmla="*/ 69369 h 1288904"/>
              <a:gd name="connsiteX1" fmla="*/ 69369 w 484150"/>
              <a:gd name="connsiteY1" fmla="*/ 0 h 1288904"/>
              <a:gd name="connsiteX2" fmla="*/ 460792 w 484150"/>
              <a:gd name="connsiteY2" fmla="*/ 56180 h 1288904"/>
              <a:gd name="connsiteX3" fmla="*/ 388536 w 484150"/>
              <a:gd name="connsiteY3" fmla="*/ 1246344 h 1288904"/>
              <a:gd name="connsiteX4" fmla="*/ 268955 w 484150"/>
              <a:gd name="connsiteY4" fmla="*/ 1278161 h 1288904"/>
              <a:gd name="connsiteX5" fmla="*/ 5455 w 484150"/>
              <a:gd name="connsiteY5" fmla="*/ 1006867 h 1288904"/>
              <a:gd name="connsiteX6" fmla="*/ 0 w 484150"/>
              <a:gd name="connsiteY6" fmla="*/ 69369 h 1288904"/>
              <a:gd name="connsiteX7" fmla="*/ 0 w 484150"/>
              <a:gd name="connsiteY7" fmla="*/ 69369 h 1288904"/>
              <a:gd name="connsiteX8" fmla="*/ 319078 w 484150"/>
              <a:gd name="connsiteY8" fmla="*/ 69369 h 1288904"/>
              <a:gd name="connsiteX9" fmla="*/ 484150 w 484150"/>
              <a:gd name="connsiteY9" fmla="*/ 61733 h 1288904"/>
              <a:gd name="connsiteX10" fmla="*/ 319078 w 484150"/>
              <a:gd name="connsiteY10" fmla="*/ 69369 h 1288904"/>
              <a:gd name="connsiteX11" fmla="*/ 275714 w 484150"/>
              <a:gd name="connsiteY11" fmla="*/ 1269744 h 1288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4150" h="1288904" stroke="0" extrusionOk="0">
                <a:moveTo>
                  <a:pt x="0" y="69369"/>
                </a:moveTo>
                <a:lnTo>
                  <a:pt x="319078" y="69369"/>
                </a:lnTo>
                <a:lnTo>
                  <a:pt x="264966" y="1288904"/>
                </a:lnTo>
                <a:lnTo>
                  <a:pt x="5455" y="1006867"/>
                </a:lnTo>
                <a:cubicBezTo>
                  <a:pt x="3637" y="694368"/>
                  <a:pt x="1818" y="381868"/>
                  <a:pt x="0" y="69369"/>
                </a:cubicBezTo>
                <a:close/>
              </a:path>
              <a:path w="484150" h="1288904" fill="darkenLess" stroke="0" extrusionOk="0">
                <a:moveTo>
                  <a:pt x="319078" y="69369"/>
                </a:moveTo>
                <a:lnTo>
                  <a:pt x="483663" y="58973"/>
                </a:lnTo>
                <a:lnTo>
                  <a:pt x="407584" y="1234169"/>
                </a:lnTo>
                <a:lnTo>
                  <a:pt x="276121" y="1265387"/>
                </a:lnTo>
                <a:lnTo>
                  <a:pt x="319078" y="69369"/>
                </a:lnTo>
                <a:close/>
              </a:path>
              <a:path w="484150" h="1288904" fill="lightenLess" stroke="0" extrusionOk="0">
                <a:moveTo>
                  <a:pt x="0" y="69369"/>
                </a:moveTo>
                <a:lnTo>
                  <a:pt x="69369" y="0"/>
                </a:lnTo>
                <a:lnTo>
                  <a:pt x="478210" y="61436"/>
                </a:lnTo>
                <a:lnTo>
                  <a:pt x="319078" y="69369"/>
                </a:lnTo>
                <a:lnTo>
                  <a:pt x="0" y="69369"/>
                </a:lnTo>
                <a:close/>
              </a:path>
              <a:path w="484150" h="1288904" fill="none" extrusionOk="0">
                <a:moveTo>
                  <a:pt x="0" y="69369"/>
                </a:moveTo>
                <a:lnTo>
                  <a:pt x="69369" y="0"/>
                </a:lnTo>
                <a:lnTo>
                  <a:pt x="460792" y="56180"/>
                </a:lnTo>
                <a:lnTo>
                  <a:pt x="388536" y="1246344"/>
                </a:lnTo>
                <a:lnTo>
                  <a:pt x="268955" y="1278161"/>
                </a:lnTo>
                <a:lnTo>
                  <a:pt x="5455" y="1006867"/>
                </a:lnTo>
                <a:cubicBezTo>
                  <a:pt x="5455" y="580475"/>
                  <a:pt x="0" y="495761"/>
                  <a:pt x="0" y="69369"/>
                </a:cubicBezTo>
                <a:close/>
                <a:moveTo>
                  <a:pt x="0" y="69369"/>
                </a:moveTo>
                <a:lnTo>
                  <a:pt x="319078" y="69369"/>
                </a:lnTo>
                <a:lnTo>
                  <a:pt x="484150" y="61733"/>
                </a:lnTo>
                <a:moveTo>
                  <a:pt x="319078" y="69369"/>
                </a:moveTo>
                <a:lnTo>
                  <a:pt x="275714" y="1269744"/>
                </a:lnTo>
              </a:path>
            </a:pathLst>
          </a:cu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06D3ADE-F525-F341-72F5-B5DAD210D7CD}"/>
              </a:ext>
            </a:extLst>
          </p:cNvPr>
          <p:cNvSpPr/>
          <p:nvPr/>
        </p:nvSpPr>
        <p:spPr>
          <a:xfrm>
            <a:off x="7419024" y="785798"/>
            <a:ext cx="140276" cy="122889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2CC2017-88FE-B3DB-129E-AA202D23F0E2}"/>
              </a:ext>
            </a:extLst>
          </p:cNvPr>
          <p:cNvSpPr/>
          <p:nvPr/>
        </p:nvSpPr>
        <p:spPr>
          <a:xfrm>
            <a:off x="7489161" y="815011"/>
            <a:ext cx="63566" cy="1228898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2D8FFCCA-5C2D-441A-E0C0-68532DF15676}"/>
              </a:ext>
            </a:extLst>
          </p:cNvPr>
          <p:cNvSpPr/>
          <p:nvPr/>
        </p:nvSpPr>
        <p:spPr>
          <a:xfrm>
            <a:off x="4315423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Kreis: nicht ausgefüllt 152">
            <a:extLst>
              <a:ext uri="{FF2B5EF4-FFF2-40B4-BE49-F238E27FC236}">
                <a16:creationId xmlns:a16="http://schemas.microsoft.com/office/drawing/2014/main" id="{54A5B2CC-A531-4B2D-8833-20A36B525F5E}"/>
              </a:ext>
            </a:extLst>
          </p:cNvPr>
          <p:cNvSpPr/>
          <p:nvPr/>
        </p:nvSpPr>
        <p:spPr>
          <a:xfrm>
            <a:off x="3179341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8" name="Stern: 6 Zacken 157">
            <a:extLst>
              <a:ext uri="{FF2B5EF4-FFF2-40B4-BE49-F238E27FC236}">
                <a16:creationId xmlns:a16="http://schemas.microsoft.com/office/drawing/2014/main" id="{A489B72E-8CFE-EE37-A753-203356D4AF74}"/>
              </a:ext>
            </a:extLst>
          </p:cNvPr>
          <p:cNvSpPr/>
          <p:nvPr/>
        </p:nvSpPr>
        <p:spPr>
          <a:xfrm rot="227872">
            <a:off x="4295170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Pfeil: gebogen 163">
            <a:extLst>
              <a:ext uri="{FF2B5EF4-FFF2-40B4-BE49-F238E27FC236}">
                <a16:creationId xmlns:a16="http://schemas.microsoft.com/office/drawing/2014/main" id="{11E3EDFF-29DD-9485-3ADE-396B1A7CEF84}"/>
              </a:ext>
            </a:extLst>
          </p:cNvPr>
          <p:cNvSpPr/>
          <p:nvPr/>
        </p:nvSpPr>
        <p:spPr>
          <a:xfrm rot="20304312" flipH="1">
            <a:off x="4136292" y="1762900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/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𝐼𝐼</m:t>
                          </m:r>
                        </m:sub>
                      </m:sSub>
                    </m:oMath>
                  </m:oMathPara>
                </a14:m>
                <a:endParaRPr lang="de-DE" sz="1400" b="0" dirty="0"/>
              </a:p>
              <a:p>
                <a:r>
                  <a:rPr lang="de-DE" sz="2000" dirty="0"/>
                  <a:t> </a:t>
                </a:r>
              </a:p>
            </p:txBody>
          </p:sp>
        </mc:Choice>
        <mc:Fallback xmlns=""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9EF1DD06-D1EC-7911-662D-CC1503D64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957" y="1407090"/>
                <a:ext cx="410280" cy="646267"/>
              </a:xfrm>
              <a:prstGeom prst="rect">
                <a:avLst/>
              </a:prstGeom>
              <a:blipFill>
                <a:blip r:embed="rId2"/>
                <a:stretch>
                  <a:fillRect r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00EA8A0B-7556-A679-0D25-1F707E906B26}"/>
              </a:ext>
            </a:extLst>
          </p:cNvPr>
          <p:cNvSpPr/>
          <p:nvPr/>
        </p:nvSpPr>
        <p:spPr>
          <a:xfrm>
            <a:off x="7336267" y="1921880"/>
            <a:ext cx="305790" cy="30579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Kreis: nicht ausgefüllt 11">
            <a:extLst>
              <a:ext uri="{FF2B5EF4-FFF2-40B4-BE49-F238E27FC236}">
                <a16:creationId xmlns:a16="http://schemas.microsoft.com/office/drawing/2014/main" id="{D87EFFC7-33EB-4819-07B4-B63F36747480}"/>
              </a:ext>
            </a:extLst>
          </p:cNvPr>
          <p:cNvSpPr/>
          <p:nvPr/>
        </p:nvSpPr>
        <p:spPr>
          <a:xfrm>
            <a:off x="6200185" y="785798"/>
            <a:ext cx="2577955" cy="2577955"/>
          </a:xfrm>
          <a:prstGeom prst="donut">
            <a:avLst>
              <a:gd name="adj" fmla="val 429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Stern: 6 Zacken 15">
            <a:extLst>
              <a:ext uri="{FF2B5EF4-FFF2-40B4-BE49-F238E27FC236}">
                <a16:creationId xmlns:a16="http://schemas.microsoft.com/office/drawing/2014/main" id="{03E30A7A-4141-6204-AC26-4D4A4F816309}"/>
              </a:ext>
            </a:extLst>
          </p:cNvPr>
          <p:cNvSpPr/>
          <p:nvPr/>
        </p:nvSpPr>
        <p:spPr>
          <a:xfrm rot="227872">
            <a:off x="7393834" y="730226"/>
            <a:ext cx="190654" cy="190654"/>
          </a:xfrm>
          <a:prstGeom prst="star6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feil: gebogen 16">
            <a:extLst>
              <a:ext uri="{FF2B5EF4-FFF2-40B4-BE49-F238E27FC236}">
                <a16:creationId xmlns:a16="http://schemas.microsoft.com/office/drawing/2014/main" id="{1D73B5C7-A74B-FABA-3764-7822C211B10C}"/>
              </a:ext>
            </a:extLst>
          </p:cNvPr>
          <p:cNvSpPr/>
          <p:nvPr/>
        </p:nvSpPr>
        <p:spPr>
          <a:xfrm rot="20304312" flipH="1">
            <a:off x="7176144" y="1762901"/>
            <a:ext cx="675966" cy="700121"/>
          </a:xfrm>
          <a:prstGeom prst="circularArrow">
            <a:avLst>
              <a:gd name="adj1" fmla="val 7185"/>
              <a:gd name="adj2" fmla="val 923709"/>
              <a:gd name="adj3" fmla="val 20442418"/>
              <a:gd name="adj4" fmla="val 9670801"/>
              <a:gd name="adj5" fmla="val 133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2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/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B29305C7-2D58-4565-B3B5-9B3178DC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330" y="1395949"/>
                <a:ext cx="487680" cy="317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Kreis: nicht ausgefüllt 51">
            <a:extLst>
              <a:ext uri="{FF2B5EF4-FFF2-40B4-BE49-F238E27FC236}">
                <a16:creationId xmlns:a16="http://schemas.microsoft.com/office/drawing/2014/main" id="{EF89DCB4-C6F1-1DED-7BFA-CD6F110D4291}"/>
              </a:ext>
            </a:extLst>
          </p:cNvPr>
          <p:cNvSpPr/>
          <p:nvPr/>
        </p:nvSpPr>
        <p:spPr>
          <a:xfrm>
            <a:off x="1101875" y="5732641"/>
            <a:ext cx="4384583" cy="4384583"/>
          </a:xfrm>
          <a:prstGeom prst="donut">
            <a:avLst>
              <a:gd name="adj" fmla="val 2692"/>
            </a:avLst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Zylinder 54">
            <a:extLst>
              <a:ext uri="{FF2B5EF4-FFF2-40B4-BE49-F238E27FC236}">
                <a16:creationId xmlns:a16="http://schemas.microsoft.com/office/drawing/2014/main" id="{05C4857F-2622-CF5E-2D4E-E4B6B28B614F}"/>
              </a:ext>
            </a:extLst>
          </p:cNvPr>
          <p:cNvSpPr/>
          <p:nvPr/>
        </p:nvSpPr>
        <p:spPr>
          <a:xfrm>
            <a:off x="2676584" y="8634433"/>
            <a:ext cx="1235167" cy="819762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2" name="Zylinder 71">
            <a:extLst>
              <a:ext uri="{FF2B5EF4-FFF2-40B4-BE49-F238E27FC236}">
                <a16:creationId xmlns:a16="http://schemas.microsoft.com/office/drawing/2014/main" id="{7430A4C7-55C0-0593-ABF1-3083E539B35A}"/>
              </a:ext>
            </a:extLst>
          </p:cNvPr>
          <p:cNvSpPr/>
          <p:nvPr/>
        </p:nvSpPr>
        <p:spPr>
          <a:xfrm>
            <a:off x="3136405" y="792493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3" name="Zylinder 72">
            <a:extLst>
              <a:ext uri="{FF2B5EF4-FFF2-40B4-BE49-F238E27FC236}">
                <a16:creationId xmlns:a16="http://schemas.microsoft.com/office/drawing/2014/main" id="{52F84EED-BDB6-83B4-8908-33F573B409A8}"/>
              </a:ext>
            </a:extLst>
          </p:cNvPr>
          <p:cNvSpPr/>
          <p:nvPr/>
        </p:nvSpPr>
        <p:spPr>
          <a:xfrm rot="5400000" flipH="1">
            <a:off x="3127243" y="7442563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74" name="Kreis: nicht ausgefüllt 73">
            <a:extLst>
              <a:ext uri="{FF2B5EF4-FFF2-40B4-BE49-F238E27FC236}">
                <a16:creationId xmlns:a16="http://schemas.microsoft.com/office/drawing/2014/main" id="{D4C1FC85-BF50-A4DE-8808-D7798660E703}"/>
              </a:ext>
            </a:extLst>
          </p:cNvPr>
          <p:cNvSpPr/>
          <p:nvPr/>
        </p:nvSpPr>
        <p:spPr>
          <a:xfrm>
            <a:off x="1101874" y="7376219"/>
            <a:ext cx="4375819" cy="765794"/>
          </a:xfrm>
          <a:prstGeom prst="donut">
            <a:avLst>
              <a:gd name="adj" fmla="val 13391"/>
            </a:avLst>
          </a:prstGeom>
          <a:solidFill>
            <a:srgbClr val="FFC000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 extrusionH="76200" prstMaterial="matte">
            <a:extrusionClr>
              <a:schemeClr val="tx1"/>
            </a:extrusion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Würfel 82">
            <a:extLst>
              <a:ext uri="{FF2B5EF4-FFF2-40B4-BE49-F238E27FC236}">
                <a16:creationId xmlns:a16="http://schemas.microsoft.com/office/drawing/2014/main" id="{5691A1E2-8E6E-C185-446B-D3949879BC2F}"/>
              </a:ext>
            </a:extLst>
          </p:cNvPr>
          <p:cNvSpPr/>
          <p:nvPr/>
        </p:nvSpPr>
        <p:spPr>
          <a:xfrm>
            <a:off x="3120407" y="7274969"/>
            <a:ext cx="388447" cy="497049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60000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4" name="Zylinder 83">
            <a:extLst>
              <a:ext uri="{FF2B5EF4-FFF2-40B4-BE49-F238E27FC236}">
                <a16:creationId xmlns:a16="http://schemas.microsoft.com/office/drawing/2014/main" id="{7AE9E80C-1BF7-DD8E-2244-38EF13A0F2A2}"/>
              </a:ext>
            </a:extLst>
          </p:cNvPr>
          <p:cNvSpPr/>
          <p:nvPr/>
        </p:nvSpPr>
        <p:spPr>
          <a:xfrm rot="5400000" flipH="1">
            <a:off x="3124816" y="6822761"/>
            <a:ext cx="315525" cy="822981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25ED952-D8FA-D0B7-5CFB-4E9308328BBB}"/>
              </a:ext>
            </a:extLst>
          </p:cNvPr>
          <p:cNvGrpSpPr/>
          <p:nvPr/>
        </p:nvGrpSpPr>
        <p:grpSpPr>
          <a:xfrm>
            <a:off x="-232819" y="647967"/>
            <a:ext cx="2969271" cy="3603510"/>
            <a:chOff x="218348" y="9173819"/>
            <a:chExt cx="2969271" cy="3603510"/>
          </a:xfrm>
        </p:grpSpPr>
        <p:sp>
          <p:nvSpPr>
            <p:cNvPr id="114" name="Halbbogen 113">
              <a:extLst>
                <a:ext uri="{FF2B5EF4-FFF2-40B4-BE49-F238E27FC236}">
                  <a16:creationId xmlns:a16="http://schemas.microsoft.com/office/drawing/2014/main" id="{4767BDC6-FD81-DA57-7B5C-973EA892D779}"/>
                </a:ext>
              </a:extLst>
            </p:cNvPr>
            <p:cNvSpPr/>
            <p:nvPr/>
          </p:nvSpPr>
          <p:spPr>
            <a:xfrm rot="11163210" flipH="1" flipV="1">
              <a:off x="218348" y="9173819"/>
              <a:ext cx="2518241" cy="3603510"/>
            </a:xfrm>
            <a:prstGeom prst="blockArc">
              <a:avLst>
                <a:gd name="adj1" fmla="val 17074612"/>
                <a:gd name="adj2" fmla="val 19583853"/>
                <a:gd name="adj3" fmla="val 2128"/>
              </a:avLst>
            </a:prstGeom>
            <a:solidFill>
              <a:srgbClr val="FFC000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6BF2E007-2D40-E039-A510-958A6B86CB1D}"/>
                </a:ext>
              </a:extLst>
            </p:cNvPr>
            <p:cNvGrpSpPr/>
            <p:nvPr/>
          </p:nvGrpSpPr>
          <p:grpSpPr>
            <a:xfrm>
              <a:off x="609664" y="9321144"/>
              <a:ext cx="2577955" cy="2577955"/>
              <a:chOff x="426056" y="9035900"/>
              <a:chExt cx="2970681" cy="297068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1147689F-E571-F191-179F-73A2E7D40B09}"/>
                  </a:ext>
                </a:extLst>
              </p:cNvPr>
              <p:cNvSpPr>
                <a:spLocks/>
              </p:cNvSpPr>
              <p:nvPr/>
            </p:nvSpPr>
            <p:spPr>
              <a:xfrm rot="3233191">
                <a:off x="2480951" y="9378564"/>
                <a:ext cx="99915" cy="1305951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Kreis: nicht ausgefüllt 116">
                <a:extLst>
                  <a:ext uri="{FF2B5EF4-FFF2-40B4-BE49-F238E27FC236}">
                    <a16:creationId xmlns:a16="http://schemas.microsoft.com/office/drawing/2014/main" id="{C3C322B4-EEC3-F96A-8A21-9065489A3010}"/>
                  </a:ext>
                </a:extLst>
              </p:cNvPr>
              <p:cNvSpPr/>
              <p:nvPr/>
            </p:nvSpPr>
            <p:spPr>
              <a:xfrm>
                <a:off x="744216" y="9522772"/>
                <a:ext cx="2328325" cy="243859"/>
              </a:xfrm>
              <a:prstGeom prst="donut">
                <a:avLst>
                  <a:gd name="adj" fmla="val 2864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Stern: 6 Zacken 117">
                <a:extLst>
                  <a:ext uri="{FF2B5EF4-FFF2-40B4-BE49-F238E27FC236}">
                    <a16:creationId xmlns:a16="http://schemas.microsoft.com/office/drawing/2014/main" id="{1CB6AAF7-2353-F805-320C-4DB78BA6F5B6}"/>
                  </a:ext>
                </a:extLst>
              </p:cNvPr>
              <p:cNvSpPr/>
              <p:nvPr/>
            </p:nvSpPr>
            <p:spPr>
              <a:xfrm rot="227872">
                <a:off x="2397291" y="9437225"/>
                <a:ext cx="218799" cy="218799"/>
              </a:xfrm>
              <a:prstGeom prst="star6">
                <a:avLst/>
              </a:prstGeom>
              <a:solidFill>
                <a:schemeClr val="accent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9F85C831-6E70-A0F1-A55D-FE1737980BCE}"/>
                  </a:ext>
                </a:extLst>
              </p:cNvPr>
              <p:cNvGrpSpPr/>
              <p:nvPr/>
            </p:nvGrpSpPr>
            <p:grpSpPr>
              <a:xfrm>
                <a:off x="1747200" y="9693687"/>
                <a:ext cx="374473" cy="70341"/>
                <a:chOff x="1672508" y="7200899"/>
                <a:chExt cx="326303" cy="61293"/>
              </a:xfrm>
            </p:grpSpPr>
            <p:sp>
              <p:nvSpPr>
                <p:cNvPr id="136" name="Rechteck 135">
                  <a:extLst>
                    <a:ext uri="{FF2B5EF4-FFF2-40B4-BE49-F238E27FC236}">
                      <a16:creationId xmlns:a16="http://schemas.microsoft.com/office/drawing/2014/main" id="{72C610B2-7CBF-6F68-34E8-486B0276882E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Gerader Verbinder 136">
                  <a:extLst>
                    <a:ext uri="{FF2B5EF4-FFF2-40B4-BE49-F238E27FC236}">
                      <a16:creationId xmlns:a16="http://schemas.microsoft.com/office/drawing/2014/main" id="{5F37FF3A-2B0F-C155-4040-8B71CCC8DF5E}"/>
                    </a:ext>
                  </a:extLst>
                </p:cNvPr>
                <p:cNvCxnSpPr/>
                <p:nvPr/>
              </p:nvCxnSpPr>
              <p:spPr>
                <a:xfrm>
                  <a:off x="1672508" y="7203280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Gerader Verbinder 137">
                  <a:extLst>
                    <a:ext uri="{FF2B5EF4-FFF2-40B4-BE49-F238E27FC236}">
                      <a16:creationId xmlns:a16="http://schemas.microsoft.com/office/drawing/2014/main" id="{03E371B4-43D9-FC43-D59F-E1309082F984}"/>
                    </a:ext>
                  </a:extLst>
                </p:cNvPr>
                <p:cNvCxnSpPr/>
                <p:nvPr/>
              </p:nvCxnSpPr>
              <p:spPr>
                <a:xfrm>
                  <a:off x="1678213" y="7262079"/>
                  <a:ext cx="32059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2F4B57DC-64A8-F6FE-ED72-859282FCE3F8}"/>
                  </a:ext>
                </a:extLst>
              </p:cNvPr>
              <p:cNvGrpSpPr/>
              <p:nvPr/>
            </p:nvGrpSpPr>
            <p:grpSpPr>
              <a:xfrm rot="21088293">
                <a:off x="2404247" y="9687297"/>
                <a:ext cx="321927" cy="68179"/>
                <a:chOff x="1534528" y="7194042"/>
                <a:chExt cx="464352" cy="68150"/>
              </a:xfrm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E10861CD-9975-3F52-9049-D8F344E89AEC}"/>
                    </a:ext>
                  </a:extLst>
                </p:cNvPr>
                <p:cNvSpPr/>
                <p:nvPr/>
              </p:nvSpPr>
              <p:spPr>
                <a:xfrm>
                  <a:off x="1682436" y="7200899"/>
                  <a:ext cx="290457" cy="6129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Gerader Verbinder 133">
                  <a:extLst>
                    <a:ext uri="{FF2B5EF4-FFF2-40B4-BE49-F238E27FC236}">
                      <a16:creationId xmlns:a16="http://schemas.microsoft.com/office/drawing/2014/main" id="{8AD2D526-40CF-C962-2A57-52124E582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650202" y="7194042"/>
                  <a:ext cx="345633" cy="96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Gerader Verbinder 134">
                  <a:extLst>
                    <a:ext uri="{FF2B5EF4-FFF2-40B4-BE49-F238E27FC236}">
                      <a16:creationId xmlns:a16="http://schemas.microsoft.com/office/drawing/2014/main" id="{6AFBEFF7-F8D1-A161-6450-F9F73E5167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11707" flipV="1">
                  <a:off x="1534528" y="7238090"/>
                  <a:ext cx="464352" cy="233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Kreis: nicht ausgefüllt 120">
                <a:extLst>
                  <a:ext uri="{FF2B5EF4-FFF2-40B4-BE49-F238E27FC236}">
                    <a16:creationId xmlns:a16="http://schemas.microsoft.com/office/drawing/2014/main" id="{4841D256-7618-53EF-993C-F1400AF17196}"/>
                  </a:ext>
                </a:extLst>
              </p:cNvPr>
              <p:cNvSpPr/>
              <p:nvPr/>
            </p:nvSpPr>
            <p:spPr>
              <a:xfrm>
                <a:off x="426056" y="9035900"/>
                <a:ext cx="2970681" cy="2970681"/>
              </a:xfrm>
              <a:prstGeom prst="donut">
                <a:avLst>
                  <a:gd name="adj" fmla="val 2692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Zylinder 121">
                <a:extLst>
                  <a:ext uri="{FF2B5EF4-FFF2-40B4-BE49-F238E27FC236}">
                    <a16:creationId xmlns:a16="http://schemas.microsoft.com/office/drawing/2014/main" id="{A8701020-C60D-6EA6-41A8-489C89CF85A8}"/>
                  </a:ext>
                </a:extLst>
              </p:cNvPr>
              <p:cNvSpPr/>
              <p:nvPr/>
            </p:nvSpPr>
            <p:spPr>
              <a:xfrm>
                <a:off x="1804509" y="10521241"/>
                <a:ext cx="213777" cy="557593"/>
              </a:xfrm>
              <a:prstGeom prst="ca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3" name="Ellipse 122">
                <a:extLst>
                  <a:ext uri="{FF2B5EF4-FFF2-40B4-BE49-F238E27FC236}">
                    <a16:creationId xmlns:a16="http://schemas.microsoft.com/office/drawing/2014/main" id="{4081EB57-B83D-6826-91ED-211A4EA2113C}"/>
                  </a:ext>
                </a:extLst>
              </p:cNvPr>
              <p:cNvSpPr/>
              <p:nvPr/>
            </p:nvSpPr>
            <p:spPr>
              <a:xfrm>
                <a:off x="1753494" y="10338425"/>
                <a:ext cx="343533" cy="343533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Kreis: nicht ausgefüllt 123">
                <a:extLst>
                  <a:ext uri="{FF2B5EF4-FFF2-40B4-BE49-F238E27FC236}">
                    <a16:creationId xmlns:a16="http://schemas.microsoft.com/office/drawing/2014/main" id="{C7B9B1E1-C30C-2913-4946-84D7FA09B673}"/>
                  </a:ext>
                </a:extLst>
              </p:cNvPr>
              <p:cNvSpPr/>
              <p:nvPr/>
            </p:nvSpPr>
            <p:spPr>
              <a:xfrm>
                <a:off x="440877" y="10149471"/>
                <a:ext cx="2955860" cy="518848"/>
              </a:xfrm>
              <a:prstGeom prst="donut">
                <a:avLst>
                  <a:gd name="adj" fmla="val 13391"/>
                </a:avLst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 extrusionH="76200" prstMaterial="matte"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051B69B-5022-3181-7E1B-7B3282E37CA3}"/>
                  </a:ext>
                </a:extLst>
              </p:cNvPr>
              <p:cNvSpPr/>
              <p:nvPr/>
            </p:nvSpPr>
            <p:spPr>
              <a:xfrm>
                <a:off x="1468407" y="11025945"/>
                <a:ext cx="921878" cy="34353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" name="Gruppieren 125">
                <a:extLst>
                  <a:ext uri="{FF2B5EF4-FFF2-40B4-BE49-F238E27FC236}">
                    <a16:creationId xmlns:a16="http://schemas.microsoft.com/office/drawing/2014/main" id="{18AA1E4B-57AE-F34B-780A-B82158D0B948}"/>
                  </a:ext>
                </a:extLst>
              </p:cNvPr>
              <p:cNvGrpSpPr/>
              <p:nvPr/>
            </p:nvGrpSpPr>
            <p:grpSpPr>
              <a:xfrm>
                <a:off x="2109713" y="9778815"/>
                <a:ext cx="744486" cy="566356"/>
                <a:chOff x="2275061" y="9842903"/>
                <a:chExt cx="465825" cy="358460"/>
              </a:xfrm>
            </p:grpSpPr>
            <p:sp>
              <p:nvSpPr>
                <p:cNvPr id="128" name="Rechteck 127">
                  <a:extLst>
                    <a:ext uri="{FF2B5EF4-FFF2-40B4-BE49-F238E27FC236}">
                      <a16:creationId xmlns:a16="http://schemas.microsoft.com/office/drawing/2014/main" id="{FF4C59F0-9362-611C-2496-B8BABF32A177}"/>
                    </a:ext>
                  </a:extLst>
                </p:cNvPr>
                <p:cNvSpPr/>
                <p:nvPr/>
              </p:nvSpPr>
              <p:spPr>
                <a:xfrm rot="3268941">
                  <a:off x="2484259" y="9794793"/>
                  <a:ext cx="64077" cy="44917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9" name="Gerader Verbinder 128">
                  <a:extLst>
                    <a:ext uri="{FF2B5EF4-FFF2-40B4-BE49-F238E27FC236}">
                      <a16:creationId xmlns:a16="http://schemas.microsoft.com/office/drawing/2014/main" id="{5A3E9F04-92B9-8794-6782-5F666FBA8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75061" y="9842903"/>
                  <a:ext cx="425757" cy="31500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EC98913A-3202-4F86-A486-D4CA67CF88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488" y="9903315"/>
                  <a:ext cx="408035" cy="2980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4459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C349EE5B-7A0D-0908-5E60-6AD6C1EED9C8}"/>
              </a:ext>
            </a:extLst>
          </p:cNvPr>
          <p:cNvGrpSpPr/>
          <p:nvPr/>
        </p:nvGrpSpPr>
        <p:grpSpPr>
          <a:xfrm>
            <a:off x="260456" y="3230446"/>
            <a:ext cx="6268065" cy="4589174"/>
            <a:chOff x="260456" y="3230446"/>
            <a:chExt cx="6268065" cy="4589174"/>
          </a:xfrm>
        </p:grpSpPr>
        <p:sp>
          <p:nvSpPr>
            <p:cNvPr id="76" name="Pfeil: gebogen 75">
              <a:extLst>
                <a:ext uri="{FF2B5EF4-FFF2-40B4-BE49-F238E27FC236}">
                  <a16:creationId xmlns:a16="http://schemas.microsoft.com/office/drawing/2014/main" id="{6BE2814B-3C9C-D32A-C7F3-3D9C96BD047E}"/>
                </a:ext>
              </a:extLst>
            </p:cNvPr>
            <p:cNvSpPr/>
            <p:nvPr/>
          </p:nvSpPr>
          <p:spPr>
            <a:xfrm rot="5400000" flipH="1">
              <a:off x="2390997" y="4281483"/>
              <a:ext cx="454567" cy="265772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p:sp>
          <p:nvSpPr>
            <p:cNvPr id="61" name="Würfel 60">
              <a:extLst>
                <a:ext uri="{FF2B5EF4-FFF2-40B4-BE49-F238E27FC236}">
                  <a16:creationId xmlns:a16="http://schemas.microsoft.com/office/drawing/2014/main" id="{5362C87B-C3A1-6305-51D2-9A514558C0A6}"/>
                </a:ext>
              </a:extLst>
            </p:cNvPr>
            <p:cNvSpPr/>
            <p:nvPr/>
          </p:nvSpPr>
          <p:spPr>
            <a:xfrm rot="5400000" flipH="1">
              <a:off x="4710665" y="4135169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Würfel 62">
              <a:extLst>
                <a:ext uri="{FF2B5EF4-FFF2-40B4-BE49-F238E27FC236}">
                  <a16:creationId xmlns:a16="http://schemas.microsoft.com/office/drawing/2014/main" id="{151D82E6-A51C-1B68-58E7-CA356802D402}"/>
                </a:ext>
              </a:extLst>
            </p:cNvPr>
            <p:cNvSpPr/>
            <p:nvPr/>
          </p:nvSpPr>
          <p:spPr>
            <a:xfrm rot="5400000" flipH="1">
              <a:off x="5593846" y="344481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B5A775B6-9369-0C62-5799-B5632BD64B87}"/>
                </a:ext>
              </a:extLst>
            </p:cNvPr>
            <p:cNvCxnSpPr>
              <a:cxnSpLocks/>
            </p:cNvCxnSpPr>
            <p:nvPr/>
          </p:nvCxnSpPr>
          <p:spPr>
            <a:xfrm>
              <a:off x="2596615" y="4388039"/>
              <a:ext cx="110744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BB2E2FBD-C61D-66E7-3A4E-0F933A40D0B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1783406" y="5877791"/>
              <a:ext cx="13142" cy="1941829"/>
            </a:xfrm>
            <a:prstGeom prst="line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7FD1B22-9292-67A2-384B-8BC3A7FF02ED}"/>
                </a:ext>
              </a:extLst>
            </p:cNvPr>
            <p:cNvCxnSpPr/>
            <p:nvPr/>
          </p:nvCxnSpPr>
          <p:spPr>
            <a:xfrm flipH="1">
              <a:off x="741755" y="4389377"/>
              <a:ext cx="1032598" cy="636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528B44A-EFE9-1548-254C-79E99056B7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5300" y="4389377"/>
              <a:ext cx="1184375" cy="28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Zylinder 5">
              <a:extLst>
                <a:ext uri="{FF2B5EF4-FFF2-40B4-BE49-F238E27FC236}">
                  <a16:creationId xmlns:a16="http://schemas.microsoft.com/office/drawing/2014/main" id="{48ABA05D-B8D1-06D1-5E53-54D584ACAE35}"/>
                </a:ext>
              </a:extLst>
            </p:cNvPr>
            <p:cNvSpPr/>
            <p:nvPr/>
          </p:nvSpPr>
          <p:spPr>
            <a:xfrm>
              <a:off x="1500773" y="5736475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DAA0DD04-1C6A-179D-D6A3-F31CC002F473}"/>
                </a:ext>
              </a:extLst>
            </p:cNvPr>
            <p:cNvSpPr/>
            <p:nvPr/>
          </p:nvSpPr>
          <p:spPr>
            <a:xfrm rot="5400000">
              <a:off x="3576321" y="3768807"/>
              <a:ext cx="565265" cy="1246909"/>
            </a:xfrm>
            <a:prstGeom prst="can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2E0FBB4-F22D-0491-5F22-CEBBA548B9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5300" y="3403600"/>
              <a:ext cx="18106" cy="239637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Zylinder 6">
              <a:extLst>
                <a:ext uri="{FF2B5EF4-FFF2-40B4-BE49-F238E27FC236}">
                  <a16:creationId xmlns:a16="http://schemas.microsoft.com/office/drawing/2014/main" id="{E4DD7499-3910-AE80-A11F-FD1FCF672456}"/>
                </a:ext>
              </a:extLst>
            </p:cNvPr>
            <p:cNvSpPr/>
            <p:nvPr/>
          </p:nvSpPr>
          <p:spPr>
            <a:xfrm rot="14701776">
              <a:off x="1523135" y="3888444"/>
              <a:ext cx="546827" cy="1051852"/>
            </a:xfrm>
            <a:prstGeom prst="can">
              <a:avLst>
                <a:gd name="adj" fmla="val 7399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A50C3925-A1C7-ED33-4D9E-11AF739F3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088" y="4532470"/>
              <a:ext cx="1113685" cy="529208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3B8A7495-CB2B-E1D3-02E9-022DDAE2C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0982" y="4390029"/>
              <a:ext cx="658609" cy="5042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/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47" name="Textfeld 46">
                  <a:extLst>
                    <a:ext uri="{FF2B5EF4-FFF2-40B4-BE49-F238E27FC236}">
                      <a16:creationId xmlns:a16="http://schemas.microsoft.com/office/drawing/2014/main" id="{E4B87126-5B18-8698-60E2-3CEB33E72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796548" y="3255063"/>
                  <a:ext cx="41131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/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33A7DC10-0C72-79DE-005F-41413565B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295116" y="3230446"/>
                  <a:ext cx="41131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/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0665502D-FA94-53E7-7908-4B11FA4FF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99031" y="3984640"/>
                  <a:ext cx="41131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/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2A4B1CBF-0982-3B26-3E38-C7D42B7BFD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60456" y="4596690"/>
                  <a:ext cx="4113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/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5C6F7E8A-78B9-3DC5-83E7-D561E0E70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27517" y="4967842"/>
                  <a:ext cx="41131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/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F27043CE-72C3-590F-F742-8C5B08C70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38002" y="3989675"/>
                  <a:ext cx="41131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/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7F03906B-1C0D-CE6C-A11C-0BAA48F1A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691" y="7149989"/>
                  <a:ext cx="43377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3" name="Pfeil: gebogen 72">
              <a:extLst>
                <a:ext uri="{FF2B5EF4-FFF2-40B4-BE49-F238E27FC236}">
                  <a16:creationId xmlns:a16="http://schemas.microsoft.com/office/drawing/2014/main" id="{23731501-6FEB-34B4-EFB3-164CB1D5CEBA}"/>
                </a:ext>
              </a:extLst>
            </p:cNvPr>
            <p:cNvSpPr/>
            <p:nvPr/>
          </p:nvSpPr>
          <p:spPr>
            <a:xfrm rot="10800000" flipH="1">
              <a:off x="1434310" y="7107585"/>
              <a:ext cx="680085" cy="346219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922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/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4" name="Textfeld 73">
                  <a:extLst>
                    <a:ext uri="{FF2B5EF4-FFF2-40B4-BE49-F238E27FC236}">
                      <a16:creationId xmlns:a16="http://schemas.microsoft.com/office/drawing/2014/main" id="{4E7650AF-B750-531C-51E1-7B19DC2936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555" y="4863106"/>
                  <a:ext cx="43377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Pfeil: gebogen 74">
              <a:extLst>
                <a:ext uri="{FF2B5EF4-FFF2-40B4-BE49-F238E27FC236}">
                  <a16:creationId xmlns:a16="http://schemas.microsoft.com/office/drawing/2014/main" id="{B7BAD294-E2F1-FB76-435C-88473855ACAA}"/>
                </a:ext>
              </a:extLst>
            </p:cNvPr>
            <p:cNvSpPr/>
            <p:nvPr/>
          </p:nvSpPr>
          <p:spPr>
            <a:xfrm rot="5400000" flipH="1">
              <a:off x="700965" y="4615530"/>
              <a:ext cx="454567" cy="382103"/>
            </a:xfrm>
            <a:prstGeom prst="circularArrow">
              <a:avLst>
                <a:gd name="adj1" fmla="val 14849"/>
                <a:gd name="adj2" fmla="val 1324347"/>
                <a:gd name="adj3" fmla="val 1077952"/>
                <a:gd name="adj4" fmla="val 8706306"/>
                <a:gd name="adj5" fmla="val 1628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/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7" name="Textfeld 76">
                  <a:extLst>
                    <a:ext uri="{FF2B5EF4-FFF2-40B4-BE49-F238E27FC236}">
                      <a16:creationId xmlns:a16="http://schemas.microsoft.com/office/drawing/2014/main" id="{3F6DAEC3-DFC4-F4C8-7ABE-169CB7F89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9812" y="4447944"/>
                  <a:ext cx="43377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4F2813-1F39-B9C8-50E4-F48FEDDD0F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16575" y="4313049"/>
              <a:ext cx="667324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/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DE3DF02D-AF2A-0CB6-A4A4-4BEF243FF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5631256" y="5106639"/>
                  <a:ext cx="326489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113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/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BB551B43-6F3C-FFF5-3850-325546A28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677132" y="4849199"/>
                  <a:ext cx="54788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/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885982FF-A2A5-8E58-C7C4-7C8A486255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262153" y="4187085"/>
                  <a:ext cx="266368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38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BE30ECFE-2522-DE30-A9A0-FF7B5E8EE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06897" y="4319411"/>
              <a:ext cx="617722" cy="6177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 Verbindung mit Pfeil 77">
              <a:extLst>
                <a:ext uri="{FF2B5EF4-FFF2-40B4-BE49-F238E27FC236}">
                  <a16:creationId xmlns:a16="http://schemas.microsoft.com/office/drawing/2014/main" id="{4A04FEC6-CAD1-D412-A4FE-CB0090E0659F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38042"/>
              <a:ext cx="0" cy="927287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Würfel 61">
              <a:extLst>
                <a:ext uri="{FF2B5EF4-FFF2-40B4-BE49-F238E27FC236}">
                  <a16:creationId xmlns:a16="http://schemas.microsoft.com/office/drawing/2014/main" id="{98329EBA-B7AF-687A-0607-F61D13E543B7}"/>
                </a:ext>
              </a:extLst>
            </p:cNvPr>
            <p:cNvSpPr/>
            <p:nvPr/>
          </p:nvSpPr>
          <p:spPr>
            <a:xfrm rot="5400000" flipH="1">
              <a:off x="5593845" y="4187769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39C11E70-BF95-078B-6B9F-C41B93D6CFA5}"/>
                </a:ext>
              </a:extLst>
            </p:cNvPr>
            <p:cNvCxnSpPr>
              <a:cxnSpLocks/>
            </p:cNvCxnSpPr>
            <p:nvPr/>
          </p:nvCxnSpPr>
          <p:spPr>
            <a:xfrm>
              <a:off x="5624619" y="4320974"/>
              <a:ext cx="0" cy="32111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9673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308</Words>
  <Application>Microsoft Office PowerPoint</Application>
  <PresentationFormat>Breitbild</PresentationFormat>
  <Paragraphs>266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17</cp:revision>
  <dcterms:created xsi:type="dcterms:W3CDTF">2025-06-24T11:29:39Z</dcterms:created>
  <dcterms:modified xsi:type="dcterms:W3CDTF">2025-07-16T12:53:40Z</dcterms:modified>
</cp:coreProperties>
</file>