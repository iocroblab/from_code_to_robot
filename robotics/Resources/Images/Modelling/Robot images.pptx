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  <p:sldId id="276" r:id="rId7"/>
    <p:sldId id="261" r:id="rId8"/>
    <p:sldId id="267" r:id="rId9"/>
    <p:sldId id="262" r:id="rId10"/>
    <p:sldId id="263" r:id="rId11"/>
    <p:sldId id="265" r:id="rId12"/>
    <p:sldId id="266" r:id="rId13"/>
    <p:sldId id="272" r:id="rId14"/>
    <p:sldId id="271" r:id="rId15"/>
    <p:sldId id="274" r:id="rId16"/>
    <p:sldId id="275" r:id="rId17"/>
    <p:sldId id="273" r:id="rId18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83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3132" y="-588"/>
      </p:cViewPr>
      <p:guideLst>
        <p:guide orient="horz" pos="483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193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81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07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98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159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50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331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3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026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3272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211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AC5A61-552C-42C3-9674-8FC1DC59153A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478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0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0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34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26" Type="http://schemas.openxmlformats.org/officeDocument/2006/relationships/image" Target="../media/image71.png"/><Relationship Id="rId21" Type="http://schemas.openxmlformats.org/officeDocument/2006/relationships/image" Target="../media/image66.png"/><Relationship Id="rId34" Type="http://schemas.openxmlformats.org/officeDocument/2006/relationships/image" Target="../media/image79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17" Type="http://schemas.openxmlformats.org/officeDocument/2006/relationships/image" Target="../media/image62.png"/><Relationship Id="rId25" Type="http://schemas.openxmlformats.org/officeDocument/2006/relationships/image" Target="../media/image70.png"/><Relationship Id="rId33" Type="http://schemas.openxmlformats.org/officeDocument/2006/relationships/image" Target="../media/image78.png"/><Relationship Id="rId2" Type="http://schemas.openxmlformats.org/officeDocument/2006/relationships/image" Target="../media/image47.png"/><Relationship Id="rId16" Type="http://schemas.openxmlformats.org/officeDocument/2006/relationships/image" Target="../media/image61.png"/><Relationship Id="rId20" Type="http://schemas.openxmlformats.org/officeDocument/2006/relationships/image" Target="../media/image65.png"/><Relationship Id="rId29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24" Type="http://schemas.openxmlformats.org/officeDocument/2006/relationships/image" Target="../media/image69.png"/><Relationship Id="rId32" Type="http://schemas.openxmlformats.org/officeDocument/2006/relationships/image" Target="../media/image77.png"/><Relationship Id="rId37" Type="http://schemas.openxmlformats.org/officeDocument/2006/relationships/image" Target="../media/image82.png"/><Relationship Id="rId5" Type="http://schemas.openxmlformats.org/officeDocument/2006/relationships/image" Target="../media/image50.png"/><Relationship Id="rId15" Type="http://schemas.openxmlformats.org/officeDocument/2006/relationships/image" Target="../media/image60.png"/><Relationship Id="rId23" Type="http://schemas.openxmlformats.org/officeDocument/2006/relationships/image" Target="../media/image68.png"/><Relationship Id="rId28" Type="http://schemas.openxmlformats.org/officeDocument/2006/relationships/image" Target="../media/image73.png"/><Relationship Id="rId36" Type="http://schemas.openxmlformats.org/officeDocument/2006/relationships/image" Target="../media/image81.png"/><Relationship Id="rId10" Type="http://schemas.openxmlformats.org/officeDocument/2006/relationships/image" Target="../media/image55.png"/><Relationship Id="rId19" Type="http://schemas.openxmlformats.org/officeDocument/2006/relationships/image" Target="../media/image64.png"/><Relationship Id="rId31" Type="http://schemas.openxmlformats.org/officeDocument/2006/relationships/image" Target="../media/image76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Relationship Id="rId22" Type="http://schemas.openxmlformats.org/officeDocument/2006/relationships/image" Target="../media/image67.png"/><Relationship Id="rId27" Type="http://schemas.openxmlformats.org/officeDocument/2006/relationships/image" Target="../media/image72.png"/><Relationship Id="rId30" Type="http://schemas.openxmlformats.org/officeDocument/2006/relationships/image" Target="../media/image75.png"/><Relationship Id="rId35" Type="http://schemas.openxmlformats.org/officeDocument/2006/relationships/image" Target="../media/image80.png"/><Relationship Id="rId8" Type="http://schemas.openxmlformats.org/officeDocument/2006/relationships/image" Target="../media/image53.png"/><Relationship Id="rId3" Type="http://schemas.openxmlformats.org/officeDocument/2006/relationships/image" Target="../media/image4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3" Type="http://schemas.openxmlformats.org/officeDocument/2006/relationships/image" Target="../media/image840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98.png"/><Relationship Id="rId2" Type="http://schemas.openxmlformats.org/officeDocument/2006/relationships/image" Target="../media/image830.png"/><Relationship Id="rId16" Type="http://schemas.openxmlformats.org/officeDocument/2006/relationships/image" Target="../media/image9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0.png"/><Relationship Id="rId11" Type="http://schemas.openxmlformats.org/officeDocument/2006/relationships/image" Target="../media/image92.png"/><Relationship Id="rId5" Type="http://schemas.openxmlformats.org/officeDocument/2006/relationships/image" Target="../media/image860.png"/><Relationship Id="rId15" Type="http://schemas.openxmlformats.org/officeDocument/2006/relationships/image" Target="../media/image96.png"/><Relationship Id="rId10" Type="http://schemas.openxmlformats.org/officeDocument/2006/relationships/image" Target="../media/image91.png"/><Relationship Id="rId4" Type="http://schemas.openxmlformats.org/officeDocument/2006/relationships/image" Target="../media/image850.png"/><Relationship Id="rId9" Type="http://schemas.openxmlformats.org/officeDocument/2006/relationships/image" Target="../media/image90.png"/><Relationship Id="rId14" Type="http://schemas.openxmlformats.org/officeDocument/2006/relationships/image" Target="../media/image9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13" Type="http://schemas.openxmlformats.org/officeDocument/2006/relationships/image" Target="../media/image109.png"/><Relationship Id="rId18" Type="http://schemas.openxmlformats.org/officeDocument/2006/relationships/image" Target="../media/image114.png"/><Relationship Id="rId3" Type="http://schemas.openxmlformats.org/officeDocument/2006/relationships/image" Target="../media/image99.png"/><Relationship Id="rId7" Type="http://schemas.openxmlformats.org/officeDocument/2006/relationships/image" Target="../media/image103.png"/><Relationship Id="rId12" Type="http://schemas.openxmlformats.org/officeDocument/2006/relationships/image" Target="../media/image108.png"/><Relationship Id="rId17" Type="http://schemas.openxmlformats.org/officeDocument/2006/relationships/image" Target="../media/image113.png"/><Relationship Id="rId2" Type="http://schemas.openxmlformats.org/officeDocument/2006/relationships/image" Target="../media/image88.jpeg"/><Relationship Id="rId16" Type="http://schemas.openxmlformats.org/officeDocument/2006/relationships/image" Target="../media/image1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11" Type="http://schemas.openxmlformats.org/officeDocument/2006/relationships/image" Target="../media/image107.png"/><Relationship Id="rId5" Type="http://schemas.openxmlformats.org/officeDocument/2006/relationships/image" Target="../media/image101.png"/><Relationship Id="rId15" Type="http://schemas.openxmlformats.org/officeDocument/2006/relationships/image" Target="../media/image111.png"/><Relationship Id="rId10" Type="http://schemas.openxmlformats.org/officeDocument/2006/relationships/image" Target="../media/image106.png"/><Relationship Id="rId4" Type="http://schemas.openxmlformats.org/officeDocument/2006/relationships/image" Target="../media/image100.png"/><Relationship Id="rId9" Type="http://schemas.openxmlformats.org/officeDocument/2006/relationships/image" Target="../media/image105.png"/><Relationship Id="rId14" Type="http://schemas.openxmlformats.org/officeDocument/2006/relationships/image" Target="../media/image1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0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20.png"/><Relationship Id="rId4" Type="http://schemas.openxmlformats.org/officeDocument/2006/relationships/image" Target="../media/image101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12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9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0.png"/><Relationship Id="rId13" Type="http://schemas.openxmlformats.org/officeDocument/2006/relationships/image" Target="../media/image1140.png"/><Relationship Id="rId18" Type="http://schemas.openxmlformats.org/officeDocument/2006/relationships/image" Target="../media/image119.png"/><Relationship Id="rId3" Type="http://schemas.openxmlformats.org/officeDocument/2006/relationships/image" Target="../media/image1040.png"/><Relationship Id="rId21" Type="http://schemas.openxmlformats.org/officeDocument/2006/relationships/image" Target="../media/image122.png"/><Relationship Id="rId7" Type="http://schemas.openxmlformats.org/officeDocument/2006/relationships/image" Target="../media/image1080.png"/><Relationship Id="rId12" Type="http://schemas.openxmlformats.org/officeDocument/2006/relationships/image" Target="../media/image1130.png"/><Relationship Id="rId17" Type="http://schemas.openxmlformats.org/officeDocument/2006/relationships/image" Target="../media/image118.png"/><Relationship Id="rId2" Type="http://schemas.openxmlformats.org/officeDocument/2006/relationships/image" Target="../media/image1030.png"/><Relationship Id="rId16" Type="http://schemas.openxmlformats.org/officeDocument/2006/relationships/image" Target="../media/image117.png"/><Relationship Id="rId20" Type="http://schemas.openxmlformats.org/officeDocument/2006/relationships/image" Target="../media/image1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0.png"/><Relationship Id="rId11" Type="http://schemas.openxmlformats.org/officeDocument/2006/relationships/image" Target="../media/image1120.png"/><Relationship Id="rId5" Type="http://schemas.openxmlformats.org/officeDocument/2006/relationships/image" Target="../media/image1060.png"/><Relationship Id="rId15" Type="http://schemas.openxmlformats.org/officeDocument/2006/relationships/image" Target="../media/image116.png"/><Relationship Id="rId10" Type="http://schemas.openxmlformats.org/officeDocument/2006/relationships/image" Target="../media/image1110.png"/><Relationship Id="rId19" Type="http://schemas.openxmlformats.org/officeDocument/2006/relationships/image" Target="../media/image120.png"/><Relationship Id="rId4" Type="http://schemas.openxmlformats.org/officeDocument/2006/relationships/image" Target="../media/image1050.png"/><Relationship Id="rId9" Type="http://schemas.openxmlformats.org/officeDocument/2006/relationships/image" Target="../media/image1100.png"/><Relationship Id="rId14" Type="http://schemas.openxmlformats.org/officeDocument/2006/relationships/image" Target="../media/image1150.png"/><Relationship Id="rId22" Type="http://schemas.openxmlformats.org/officeDocument/2006/relationships/image" Target="../media/image1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0.png"/><Relationship Id="rId13" Type="http://schemas.openxmlformats.org/officeDocument/2006/relationships/image" Target="../media/image118.png"/><Relationship Id="rId18" Type="http://schemas.openxmlformats.org/officeDocument/2006/relationships/image" Target="../media/image127.png"/><Relationship Id="rId3" Type="http://schemas.openxmlformats.org/officeDocument/2006/relationships/image" Target="../media/image125.png"/><Relationship Id="rId7" Type="http://schemas.openxmlformats.org/officeDocument/2006/relationships/image" Target="../media/image1120.png"/><Relationship Id="rId12" Type="http://schemas.openxmlformats.org/officeDocument/2006/relationships/image" Target="../media/image117.png"/><Relationship Id="rId17" Type="http://schemas.openxmlformats.org/officeDocument/2006/relationships/image" Target="../media/image122.png"/><Relationship Id="rId2" Type="http://schemas.openxmlformats.org/officeDocument/2006/relationships/image" Target="../media/image124.png"/><Relationship Id="rId16" Type="http://schemas.openxmlformats.org/officeDocument/2006/relationships/image" Target="../media/image1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0.png"/><Relationship Id="rId11" Type="http://schemas.openxmlformats.org/officeDocument/2006/relationships/image" Target="../media/image116.png"/><Relationship Id="rId5" Type="http://schemas.openxmlformats.org/officeDocument/2006/relationships/image" Target="../media/image1100.png"/><Relationship Id="rId15" Type="http://schemas.openxmlformats.org/officeDocument/2006/relationships/image" Target="../media/image120.png"/><Relationship Id="rId10" Type="http://schemas.openxmlformats.org/officeDocument/2006/relationships/image" Target="../media/image1150.png"/><Relationship Id="rId4" Type="http://schemas.openxmlformats.org/officeDocument/2006/relationships/image" Target="../media/image1090.png"/><Relationship Id="rId9" Type="http://schemas.openxmlformats.org/officeDocument/2006/relationships/image" Target="../media/image1140.png"/><Relationship Id="rId14" Type="http://schemas.openxmlformats.org/officeDocument/2006/relationships/image" Target="../media/image1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7" Type="http://schemas.openxmlformats.org/officeDocument/2006/relationships/image" Target="../media/image138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140.png"/><Relationship Id="rId7" Type="http://schemas.openxmlformats.org/officeDocument/2006/relationships/image" Target="../media/image143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.png"/><Relationship Id="rId5" Type="http://schemas.openxmlformats.org/officeDocument/2006/relationships/image" Target="../media/image141.png"/><Relationship Id="rId4" Type="http://schemas.openxmlformats.org/officeDocument/2006/relationships/image" Target="../media/image12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140.png"/><Relationship Id="rId7" Type="http://schemas.openxmlformats.org/officeDocument/2006/relationships/image" Target="../media/image143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5.png"/><Relationship Id="rId5" Type="http://schemas.openxmlformats.org/officeDocument/2006/relationships/image" Target="../media/image141.png"/><Relationship Id="rId4" Type="http://schemas.openxmlformats.org/officeDocument/2006/relationships/image" Target="../media/image1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Zylinder 122">
            <a:extLst>
              <a:ext uri="{FF2B5EF4-FFF2-40B4-BE49-F238E27FC236}">
                <a16:creationId xmlns:a16="http://schemas.microsoft.com/office/drawing/2014/main" id="{CBF02764-9737-1E05-5415-565BF38155D8}"/>
              </a:ext>
            </a:extLst>
          </p:cNvPr>
          <p:cNvSpPr/>
          <p:nvPr/>
        </p:nvSpPr>
        <p:spPr>
          <a:xfrm>
            <a:off x="988332" y="9011220"/>
            <a:ext cx="1284696" cy="889568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Würfel 123">
            <a:extLst>
              <a:ext uri="{FF2B5EF4-FFF2-40B4-BE49-F238E27FC236}">
                <a16:creationId xmlns:a16="http://schemas.microsoft.com/office/drawing/2014/main" id="{04D6890C-0C5A-47CC-C7BA-AFE783E9F95B}"/>
              </a:ext>
            </a:extLst>
          </p:cNvPr>
          <p:cNvSpPr/>
          <p:nvPr/>
        </p:nvSpPr>
        <p:spPr>
          <a:xfrm flipH="1">
            <a:off x="1413302" y="8338753"/>
            <a:ext cx="404023" cy="834235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A733B518-DF60-7F2A-8EB9-872D5E5AEBC3}"/>
              </a:ext>
            </a:extLst>
          </p:cNvPr>
          <p:cNvSpPr/>
          <p:nvPr/>
        </p:nvSpPr>
        <p:spPr>
          <a:xfrm>
            <a:off x="5186796" y="8049490"/>
            <a:ext cx="519547" cy="51954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E2B37896-680D-305F-F309-8EB729150505}"/>
              </a:ext>
            </a:extLst>
          </p:cNvPr>
          <p:cNvSpPr/>
          <p:nvPr/>
        </p:nvSpPr>
        <p:spPr>
          <a:xfrm rot="16200000">
            <a:off x="1421154" y="7847929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Würfel 6">
            <a:extLst>
              <a:ext uri="{FF2B5EF4-FFF2-40B4-BE49-F238E27FC236}">
                <a16:creationId xmlns:a16="http://schemas.microsoft.com/office/drawing/2014/main" id="{7783CC95-3B0E-2EBC-3759-89C5EF63403D}"/>
              </a:ext>
            </a:extLst>
          </p:cNvPr>
          <p:cNvSpPr/>
          <p:nvPr/>
        </p:nvSpPr>
        <p:spPr>
          <a:xfrm flipH="1">
            <a:off x="1421153" y="6214716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Zylinder 7">
            <a:extLst>
              <a:ext uri="{FF2B5EF4-FFF2-40B4-BE49-F238E27FC236}">
                <a16:creationId xmlns:a16="http://schemas.microsoft.com/office/drawing/2014/main" id="{E5676AC1-EC7E-2CE8-D48C-B6A55B3DF2E7}"/>
              </a:ext>
            </a:extLst>
          </p:cNvPr>
          <p:cNvSpPr/>
          <p:nvPr/>
        </p:nvSpPr>
        <p:spPr>
          <a:xfrm rot="16200000">
            <a:off x="1421154" y="5697703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Würfel 8">
            <a:extLst>
              <a:ext uri="{FF2B5EF4-FFF2-40B4-BE49-F238E27FC236}">
                <a16:creationId xmlns:a16="http://schemas.microsoft.com/office/drawing/2014/main" id="{D5D370D3-7F65-F532-DAB8-332320913891}"/>
              </a:ext>
            </a:extLst>
          </p:cNvPr>
          <p:cNvSpPr/>
          <p:nvPr/>
        </p:nvSpPr>
        <p:spPr>
          <a:xfrm flipH="1">
            <a:off x="1421153" y="4064490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Würfel 10">
            <a:extLst>
              <a:ext uri="{FF2B5EF4-FFF2-40B4-BE49-F238E27FC236}">
                <a16:creationId xmlns:a16="http://schemas.microsoft.com/office/drawing/2014/main" id="{2F9BFD56-A899-679C-E669-A5D098F16869}"/>
              </a:ext>
            </a:extLst>
          </p:cNvPr>
          <p:cNvSpPr/>
          <p:nvPr/>
        </p:nvSpPr>
        <p:spPr>
          <a:xfrm flipH="1">
            <a:off x="2496307" y="3309289"/>
            <a:ext cx="1028700" cy="349041"/>
          </a:xfrm>
          <a:prstGeom prst="cube">
            <a:avLst>
              <a:gd name="adj" fmla="val 4603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Würfel 11">
            <a:extLst>
              <a:ext uri="{FF2B5EF4-FFF2-40B4-BE49-F238E27FC236}">
                <a16:creationId xmlns:a16="http://schemas.microsoft.com/office/drawing/2014/main" id="{C348AD00-8FDD-9434-7A52-9EB6400A8419}"/>
              </a:ext>
            </a:extLst>
          </p:cNvPr>
          <p:cNvSpPr/>
          <p:nvPr/>
        </p:nvSpPr>
        <p:spPr>
          <a:xfrm flipH="1">
            <a:off x="3239257" y="2478709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Würfel 12">
            <a:extLst>
              <a:ext uri="{FF2B5EF4-FFF2-40B4-BE49-F238E27FC236}">
                <a16:creationId xmlns:a16="http://schemas.microsoft.com/office/drawing/2014/main" id="{A6F9F139-59F9-5BB9-ECD4-C67643840283}"/>
              </a:ext>
            </a:extLst>
          </p:cNvPr>
          <p:cNvSpPr/>
          <p:nvPr/>
        </p:nvSpPr>
        <p:spPr>
          <a:xfrm flipH="1">
            <a:off x="2496307" y="2478708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42031856-FB71-8CCD-E039-D051508A75B0}"/>
              </a:ext>
            </a:extLst>
          </p:cNvPr>
          <p:cNvGrpSpPr/>
          <p:nvPr/>
        </p:nvGrpSpPr>
        <p:grpSpPr>
          <a:xfrm rot="5400000" flipH="1">
            <a:off x="2668125" y="2472152"/>
            <a:ext cx="1259457" cy="939991"/>
            <a:chOff x="1406653" y="1006295"/>
            <a:chExt cx="2220841" cy="1531975"/>
          </a:xfrm>
        </p:grpSpPr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84827A1F-9C3A-C500-757C-28438B71B032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299187" y="1688612"/>
              <a:ext cx="0" cy="113381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8118D0F6-6CDA-177A-E5B8-43C5ABC897E5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318783" y="1842021"/>
              <a:ext cx="82699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EB5874D-1916-F9BB-C201-71B37EE7DE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32280" y="1718886"/>
              <a:ext cx="611844" cy="53663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C82AEEC4-9558-58C7-4D7F-E91E84119EE9}"/>
                </a:ext>
              </a:extLst>
            </p:cNvPr>
            <p:cNvSpPr txBox="1"/>
            <p:nvPr/>
          </p:nvSpPr>
          <p:spPr>
            <a:xfrm rot="5400000">
              <a:off x="1507841" y="905107"/>
              <a:ext cx="448879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X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/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Tool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blipFill>
                  <a:blip r:embed="rId2"/>
                  <a:stretch>
                    <a:fillRect r="-8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0C23102B-A3BC-EF79-C337-DA9EAE3BF383}"/>
                </a:ext>
              </a:extLst>
            </p:cNvPr>
            <p:cNvSpPr txBox="1"/>
            <p:nvPr/>
          </p:nvSpPr>
          <p:spPr>
            <a:xfrm rot="5400000">
              <a:off x="2297830" y="1237354"/>
              <a:ext cx="488817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Y</a:t>
              </a:r>
            </a:p>
          </p:txBody>
        </p:sp>
      </p:grp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567064" y="7430696"/>
            <a:ext cx="2170040" cy="1036105"/>
            <a:chOff x="2981773" y="6037979"/>
            <a:chExt cx="2170040" cy="1036105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70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63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F76EF768-CBFD-0A2B-4886-652B1A4D7AC3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06B908BA-DFD4-EF3A-A53B-935063754312}"/>
              </a:ext>
            </a:extLst>
          </p:cNvPr>
          <p:cNvGrpSpPr/>
          <p:nvPr/>
        </p:nvGrpSpPr>
        <p:grpSpPr>
          <a:xfrm>
            <a:off x="3881764" y="4485131"/>
            <a:ext cx="2855147" cy="1551541"/>
            <a:chOff x="2981773" y="6037979"/>
            <a:chExt cx="2855147" cy="1551541"/>
          </a:xfrm>
        </p:grpSpPr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E0F12E0C-3C7B-8295-4515-FE70D4ACD4DF}"/>
                </a:ext>
              </a:extLst>
            </p:cNvPr>
            <p:cNvCxnSpPr>
              <a:cxnSpLocks/>
              <a:endCxn id="89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 Verbindung mit Pfeil 87">
              <a:extLst>
                <a:ext uri="{FF2B5EF4-FFF2-40B4-BE49-F238E27FC236}">
                  <a16:creationId xmlns:a16="http://schemas.microsoft.com/office/drawing/2014/main" id="{7BC12381-FC07-1198-95CA-F874B9F020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6216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7DB5ED4E-7913-CC60-CC7A-98E9B4414F7A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791531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Gerader Verbinder 92">
              <a:extLst>
                <a:ext uri="{FF2B5EF4-FFF2-40B4-BE49-F238E27FC236}">
                  <a16:creationId xmlns:a16="http://schemas.microsoft.com/office/drawing/2014/main" id="{630AAAF6-CAFC-1B97-B58C-5BA3CED2DF8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0" cy="700102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BEA89787-57A9-E37E-A31F-5DB5C176E9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7" name="Gruppieren 96">
            <a:extLst>
              <a:ext uri="{FF2B5EF4-FFF2-40B4-BE49-F238E27FC236}">
                <a16:creationId xmlns:a16="http://schemas.microsoft.com/office/drawing/2014/main" id="{2FF09B91-206A-0F02-F517-B113979E0CC7}"/>
              </a:ext>
            </a:extLst>
          </p:cNvPr>
          <p:cNvGrpSpPr/>
          <p:nvPr/>
        </p:nvGrpSpPr>
        <p:grpSpPr>
          <a:xfrm>
            <a:off x="567064" y="5275234"/>
            <a:ext cx="2170040" cy="1036105"/>
            <a:chOff x="2981773" y="6037979"/>
            <a:chExt cx="2170040" cy="1036105"/>
          </a:xfrm>
        </p:grpSpPr>
        <p:cxnSp>
          <p:nvCxnSpPr>
            <p:cNvPr id="98" name="Gerade Verbindung mit Pfeil 97">
              <a:extLst>
                <a:ext uri="{FF2B5EF4-FFF2-40B4-BE49-F238E27FC236}">
                  <a16:creationId xmlns:a16="http://schemas.microsoft.com/office/drawing/2014/main" id="{076B0058-223B-94F1-C0C1-EDE04F4DBD9B}"/>
                </a:ext>
              </a:extLst>
            </p:cNvPr>
            <p:cNvCxnSpPr>
              <a:cxnSpLocks/>
              <a:endCxn id="100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149BE14D-F8CE-D611-E1D1-39013940AA6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1"/>
                  <a:stretch>
                    <a:fillRect r="-6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4ECEEF8B-5DEA-00FD-ABB9-1F273FFEFBD0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BF8D0D75-23B4-46E2-D657-F6F281069C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D9E4B032-7741-C4E4-623D-5825A65099D5}"/>
              </a:ext>
            </a:extLst>
          </p:cNvPr>
          <p:cNvGrpSpPr/>
          <p:nvPr/>
        </p:nvGrpSpPr>
        <p:grpSpPr>
          <a:xfrm>
            <a:off x="306861" y="8559320"/>
            <a:ext cx="2337279" cy="1687396"/>
            <a:chOff x="2721570" y="6032988"/>
            <a:chExt cx="2337279" cy="1687396"/>
          </a:xfrm>
        </p:grpSpPr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3EB05616-2539-C760-285B-A0ABAFDA6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82936" y="6447913"/>
              <a:ext cx="462453" cy="44150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 Verbindung mit Pfeil 106">
              <a:extLst>
                <a:ext uri="{FF2B5EF4-FFF2-40B4-BE49-F238E27FC236}">
                  <a16:creationId xmlns:a16="http://schemas.microsoft.com/office/drawing/2014/main" id="{B9A0E9CC-4B81-421A-CE9A-AE7620C522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37872" y="6889418"/>
              <a:ext cx="7517" cy="5220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/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blipFill>
                  <a:blip r:embed="rId12"/>
                  <a:stretch>
                    <a:fillRect r="-1413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/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894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/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1891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1" name="Gerader Verbinder 110">
              <a:extLst>
                <a:ext uri="{FF2B5EF4-FFF2-40B4-BE49-F238E27FC236}">
                  <a16:creationId xmlns:a16="http://schemas.microsoft.com/office/drawing/2014/main" id="{CE9E845E-BC17-57BE-D86F-78CBC7B96C6B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013460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Gerade Verbindung mit Pfeil 111">
              <a:extLst>
                <a:ext uri="{FF2B5EF4-FFF2-40B4-BE49-F238E27FC236}">
                  <a16:creationId xmlns:a16="http://schemas.microsoft.com/office/drawing/2014/main" id="{D3F15F62-8BA1-A2FA-FBA9-A00DAC055B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77649" y="6889418"/>
              <a:ext cx="1037151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Gerade Verbindung mit Pfeil 113">
            <a:extLst>
              <a:ext uri="{FF2B5EF4-FFF2-40B4-BE49-F238E27FC236}">
                <a16:creationId xmlns:a16="http://schemas.microsoft.com/office/drawing/2014/main" id="{C8705E9E-2AB5-BB9F-DC94-6A605AC32149}"/>
              </a:ext>
            </a:extLst>
          </p:cNvPr>
          <p:cNvCxnSpPr/>
          <p:nvPr/>
        </p:nvCxnSpPr>
        <p:spPr>
          <a:xfrm flipV="1">
            <a:off x="2526445" y="6157808"/>
            <a:ext cx="0" cy="211811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D8C2CE2B-C577-7E41-16C0-AE6AF87E2612}"/>
              </a:ext>
            </a:extLst>
          </p:cNvPr>
          <p:cNvCxnSpPr>
            <a:cxnSpLocks/>
          </p:cNvCxnSpPr>
          <p:nvPr/>
        </p:nvCxnSpPr>
        <p:spPr>
          <a:xfrm flipV="1">
            <a:off x="2518825" y="8309263"/>
            <a:ext cx="0" cy="110648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8" name="Gruppieren 127">
            <a:extLst>
              <a:ext uri="{FF2B5EF4-FFF2-40B4-BE49-F238E27FC236}">
                <a16:creationId xmlns:a16="http://schemas.microsoft.com/office/drawing/2014/main" id="{C87FA75F-B988-AA26-B960-AD75B336E32F}"/>
              </a:ext>
            </a:extLst>
          </p:cNvPr>
          <p:cNvGrpSpPr/>
          <p:nvPr/>
        </p:nvGrpSpPr>
        <p:grpSpPr>
          <a:xfrm>
            <a:off x="4101776" y="3433113"/>
            <a:ext cx="2170040" cy="1036105"/>
            <a:chOff x="2981773" y="6037979"/>
            <a:chExt cx="2170040" cy="1036105"/>
          </a:xfrm>
        </p:grpSpPr>
        <p:cxnSp>
          <p:nvCxnSpPr>
            <p:cNvPr id="129" name="Gerade Verbindung mit Pfeil 128">
              <a:extLst>
                <a:ext uri="{FF2B5EF4-FFF2-40B4-BE49-F238E27FC236}">
                  <a16:creationId xmlns:a16="http://schemas.microsoft.com/office/drawing/2014/main" id="{6D5829EC-B175-6D85-F46F-A6DB80D69D8A}"/>
                </a:ext>
              </a:extLst>
            </p:cNvPr>
            <p:cNvCxnSpPr>
              <a:cxnSpLocks/>
              <a:endCxn id="131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4E321E6-4422-2DD1-4A6F-710D5241E75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6"/>
                  <a:stretch>
                    <a:fillRect r="-35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7"/>
                  <a:stretch>
                    <a:fillRect r="-5945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4" name="Gerader Verbinder 133">
              <a:extLst>
                <a:ext uri="{FF2B5EF4-FFF2-40B4-BE49-F238E27FC236}">
                  <a16:creationId xmlns:a16="http://schemas.microsoft.com/office/drawing/2014/main" id="{362A23D5-FFD3-DED2-3313-60298EAD46F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Gerade Verbindung mit Pfeil 134">
              <a:extLst>
                <a:ext uri="{FF2B5EF4-FFF2-40B4-BE49-F238E27FC236}">
                  <a16:creationId xmlns:a16="http://schemas.microsoft.com/office/drawing/2014/main" id="{54097A8F-EAA5-C2D7-DAF0-4198CE4B77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6" name="Gerade Verbindung mit Pfeil 135">
            <a:extLst>
              <a:ext uri="{FF2B5EF4-FFF2-40B4-BE49-F238E27FC236}">
                <a16:creationId xmlns:a16="http://schemas.microsoft.com/office/drawing/2014/main" id="{BAB8FBCE-C5C3-670D-F969-C7671A685E92}"/>
              </a:ext>
            </a:extLst>
          </p:cNvPr>
          <p:cNvCxnSpPr>
            <a:cxnSpLocks/>
          </p:cNvCxnSpPr>
          <p:nvPr/>
        </p:nvCxnSpPr>
        <p:spPr>
          <a:xfrm flipV="1">
            <a:off x="2526445" y="4119918"/>
            <a:ext cx="0" cy="191675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2819CE9B-8319-A2AE-9653-BCD4D0C9FD8E}"/>
              </a:ext>
            </a:extLst>
          </p:cNvPr>
          <p:cNvCxnSpPr>
            <a:cxnSpLocks/>
            <a:endCxn id="140" idx="2"/>
          </p:cNvCxnSpPr>
          <p:nvPr/>
        </p:nvCxnSpPr>
        <p:spPr>
          <a:xfrm flipV="1">
            <a:off x="1615748" y="3616670"/>
            <a:ext cx="1" cy="48210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Gerade Verbindung mit Pfeil 138">
            <a:extLst>
              <a:ext uri="{FF2B5EF4-FFF2-40B4-BE49-F238E27FC236}">
                <a16:creationId xmlns:a16="http://schemas.microsoft.com/office/drawing/2014/main" id="{BE9409D7-61DB-EFAC-11C8-4E30DAF714E3}"/>
              </a:ext>
            </a:extLst>
          </p:cNvPr>
          <p:cNvCxnSpPr>
            <a:cxnSpLocks/>
          </p:cNvCxnSpPr>
          <p:nvPr/>
        </p:nvCxnSpPr>
        <p:spPr>
          <a:xfrm flipH="1">
            <a:off x="1093273" y="4098777"/>
            <a:ext cx="522475" cy="8251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/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0" dirty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blipFill>
                <a:blip r:embed="rId18"/>
                <a:stretch>
                  <a:fillRect r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/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dirty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blipFill>
                <a:blip r:embed="rId19"/>
                <a:stretch>
                  <a:fillRect r="-70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/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blipFill>
                <a:blip r:embed="rId20"/>
                <a:stretch>
                  <a:fillRect r="-621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Gerade Verbindung mit Pfeil 143">
            <a:extLst>
              <a:ext uri="{FF2B5EF4-FFF2-40B4-BE49-F238E27FC236}">
                <a16:creationId xmlns:a16="http://schemas.microsoft.com/office/drawing/2014/main" id="{EAD2399D-689D-A72B-9508-3D4597EBEE46}"/>
              </a:ext>
            </a:extLst>
          </p:cNvPr>
          <p:cNvCxnSpPr>
            <a:cxnSpLocks/>
          </p:cNvCxnSpPr>
          <p:nvPr/>
        </p:nvCxnSpPr>
        <p:spPr>
          <a:xfrm flipH="1">
            <a:off x="1212602" y="4081491"/>
            <a:ext cx="420348" cy="46250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BBFB9CFE-8DB8-C06D-9CC2-7F3CDA587D6F}"/>
              </a:ext>
            </a:extLst>
          </p:cNvPr>
          <p:cNvCxnSpPr>
            <a:cxnSpLocks/>
          </p:cNvCxnSpPr>
          <p:nvPr/>
        </p:nvCxnSpPr>
        <p:spPr>
          <a:xfrm>
            <a:off x="1569542" y="4098777"/>
            <a:ext cx="1258316" cy="0"/>
          </a:xfrm>
          <a:prstGeom prst="line">
            <a:avLst/>
          </a:prstGeom>
          <a:ln w="38100">
            <a:solidFill>
              <a:srgbClr val="00B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73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506562" y="-16769"/>
            <a:ext cx="6607470" cy="11938334"/>
            <a:chOff x="938242" y="1922876"/>
            <a:chExt cx="5107190" cy="9627363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24"/>
              <a:ext cx="2136024" cy="1479057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7" y="8756770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5" y="7926436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31"/>
              <a:ext cx="671757" cy="2435897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2" y="3297058"/>
              <a:ext cx="671757" cy="244081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938242" y="9025357"/>
              <a:ext cx="3736994" cy="2524882"/>
              <a:chOff x="2811262" y="6184189"/>
              <a:chExt cx="2247587" cy="1518572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5908272"/>
              <a:ext cx="0" cy="272977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8648372"/>
              <a:ext cx="0" cy="150444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3352256"/>
              <a:ext cx="0" cy="2520606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6"/>
              <a:ext cx="3165032" cy="2286704"/>
              <a:chOff x="1476322" y="277175"/>
              <a:chExt cx="3165032" cy="2286704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65360" y="1667644"/>
                <a:ext cx="391152" cy="444166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762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8" y="928135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6" y="656079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6" y="3974104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808084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51"/>
              <a:ext cx="3608059" cy="1774977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28835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313626" y="-16770"/>
            <a:ext cx="6800407" cy="11938335"/>
            <a:chOff x="789114" y="1922874"/>
            <a:chExt cx="5256320" cy="9627357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18"/>
              <a:ext cx="2136024" cy="1479056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8" y="8756764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6" y="7926430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27"/>
              <a:ext cx="671757" cy="243589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0" y="4383068"/>
              <a:ext cx="671757" cy="1354801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789114" y="9036944"/>
              <a:ext cx="3886123" cy="2513287"/>
              <a:chOff x="2721570" y="6191162"/>
              <a:chExt cx="2337279" cy="1511599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5908268"/>
              <a:ext cx="0" cy="272977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8648366"/>
              <a:ext cx="0" cy="150444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3352254"/>
              <a:ext cx="0" cy="252060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4"/>
              <a:ext cx="3165033" cy="2532618"/>
              <a:chOff x="1476322" y="277175"/>
              <a:chExt cx="3165032" cy="2532620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95062" y="1664095"/>
                <a:ext cx="698900" cy="768991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381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9" y="9281344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7" y="6560786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7" y="3974101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06"/>
              <a:ext cx="3608060" cy="1808083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48"/>
              <a:ext cx="3608060" cy="1774976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08251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68220693-A844-AF27-31AE-8FD92ACE91E9}"/>
              </a:ext>
            </a:extLst>
          </p:cNvPr>
          <p:cNvGrpSpPr/>
          <p:nvPr/>
        </p:nvGrpSpPr>
        <p:grpSpPr>
          <a:xfrm>
            <a:off x="789114" y="277175"/>
            <a:ext cx="5279771" cy="11637650"/>
            <a:chOff x="306861" y="3247338"/>
            <a:chExt cx="3175479" cy="6999378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988332" y="9011220"/>
              <a:ext cx="1284696" cy="889568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1413302" y="8338753"/>
              <a:ext cx="404023" cy="834235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1421154" y="7847929"/>
              <a:ext cx="342393" cy="85598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1421153" y="6214716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1421154" y="5697703"/>
              <a:ext cx="342393" cy="85598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1421153" y="4064490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5" name="Gruppieren 84">
              <a:extLst>
                <a:ext uri="{FF2B5EF4-FFF2-40B4-BE49-F238E27FC236}">
                  <a16:creationId xmlns:a16="http://schemas.microsoft.com/office/drawing/2014/main" id="{057F31F1-2B64-D540-5CAC-9C40FFF8CD0B}"/>
                </a:ext>
              </a:extLst>
            </p:cNvPr>
            <p:cNvGrpSpPr/>
            <p:nvPr/>
          </p:nvGrpSpPr>
          <p:grpSpPr>
            <a:xfrm>
              <a:off x="567064" y="7430696"/>
              <a:ext cx="2170040" cy="1036105"/>
              <a:chOff x="2981773" y="6037979"/>
              <a:chExt cx="2170040" cy="1036105"/>
            </a:xfrm>
          </p:grpSpPr>
          <p:cxnSp>
            <p:nvCxnSpPr>
              <p:cNvPr id="22" name="Gerade Verbindung mit Pfeil 21">
                <a:extLst>
                  <a:ext uri="{FF2B5EF4-FFF2-40B4-BE49-F238E27FC236}">
                    <a16:creationId xmlns:a16="http://schemas.microsoft.com/office/drawing/2014/main" id="{1C61DB60-FADD-C036-5E40-5E548BF1C8B7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 Verbindung mit Pfeil 22">
                <a:extLst>
                  <a:ext uri="{FF2B5EF4-FFF2-40B4-BE49-F238E27FC236}">
                    <a16:creationId xmlns:a16="http://schemas.microsoft.com/office/drawing/2014/main" id="{F0BCFD08-B672-A7C8-FA5A-4976B6212D6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0" name="Gerader Verbinder 69">
                <a:extLst>
                  <a:ext uri="{FF2B5EF4-FFF2-40B4-BE49-F238E27FC236}">
                    <a16:creationId xmlns:a16="http://schemas.microsoft.com/office/drawing/2014/main" id="{F76EF768-CBFD-0A2B-4886-652B1A4D7A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 Verbindung mit Pfeil 20">
                <a:extLst>
                  <a:ext uri="{FF2B5EF4-FFF2-40B4-BE49-F238E27FC236}">
                    <a16:creationId xmlns:a16="http://schemas.microsoft.com/office/drawing/2014/main" id="{AA4267AA-E9FF-6304-6EFD-D436C58EFE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7" name="Gruppieren 96">
              <a:extLst>
                <a:ext uri="{FF2B5EF4-FFF2-40B4-BE49-F238E27FC236}">
                  <a16:creationId xmlns:a16="http://schemas.microsoft.com/office/drawing/2014/main" id="{2FF09B91-206A-0F02-F517-B113979E0CC7}"/>
                </a:ext>
              </a:extLst>
            </p:cNvPr>
            <p:cNvGrpSpPr/>
            <p:nvPr/>
          </p:nvGrpSpPr>
          <p:grpSpPr>
            <a:xfrm>
              <a:off x="567064" y="5275234"/>
              <a:ext cx="2170040" cy="1036105"/>
              <a:chOff x="2981773" y="6037979"/>
              <a:chExt cx="2170040" cy="1036105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076B0058-223B-94F1-C0C1-EDE04F4DBD9B}"/>
                  </a:ext>
                </a:extLst>
              </p:cNvPr>
              <p:cNvCxnSpPr>
                <a:cxnSpLocks/>
                <a:endCxn id="100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Gerade Verbindung mit Pfeil 98">
                <a:extLst>
                  <a:ext uri="{FF2B5EF4-FFF2-40B4-BE49-F238E27FC236}">
                    <a16:creationId xmlns:a16="http://schemas.microsoft.com/office/drawing/2014/main" id="{149BE14D-F8CE-D611-E1D1-39013940AA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4ECEEF8B-5DEA-00FD-ABB9-1F273FFEFB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 Verbindung mit Pfeil 103">
                <a:extLst>
                  <a:ext uri="{FF2B5EF4-FFF2-40B4-BE49-F238E27FC236}">
                    <a16:creationId xmlns:a16="http://schemas.microsoft.com/office/drawing/2014/main" id="{BF8D0D75-23B4-46E2-D657-F6F281069C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306861" y="8559320"/>
              <a:ext cx="2337279" cy="1687396"/>
              <a:chOff x="2721570" y="6032988"/>
              <a:chExt cx="2337279" cy="1687396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7872" y="6889418"/>
                <a:ext cx="7517" cy="52201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4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1368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7541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/>
            <p:nvPr/>
          </p:nvCxnSpPr>
          <p:spPr>
            <a:xfrm flipV="1">
              <a:off x="2526445" y="6157808"/>
              <a:ext cx="0" cy="211811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8825" y="8309263"/>
              <a:ext cx="0" cy="1106487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26445" y="4119918"/>
              <a:ext cx="0" cy="191675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  <a:endCxn id="140" idx="2"/>
            </p:cNvCxnSpPr>
            <p:nvPr/>
          </p:nvCxnSpPr>
          <p:spPr>
            <a:xfrm flipV="1">
              <a:off x="1615748" y="3616670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3273" y="4098777"/>
              <a:ext cx="522475" cy="825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2602" y="4081491"/>
              <a:ext cx="420348" cy="46250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Gerader Verbinder 146">
              <a:extLst>
                <a:ext uri="{FF2B5EF4-FFF2-40B4-BE49-F238E27FC236}">
                  <a16:creationId xmlns:a16="http://schemas.microsoft.com/office/drawing/2014/main" id="{BBFB9CFE-8DB8-C06D-9CC2-7F3CDA587D6F}"/>
                </a:ext>
              </a:extLst>
            </p:cNvPr>
            <p:cNvCxnSpPr>
              <a:cxnSpLocks/>
            </p:cNvCxnSpPr>
            <p:nvPr/>
          </p:nvCxnSpPr>
          <p:spPr>
            <a:xfrm>
              <a:off x="1569542" y="4098777"/>
              <a:ext cx="1167562" cy="0"/>
            </a:xfrm>
            <a:prstGeom prst="line">
              <a:avLst/>
            </a:prstGeom>
            <a:ln w="38100">
              <a:solidFill>
                <a:srgbClr val="00B05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2658246" y="8665133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2644140" y="7026572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2644140" y="4864277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25 cm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8749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162521" y="4683346"/>
            <a:ext cx="1559712" cy="1578818"/>
            <a:chOff x="3245025" y="6037979"/>
            <a:chExt cx="938077" cy="949568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45389" y="6335101"/>
              <a:ext cx="1" cy="56295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60748" y="6605363"/>
              <a:ext cx="281475" cy="281475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blipFill>
                  <a:blip r:embed="rId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blipFill>
                  <a:blip r:embed="rId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85606" y="6889418"/>
              <a:ext cx="56295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BC1FAF44-8525-B391-995E-2DDC8D28237F}"/>
              </a:ext>
            </a:extLst>
          </p:cNvPr>
          <p:cNvGrpSpPr/>
          <p:nvPr/>
        </p:nvGrpSpPr>
        <p:grpSpPr>
          <a:xfrm>
            <a:off x="394809" y="2440831"/>
            <a:ext cx="1503628" cy="2134385"/>
            <a:chOff x="1408070" y="260550"/>
            <a:chExt cx="1503628" cy="2134385"/>
          </a:xfrm>
        </p:grpSpPr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30793" y="1683556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95D0BFF7-586F-F3CA-2246-C8F2D15144EC}"/>
              </a:ext>
            </a:extLst>
          </p:cNvPr>
          <p:cNvGrpSpPr/>
          <p:nvPr/>
        </p:nvGrpSpPr>
        <p:grpSpPr>
          <a:xfrm>
            <a:off x="394574" y="6458254"/>
            <a:ext cx="1511149" cy="1514471"/>
            <a:chOff x="1371655" y="4581529"/>
            <a:chExt cx="1511149" cy="1514471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94004E6E-DFF9-3A86-439B-4338394127C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9382" y="4982819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CD5C1728-9746-3000-8AA7-82D95866A3BF}"/>
                </a:ext>
              </a:extLst>
            </p:cNvPr>
            <p:cNvCxnSpPr>
              <a:cxnSpLocks/>
            </p:cNvCxnSpPr>
            <p:nvPr/>
          </p:nvCxnSpPr>
          <p:spPr>
            <a:xfrm>
              <a:off x="1600625" y="5918842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/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/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/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10ABECF0-01C0-FEAC-D38C-3D56460306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05439" y="5450842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EB2D8E2C-0172-E23C-DBD6-1286F16FDEA7}"/>
              </a:ext>
            </a:extLst>
          </p:cNvPr>
          <p:cNvGrpSpPr/>
          <p:nvPr/>
        </p:nvGrpSpPr>
        <p:grpSpPr>
          <a:xfrm>
            <a:off x="410631" y="8046921"/>
            <a:ext cx="1606783" cy="2101282"/>
            <a:chOff x="1407247" y="6018797"/>
            <a:chExt cx="1606783" cy="2101282"/>
          </a:xfrm>
        </p:grpSpPr>
        <p:cxnSp>
          <p:nvCxnSpPr>
            <p:cNvPr id="31" name="Gerade Verbindung mit Pfeil 30">
              <a:extLst>
                <a:ext uri="{FF2B5EF4-FFF2-40B4-BE49-F238E27FC236}">
                  <a16:creationId xmlns:a16="http://schemas.microsoft.com/office/drawing/2014/main" id="{8C57484D-8CC7-65AD-7AD2-29E24A076A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24974" y="6420087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 Verbindung mit Pfeil 31">
              <a:extLst>
                <a:ext uri="{FF2B5EF4-FFF2-40B4-BE49-F238E27FC236}">
                  <a16:creationId xmlns:a16="http://schemas.microsoft.com/office/drawing/2014/main" id="{084D1662-9179-5978-8323-E7868587BD68}"/>
                </a:ext>
              </a:extLst>
            </p:cNvPr>
            <p:cNvCxnSpPr>
              <a:cxnSpLocks/>
            </p:cNvCxnSpPr>
            <p:nvPr/>
          </p:nvCxnSpPr>
          <p:spPr>
            <a:xfrm>
              <a:off x="1636218" y="7356109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/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/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/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32CCC59-F8A9-08A7-0FAB-38669B97E3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6217" y="7348602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49A97B2-970C-8678-77C0-11856B4E5B46}"/>
              </a:ext>
            </a:extLst>
          </p:cNvPr>
          <p:cNvGrpSpPr/>
          <p:nvPr/>
        </p:nvGrpSpPr>
        <p:grpSpPr>
          <a:xfrm>
            <a:off x="2140785" y="2428373"/>
            <a:ext cx="1503628" cy="2043080"/>
            <a:chOff x="1408070" y="260550"/>
            <a:chExt cx="1503628" cy="2043080"/>
          </a:xfrm>
        </p:grpSpPr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ECA31F9A-AA05-D450-A887-84C7A3A219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 Verbindung mit Pfeil 67">
              <a:extLst>
                <a:ext uri="{FF2B5EF4-FFF2-40B4-BE49-F238E27FC236}">
                  <a16:creationId xmlns:a16="http://schemas.microsoft.com/office/drawing/2014/main" id="{DF1C292D-1B96-1F97-91E8-B8EF3E736F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524F4A81-86A9-F967-D07D-F883088BEB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Gruppieren 95">
            <a:extLst>
              <a:ext uri="{FF2B5EF4-FFF2-40B4-BE49-F238E27FC236}">
                <a16:creationId xmlns:a16="http://schemas.microsoft.com/office/drawing/2014/main" id="{EC91147E-ADCC-2A4A-FC21-27CC5815B989}"/>
              </a:ext>
            </a:extLst>
          </p:cNvPr>
          <p:cNvGrpSpPr/>
          <p:nvPr/>
        </p:nvGrpSpPr>
        <p:grpSpPr>
          <a:xfrm>
            <a:off x="2223589" y="4915366"/>
            <a:ext cx="1590854" cy="1450595"/>
            <a:chOff x="1408070" y="1468343"/>
            <a:chExt cx="1590854" cy="1450595"/>
          </a:xfrm>
        </p:grpSpPr>
        <p:cxnSp>
          <p:nvCxnSpPr>
            <p:cNvPr id="113" name="Gerade Verbindung mit Pfeil 112">
              <a:extLst>
                <a:ext uri="{FF2B5EF4-FFF2-40B4-BE49-F238E27FC236}">
                  <a16:creationId xmlns:a16="http://schemas.microsoft.com/office/drawing/2014/main" id="{849DFB17-5C43-8124-6A87-734FD7D688E2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Gerade Verbindung mit Pfeil 114">
              <a:extLst>
                <a:ext uri="{FF2B5EF4-FFF2-40B4-BE49-F238E27FC236}">
                  <a16:creationId xmlns:a16="http://schemas.microsoft.com/office/drawing/2014/main" id="{D23DB8D2-B645-32CD-938F-559C07E9C8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/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blipFill>
                  <a:blip r:embed="rId1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/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blipFill>
                  <a:blip r:embed="rId18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9" name="Gerade Verbindung mit Pfeil 118">
              <a:extLst>
                <a:ext uri="{FF2B5EF4-FFF2-40B4-BE49-F238E27FC236}">
                  <a16:creationId xmlns:a16="http://schemas.microsoft.com/office/drawing/2014/main" id="{54DFD12B-F107-D9E3-61FB-87F6294E5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26011" y="166888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27BBC68C-AFDA-EE82-82AC-CA346A7D0854}"/>
              </a:ext>
            </a:extLst>
          </p:cNvPr>
          <p:cNvGrpSpPr/>
          <p:nvPr/>
        </p:nvGrpSpPr>
        <p:grpSpPr>
          <a:xfrm>
            <a:off x="2223589" y="6501684"/>
            <a:ext cx="2138389" cy="1916590"/>
            <a:chOff x="1429926" y="1039324"/>
            <a:chExt cx="2138389" cy="1916590"/>
          </a:xfrm>
        </p:grpSpPr>
        <p:cxnSp>
          <p:nvCxnSpPr>
            <p:cNvPr id="125" name="Gerade Verbindung mit Pfeil 124">
              <a:extLst>
                <a:ext uri="{FF2B5EF4-FFF2-40B4-BE49-F238E27FC236}">
                  <a16:creationId xmlns:a16="http://schemas.microsoft.com/office/drawing/2014/main" id="{BF396658-236E-4E4B-EBD5-E6D80326D860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Gerade Verbindung mit Pfeil 125">
              <a:extLst>
                <a:ext uri="{FF2B5EF4-FFF2-40B4-BE49-F238E27FC236}">
                  <a16:creationId xmlns:a16="http://schemas.microsoft.com/office/drawing/2014/main" id="{F17B8BA9-460C-30E2-B9B9-16AA4BB81D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/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/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blipFill>
                  <a:blip r:embed="rId2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5CE53AB-9186-492C-DDEB-3EB6E04468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2" name="Gruppieren 131">
            <a:extLst>
              <a:ext uri="{FF2B5EF4-FFF2-40B4-BE49-F238E27FC236}">
                <a16:creationId xmlns:a16="http://schemas.microsoft.com/office/drawing/2014/main" id="{0997F6DF-6412-2B03-B08B-A9E00A4CA3A2}"/>
              </a:ext>
            </a:extLst>
          </p:cNvPr>
          <p:cNvGrpSpPr/>
          <p:nvPr/>
        </p:nvGrpSpPr>
        <p:grpSpPr>
          <a:xfrm>
            <a:off x="2223589" y="8587620"/>
            <a:ext cx="2048793" cy="1417078"/>
            <a:chOff x="1429926" y="459578"/>
            <a:chExt cx="2048793" cy="1417078"/>
          </a:xfrm>
        </p:grpSpPr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5DABCC44-AA9A-E9F5-FDA7-05265C9DB7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0681"/>
              <a:ext cx="0" cy="94328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Gerade Verbindung mit Pfeil 133">
              <a:extLst>
                <a:ext uri="{FF2B5EF4-FFF2-40B4-BE49-F238E27FC236}">
                  <a16:creationId xmlns:a16="http://schemas.microsoft.com/office/drawing/2014/main" id="{30883AAF-0137-31A3-D062-95786D4168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/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blipFill>
                  <a:blip r:embed="rId2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/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blipFill>
                  <a:blip r:embed="rId2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5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5" name="Gerade Verbindung mit Pfeil 144">
              <a:extLst>
                <a:ext uri="{FF2B5EF4-FFF2-40B4-BE49-F238E27FC236}">
                  <a16:creationId xmlns:a16="http://schemas.microsoft.com/office/drawing/2014/main" id="{3E1C7E4A-5025-B6AC-4E12-A9050A8C88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4" name="Gruppieren 153">
            <a:extLst>
              <a:ext uri="{FF2B5EF4-FFF2-40B4-BE49-F238E27FC236}">
                <a16:creationId xmlns:a16="http://schemas.microsoft.com/office/drawing/2014/main" id="{EC452645-0BF7-8342-47BC-CAC937A62C80}"/>
              </a:ext>
            </a:extLst>
          </p:cNvPr>
          <p:cNvGrpSpPr/>
          <p:nvPr/>
        </p:nvGrpSpPr>
        <p:grpSpPr>
          <a:xfrm>
            <a:off x="4781563" y="2428146"/>
            <a:ext cx="1503628" cy="2043080"/>
            <a:chOff x="1408070" y="260550"/>
            <a:chExt cx="1503628" cy="2043080"/>
          </a:xfrm>
        </p:grpSpPr>
        <p:cxnSp>
          <p:nvCxnSpPr>
            <p:cNvPr id="155" name="Gerade Verbindung mit Pfeil 154">
              <a:extLst>
                <a:ext uri="{FF2B5EF4-FFF2-40B4-BE49-F238E27FC236}">
                  <a16:creationId xmlns:a16="http://schemas.microsoft.com/office/drawing/2014/main" id="{8FEC07ED-060B-E237-8CF4-45C46A86EE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Gerade Verbindung mit Pfeil 155">
              <a:extLst>
                <a:ext uri="{FF2B5EF4-FFF2-40B4-BE49-F238E27FC236}">
                  <a16:creationId xmlns:a16="http://schemas.microsoft.com/office/drawing/2014/main" id="{F01E7949-3C0A-8179-1438-ED1D6C613C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0" name="Gerade Verbindung mit Pfeil 159">
              <a:extLst>
                <a:ext uri="{FF2B5EF4-FFF2-40B4-BE49-F238E27FC236}">
                  <a16:creationId xmlns:a16="http://schemas.microsoft.com/office/drawing/2014/main" id="{12C37F62-C94E-0C7C-CCA6-6F8B83EF3B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1" name="Gruppieren 160">
            <a:extLst>
              <a:ext uri="{FF2B5EF4-FFF2-40B4-BE49-F238E27FC236}">
                <a16:creationId xmlns:a16="http://schemas.microsoft.com/office/drawing/2014/main" id="{04ED8AB6-7243-1155-F5C0-480F115AE059}"/>
              </a:ext>
            </a:extLst>
          </p:cNvPr>
          <p:cNvGrpSpPr/>
          <p:nvPr/>
        </p:nvGrpSpPr>
        <p:grpSpPr>
          <a:xfrm>
            <a:off x="4527812" y="4496166"/>
            <a:ext cx="2139870" cy="1854187"/>
            <a:chOff x="1832404" y="449443"/>
            <a:chExt cx="2139870" cy="1854187"/>
          </a:xfrm>
        </p:grpSpPr>
        <p:cxnSp>
          <p:nvCxnSpPr>
            <p:cNvPr id="162" name="Gerade Verbindung mit Pfeil 161">
              <a:extLst>
                <a:ext uri="{FF2B5EF4-FFF2-40B4-BE49-F238E27FC236}">
                  <a16:creationId xmlns:a16="http://schemas.microsoft.com/office/drawing/2014/main" id="{A55B5974-570A-0C29-C2C2-75F2E9BEF8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Gerade Verbindung mit Pfeil 162">
              <a:extLst>
                <a:ext uri="{FF2B5EF4-FFF2-40B4-BE49-F238E27FC236}">
                  <a16:creationId xmlns:a16="http://schemas.microsoft.com/office/drawing/2014/main" id="{F3AE5F47-11E7-7524-A70F-88E5E2D7C2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/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blipFill>
                  <a:blip r:embed="rId29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/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blipFill>
                  <a:blip r:embed="rId3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7" name="Gerade Verbindung mit Pfeil 166">
              <a:extLst>
                <a:ext uri="{FF2B5EF4-FFF2-40B4-BE49-F238E27FC236}">
                  <a16:creationId xmlns:a16="http://schemas.microsoft.com/office/drawing/2014/main" id="{313382D1-2C5E-EF82-E599-2F4DB4F0D0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9" name="Gruppieren 168">
            <a:extLst>
              <a:ext uri="{FF2B5EF4-FFF2-40B4-BE49-F238E27FC236}">
                <a16:creationId xmlns:a16="http://schemas.microsoft.com/office/drawing/2014/main" id="{88E7E576-0A67-88B7-61F7-80DFCB3CA75F}"/>
              </a:ext>
            </a:extLst>
          </p:cNvPr>
          <p:cNvGrpSpPr/>
          <p:nvPr/>
        </p:nvGrpSpPr>
        <p:grpSpPr>
          <a:xfrm>
            <a:off x="4540884" y="6656162"/>
            <a:ext cx="2118151" cy="1488992"/>
            <a:chOff x="1832404" y="1482228"/>
            <a:chExt cx="2118151" cy="1488992"/>
          </a:xfrm>
        </p:grpSpPr>
        <p:cxnSp>
          <p:nvCxnSpPr>
            <p:cNvPr id="170" name="Gerade Verbindung mit Pfeil 169">
              <a:extLst>
                <a:ext uri="{FF2B5EF4-FFF2-40B4-BE49-F238E27FC236}">
                  <a16:creationId xmlns:a16="http://schemas.microsoft.com/office/drawing/2014/main" id="{51653A60-8602-711E-0E13-456E33F9E76A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Gerade Verbindung mit Pfeil 170">
              <a:extLst>
                <a:ext uri="{FF2B5EF4-FFF2-40B4-BE49-F238E27FC236}">
                  <a16:creationId xmlns:a16="http://schemas.microsoft.com/office/drawing/2014/main" id="{DD4FD2F1-E3E0-91CA-9009-35F9442E4E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/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blipFill>
                  <a:blip r:embed="rId3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/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blipFill>
                  <a:blip r:embed="rId3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5" name="Gerade Verbindung mit Pfeil 174">
              <a:extLst>
                <a:ext uri="{FF2B5EF4-FFF2-40B4-BE49-F238E27FC236}">
                  <a16:creationId xmlns:a16="http://schemas.microsoft.com/office/drawing/2014/main" id="{602C6506-91D0-76C7-2311-0CF1D34CBA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7" name="Gruppieren 176">
            <a:extLst>
              <a:ext uri="{FF2B5EF4-FFF2-40B4-BE49-F238E27FC236}">
                <a16:creationId xmlns:a16="http://schemas.microsoft.com/office/drawing/2014/main" id="{629CF167-2F30-6997-A14E-CD7D78FEFA1E}"/>
              </a:ext>
            </a:extLst>
          </p:cNvPr>
          <p:cNvGrpSpPr/>
          <p:nvPr/>
        </p:nvGrpSpPr>
        <p:grpSpPr>
          <a:xfrm>
            <a:off x="4764593" y="8486433"/>
            <a:ext cx="1438821" cy="1430897"/>
            <a:chOff x="1416359" y="1496988"/>
            <a:chExt cx="1438821" cy="1430897"/>
          </a:xfrm>
        </p:grpSpPr>
        <p:cxnSp>
          <p:nvCxnSpPr>
            <p:cNvPr id="178" name="Gerade Verbindung mit Pfeil 177">
              <a:extLst>
                <a:ext uri="{FF2B5EF4-FFF2-40B4-BE49-F238E27FC236}">
                  <a16:creationId xmlns:a16="http://schemas.microsoft.com/office/drawing/2014/main" id="{D3B8D2D2-9A28-C1E2-D511-EAF3A30B857F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74913"/>
              <a:ext cx="0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Gerade Verbindung mit Pfeil 178">
              <a:extLst>
                <a:ext uri="{FF2B5EF4-FFF2-40B4-BE49-F238E27FC236}">
                  <a16:creationId xmlns:a16="http://schemas.microsoft.com/office/drawing/2014/main" id="{F7F20230-4610-4897-62AA-FFEC1F07A3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8519" y="16889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/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/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/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3" name="Gerade Verbindung mit Pfeil 182">
              <a:extLst>
                <a:ext uri="{FF2B5EF4-FFF2-40B4-BE49-F238E27FC236}">
                  <a16:creationId xmlns:a16="http://schemas.microsoft.com/office/drawing/2014/main" id="{7F17EEB0-0659-C86A-7C82-E030E4E71D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96406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5" name="Gruppieren 184">
            <a:extLst>
              <a:ext uri="{FF2B5EF4-FFF2-40B4-BE49-F238E27FC236}">
                <a16:creationId xmlns:a16="http://schemas.microsoft.com/office/drawing/2014/main" id="{1A23B643-C427-1497-F274-7CDA6BE5112B}"/>
              </a:ext>
            </a:extLst>
          </p:cNvPr>
          <p:cNvGrpSpPr/>
          <p:nvPr/>
        </p:nvGrpSpPr>
        <p:grpSpPr>
          <a:xfrm>
            <a:off x="377235" y="247281"/>
            <a:ext cx="2636798" cy="900705"/>
            <a:chOff x="5104728" y="379955"/>
            <a:chExt cx="1488260" cy="1086920"/>
          </a:xfrm>
        </p:grpSpPr>
        <p:cxnSp>
          <p:nvCxnSpPr>
            <p:cNvPr id="186" name="Gerader Verbinder 185">
              <a:extLst>
                <a:ext uri="{FF2B5EF4-FFF2-40B4-BE49-F238E27FC236}">
                  <a16:creationId xmlns:a16="http://schemas.microsoft.com/office/drawing/2014/main" id="{D85A303E-1E58-04B2-D4DC-7B3A15D49715}"/>
                </a:ext>
              </a:extLst>
            </p:cNvPr>
            <p:cNvCxnSpPr>
              <a:cxnSpLocks/>
            </p:cNvCxnSpPr>
            <p:nvPr/>
          </p:nvCxnSpPr>
          <p:spPr>
            <a:xfrm>
              <a:off x="5108138" y="692731"/>
              <a:ext cx="0" cy="77414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Gerader Verbinder 186">
              <a:extLst>
                <a:ext uri="{FF2B5EF4-FFF2-40B4-BE49-F238E27FC236}">
                  <a16:creationId xmlns:a16="http://schemas.microsoft.com/office/drawing/2014/main" id="{EA13F764-57F2-69AD-A518-A04507DFA4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2775" y="673617"/>
              <a:ext cx="213" cy="79325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Gerade Verbindung mit Pfeil 187">
              <a:extLst>
                <a:ext uri="{FF2B5EF4-FFF2-40B4-BE49-F238E27FC236}">
                  <a16:creationId xmlns:a16="http://schemas.microsoft.com/office/drawing/2014/main" id="{4EBEAAE0-AA71-5A7B-3ECB-AE570BF7A044}"/>
                </a:ext>
              </a:extLst>
            </p:cNvPr>
            <p:cNvCxnSpPr>
              <a:cxnSpLocks/>
            </p:cNvCxnSpPr>
            <p:nvPr/>
          </p:nvCxnSpPr>
          <p:spPr>
            <a:xfrm>
              <a:off x="5104728" y="776586"/>
              <a:ext cx="147669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Textfeld 188">
              <a:extLst>
                <a:ext uri="{FF2B5EF4-FFF2-40B4-BE49-F238E27FC236}">
                  <a16:creationId xmlns:a16="http://schemas.microsoft.com/office/drawing/2014/main" id="{5854A8AB-2EEB-24D1-FC5B-EE583598724E}"/>
                </a:ext>
              </a:extLst>
            </p:cNvPr>
            <p:cNvSpPr txBox="1"/>
            <p:nvPr/>
          </p:nvSpPr>
          <p:spPr>
            <a:xfrm>
              <a:off x="5430202" y="379955"/>
              <a:ext cx="922474" cy="3966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190" name="Gruppieren 189">
            <a:extLst>
              <a:ext uri="{FF2B5EF4-FFF2-40B4-BE49-F238E27FC236}">
                <a16:creationId xmlns:a16="http://schemas.microsoft.com/office/drawing/2014/main" id="{AB46C59B-5847-CCDD-AC5D-F723BB635789}"/>
              </a:ext>
            </a:extLst>
          </p:cNvPr>
          <p:cNvGrpSpPr/>
          <p:nvPr/>
        </p:nvGrpSpPr>
        <p:grpSpPr>
          <a:xfrm flipH="1" flipV="1">
            <a:off x="4448879" y="181113"/>
            <a:ext cx="1983283" cy="1972682"/>
            <a:chOff x="782999" y="2203339"/>
            <a:chExt cx="2216797" cy="2204948"/>
          </a:xfrm>
        </p:grpSpPr>
        <p:cxnSp>
          <p:nvCxnSpPr>
            <p:cNvPr id="191" name="Gerader Verbinder 190">
              <a:extLst>
                <a:ext uri="{FF2B5EF4-FFF2-40B4-BE49-F238E27FC236}">
                  <a16:creationId xmlns:a16="http://schemas.microsoft.com/office/drawing/2014/main" id="{460A76C2-45C0-07C6-D722-B0F198C11470}"/>
                </a:ext>
              </a:extLst>
            </p:cNvPr>
            <p:cNvCxnSpPr>
              <a:cxnSpLocks/>
            </p:cNvCxnSpPr>
            <p:nvPr/>
          </p:nvCxnSpPr>
          <p:spPr>
            <a:xfrm>
              <a:off x="819157" y="3645531"/>
              <a:ext cx="726295" cy="762756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Gerader Verbinder 191">
              <a:extLst>
                <a:ext uri="{FF2B5EF4-FFF2-40B4-BE49-F238E27FC236}">
                  <a16:creationId xmlns:a16="http://schemas.microsoft.com/office/drawing/2014/main" id="{09E6568A-CEA1-DD75-3F24-AFE98ED768BB}"/>
                </a:ext>
              </a:extLst>
            </p:cNvPr>
            <p:cNvCxnSpPr>
              <a:cxnSpLocks/>
            </p:cNvCxnSpPr>
            <p:nvPr/>
          </p:nvCxnSpPr>
          <p:spPr>
            <a:xfrm>
              <a:off x="2233177" y="2203339"/>
              <a:ext cx="766619" cy="80510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Gerade Verbindung mit Pfeil 192">
              <a:extLst>
                <a:ext uri="{FF2B5EF4-FFF2-40B4-BE49-F238E27FC236}">
                  <a16:creationId xmlns:a16="http://schemas.microsoft.com/office/drawing/2014/main" id="{5574F193-8C15-A6BF-3290-339BFE3F64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999" y="2216725"/>
              <a:ext cx="1417686" cy="1417686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Textfeld 193">
              <a:extLst>
                <a:ext uri="{FF2B5EF4-FFF2-40B4-BE49-F238E27FC236}">
                  <a16:creationId xmlns:a16="http://schemas.microsoft.com/office/drawing/2014/main" id="{E15313CC-5EB0-B5EB-8315-6B289B596086}"/>
                </a:ext>
              </a:extLst>
            </p:cNvPr>
            <p:cNvSpPr txBox="1"/>
            <p:nvPr/>
          </p:nvSpPr>
          <p:spPr>
            <a:xfrm rot="8043275">
              <a:off x="830745" y="2979798"/>
              <a:ext cx="1275497" cy="412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089194BF-F4E2-56EA-F24D-9E0C885AD563}"/>
              </a:ext>
            </a:extLst>
          </p:cNvPr>
          <p:cNvGrpSpPr/>
          <p:nvPr/>
        </p:nvGrpSpPr>
        <p:grpSpPr>
          <a:xfrm>
            <a:off x="1619895" y="1372299"/>
            <a:ext cx="173762" cy="173762"/>
            <a:chOff x="2650409" y="1198128"/>
            <a:chExt cx="173762" cy="173762"/>
          </a:xfrm>
        </p:grpSpPr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547AB6BC-3C2E-AE53-0CB9-BC5A1B16179A}"/>
                </a:ext>
              </a:extLst>
            </p:cNvPr>
            <p:cNvSpPr/>
            <p:nvPr/>
          </p:nvSpPr>
          <p:spPr>
            <a:xfrm>
              <a:off x="2650409" y="1198418"/>
              <a:ext cx="173762" cy="17318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Kreuz 3">
              <a:extLst>
                <a:ext uri="{FF2B5EF4-FFF2-40B4-BE49-F238E27FC236}">
                  <a16:creationId xmlns:a16="http://schemas.microsoft.com/office/drawing/2014/main" id="{FDF457CC-4130-33B8-83F9-5F60D4F24728}"/>
                </a:ext>
              </a:extLst>
            </p:cNvPr>
            <p:cNvSpPr/>
            <p:nvPr/>
          </p:nvSpPr>
          <p:spPr>
            <a:xfrm rot="2700000">
              <a:off x="2650409" y="1198128"/>
              <a:ext cx="173762" cy="173762"/>
            </a:xfrm>
            <a:prstGeom prst="plus">
              <a:avLst>
                <a:gd name="adj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4E2B5D5D-3A3B-5137-ACD1-863D949F56D5}"/>
              </a:ext>
            </a:extLst>
          </p:cNvPr>
          <p:cNvGrpSpPr/>
          <p:nvPr/>
        </p:nvGrpSpPr>
        <p:grpSpPr>
          <a:xfrm>
            <a:off x="974450" y="1374794"/>
            <a:ext cx="173762" cy="173182"/>
            <a:chOff x="1967139" y="1198419"/>
            <a:chExt cx="173762" cy="173182"/>
          </a:xfrm>
        </p:grpSpPr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7B188470-E570-E465-3015-F6DF96CA24DA}"/>
                </a:ext>
              </a:extLst>
            </p:cNvPr>
            <p:cNvSpPr/>
            <p:nvPr/>
          </p:nvSpPr>
          <p:spPr>
            <a:xfrm>
              <a:off x="1967139" y="1198419"/>
              <a:ext cx="173762" cy="17318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5367114F-8B0D-1247-F70B-C069868B3159}"/>
                </a:ext>
              </a:extLst>
            </p:cNvPr>
            <p:cNvSpPr/>
            <p:nvPr/>
          </p:nvSpPr>
          <p:spPr>
            <a:xfrm>
              <a:off x="2031084" y="1262151"/>
              <a:ext cx="45872" cy="45719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964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4EFDE9D5-38FC-11B6-76AE-D71E50F81160}"/>
              </a:ext>
            </a:extLst>
          </p:cNvPr>
          <p:cNvCxnSpPr>
            <a:cxnSpLocks/>
          </p:cNvCxnSpPr>
          <p:nvPr/>
        </p:nvCxnSpPr>
        <p:spPr>
          <a:xfrm flipV="1">
            <a:off x="1620782" y="3158766"/>
            <a:ext cx="1" cy="93600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A93CF45E-32B7-EBF8-FB55-A1AEEF6F04AF}"/>
              </a:ext>
            </a:extLst>
          </p:cNvPr>
          <p:cNvCxnSpPr>
            <a:cxnSpLocks/>
          </p:cNvCxnSpPr>
          <p:nvPr/>
        </p:nvCxnSpPr>
        <p:spPr>
          <a:xfrm flipV="1">
            <a:off x="1609499" y="4059711"/>
            <a:ext cx="936000" cy="0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FF3285-60C3-F854-B8A3-B31BA04CF40C}"/>
                  </a:ext>
                </a:extLst>
              </p:cNvPr>
              <p:cNvSpPr txBox="1"/>
              <p:nvPr/>
            </p:nvSpPr>
            <p:spPr>
              <a:xfrm flipH="1">
                <a:off x="2452390" y="3869146"/>
                <a:ext cx="4579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dirty="0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FF3285-60C3-F854-B8A3-B31BA04CF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452390" y="3869146"/>
                <a:ext cx="45793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6F4A30C-AC8D-6143-940F-660D0F5EB042}"/>
                  </a:ext>
                </a:extLst>
              </p:cNvPr>
              <p:cNvSpPr txBox="1"/>
              <p:nvPr/>
            </p:nvSpPr>
            <p:spPr>
              <a:xfrm flipH="1">
                <a:off x="770459" y="4335101"/>
                <a:ext cx="57691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6F4A30C-AC8D-6143-940F-660D0F5EB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70459" y="4335101"/>
                <a:ext cx="57691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F4273-A5A8-9A2D-E52C-E1B8F81B992A}"/>
                  </a:ext>
                </a:extLst>
              </p:cNvPr>
              <p:cNvSpPr txBox="1"/>
              <p:nvPr/>
            </p:nvSpPr>
            <p:spPr>
              <a:xfrm flipH="1">
                <a:off x="1430552" y="2850246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F4273-A5A8-9A2D-E52C-E1B8F81B99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30552" y="2850246"/>
                <a:ext cx="37361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9BAF2DB-0D1C-11CE-E724-9BA9E9C657CD}"/>
              </a:ext>
            </a:extLst>
          </p:cNvPr>
          <p:cNvCxnSpPr>
            <a:cxnSpLocks/>
          </p:cNvCxnSpPr>
          <p:nvPr/>
        </p:nvCxnSpPr>
        <p:spPr>
          <a:xfrm flipH="1">
            <a:off x="1152782" y="4068634"/>
            <a:ext cx="468000" cy="4680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C6C46393-3ADF-8289-FA86-A5F661E42475}"/>
              </a:ext>
            </a:extLst>
          </p:cNvPr>
          <p:cNvCxnSpPr>
            <a:cxnSpLocks/>
          </p:cNvCxnSpPr>
          <p:nvPr/>
        </p:nvCxnSpPr>
        <p:spPr>
          <a:xfrm flipV="1">
            <a:off x="1617358" y="2439455"/>
            <a:ext cx="607682" cy="1655311"/>
          </a:xfrm>
          <a:prstGeom prst="straightConnector1">
            <a:avLst/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F41E2C81-CBB0-8493-4BCE-7309AF99462B}"/>
                  </a:ext>
                </a:extLst>
              </p:cNvPr>
              <p:cNvSpPr txBox="1"/>
              <p:nvPr/>
            </p:nvSpPr>
            <p:spPr>
              <a:xfrm flipH="1">
                <a:off x="2138902" y="2166281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b="0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</m:acc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F41E2C81-CBB0-8493-4BCE-7309AF994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138902" y="2166281"/>
                <a:ext cx="37361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Pfeil: nach rechts gekrümmt 14">
            <a:extLst>
              <a:ext uri="{FF2B5EF4-FFF2-40B4-BE49-F238E27FC236}">
                <a16:creationId xmlns:a16="http://schemas.microsoft.com/office/drawing/2014/main" id="{BDFEECDC-7D0C-03BE-BE0A-DFA3E4338F2D}"/>
              </a:ext>
            </a:extLst>
          </p:cNvPr>
          <p:cNvSpPr/>
          <p:nvPr/>
        </p:nvSpPr>
        <p:spPr>
          <a:xfrm rot="1195101">
            <a:off x="1838953" y="2886792"/>
            <a:ext cx="312420" cy="259076"/>
          </a:xfrm>
          <a:prstGeom prst="curvedRightArrow">
            <a:avLst>
              <a:gd name="adj1" fmla="val 25000"/>
              <a:gd name="adj2" fmla="val 50000"/>
              <a:gd name="adj3" fmla="val 4558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D9EC41E8-FE87-8374-FD71-EC413989ED6D}"/>
              </a:ext>
            </a:extLst>
          </p:cNvPr>
          <p:cNvCxnSpPr>
            <a:cxnSpLocks/>
          </p:cNvCxnSpPr>
          <p:nvPr/>
        </p:nvCxnSpPr>
        <p:spPr>
          <a:xfrm flipH="1">
            <a:off x="2013317" y="2590800"/>
            <a:ext cx="151879" cy="42553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75E77B64-E026-1CB4-10D9-95CD50DA40F0}"/>
                  </a:ext>
                </a:extLst>
              </p:cNvPr>
              <p:cNvSpPr txBox="1"/>
              <p:nvPr/>
            </p:nvSpPr>
            <p:spPr>
              <a:xfrm flipH="1">
                <a:off x="2063331" y="2946923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dirty="0" smtClean="0"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75E77B64-E026-1CB4-10D9-95CD50DA40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063331" y="2946923"/>
                <a:ext cx="37361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2494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uppieren 113">
            <a:extLst>
              <a:ext uri="{FF2B5EF4-FFF2-40B4-BE49-F238E27FC236}">
                <a16:creationId xmlns:a16="http://schemas.microsoft.com/office/drawing/2014/main" id="{49966FD9-E543-1989-4F6A-6B53EB9CF043}"/>
              </a:ext>
            </a:extLst>
          </p:cNvPr>
          <p:cNvGrpSpPr/>
          <p:nvPr/>
        </p:nvGrpSpPr>
        <p:grpSpPr>
          <a:xfrm>
            <a:off x="279905" y="2676697"/>
            <a:ext cx="6544848" cy="7052319"/>
            <a:chOff x="1111176" y="2773389"/>
            <a:chExt cx="4559144" cy="4912649"/>
          </a:xfrm>
        </p:grpSpPr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A37199D9-5A90-1F28-53F2-A007C3579E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2114" y="4070954"/>
              <a:ext cx="3245042" cy="3140421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DAF7C69D-25F6-8E2F-BB4F-582F18F0DB99}"/>
                </a:ext>
              </a:extLst>
            </p:cNvPr>
            <p:cNvCxnSpPr/>
            <p:nvPr/>
          </p:nvCxnSpPr>
          <p:spPr>
            <a:xfrm flipV="1">
              <a:off x="2418945" y="4082277"/>
              <a:ext cx="2795881" cy="0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922BA4B8-DBCC-F11B-DB9A-4C24A5FFA1C1}"/>
                </a:ext>
              </a:extLst>
            </p:cNvPr>
            <p:cNvGrpSpPr/>
            <p:nvPr/>
          </p:nvGrpSpPr>
          <p:grpSpPr>
            <a:xfrm>
              <a:off x="2571163" y="3001042"/>
              <a:ext cx="2616313" cy="364475"/>
              <a:chOff x="5104728" y="380899"/>
              <a:chExt cx="1476698" cy="439828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22F352D3-F1CF-5580-E386-ED6F173587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4728" y="776586"/>
                <a:ext cx="1476698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9" name="Textfeld 98">
                <a:extLst>
                  <a:ext uri="{FF2B5EF4-FFF2-40B4-BE49-F238E27FC236}">
                    <a16:creationId xmlns:a16="http://schemas.microsoft.com/office/drawing/2014/main" id="{737F0B93-CB71-26AA-1180-23279C0519FD}"/>
                  </a:ext>
                </a:extLst>
              </p:cNvPr>
              <p:cNvSpPr txBox="1"/>
              <p:nvPr/>
            </p:nvSpPr>
            <p:spPr>
              <a:xfrm>
                <a:off x="5574178" y="380899"/>
                <a:ext cx="922474" cy="439828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C6F6220C-9454-9683-CFE6-AF6B91AEF6FD}"/>
                </a:ext>
              </a:extLst>
            </p:cNvPr>
            <p:cNvGrpSpPr/>
            <p:nvPr/>
          </p:nvGrpSpPr>
          <p:grpSpPr>
            <a:xfrm>
              <a:off x="1111176" y="5556336"/>
              <a:ext cx="1533659" cy="1948552"/>
              <a:chOff x="1408070" y="441526"/>
              <a:chExt cx="1533659" cy="1948552"/>
            </a:xfrm>
          </p:grpSpPr>
          <p:cxnSp>
            <p:nvCxnSpPr>
              <p:cNvPr id="4" name="Gerade Verbindung mit Pfeil 3">
                <a:extLst>
                  <a:ext uri="{FF2B5EF4-FFF2-40B4-BE49-F238E27FC236}">
                    <a16:creationId xmlns:a16="http://schemas.microsoft.com/office/drawing/2014/main" id="{1D7C5848-0C47-7EBE-8688-B7ED0BB7761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 Verbindung mit Pfeil 4">
                <a:extLst>
                  <a:ext uri="{FF2B5EF4-FFF2-40B4-BE49-F238E27FC236}">
                    <a16:creationId xmlns:a16="http://schemas.microsoft.com/office/drawing/2014/main" id="{DA742CE4-0403-43AE-39C2-F21DD46BD9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A8D2ADE4-3158-B3F4-DAA3-22672A87236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B2A0770D-7B3F-D947-EB0A-233D7FD4661A}"/>
                </a:ext>
              </a:extLst>
            </p:cNvPr>
            <p:cNvGrpSpPr/>
            <p:nvPr/>
          </p:nvGrpSpPr>
          <p:grpSpPr>
            <a:xfrm>
              <a:off x="2617082" y="5147475"/>
              <a:ext cx="1590854" cy="1445738"/>
              <a:chOff x="1408070" y="1468343"/>
              <a:chExt cx="1590854" cy="1445738"/>
            </a:xfrm>
          </p:grpSpPr>
          <p:cxnSp>
            <p:nvCxnSpPr>
              <p:cNvPr id="15" name="Gerade Verbindung mit Pfeil 14">
                <a:extLst>
                  <a:ext uri="{FF2B5EF4-FFF2-40B4-BE49-F238E27FC236}">
                    <a16:creationId xmlns:a16="http://schemas.microsoft.com/office/drawing/2014/main" id="{A5C8F50F-8191-F695-E0A1-31AEF90DEF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82727" y="1693963"/>
                <a:ext cx="0" cy="936913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0CC2F124-9EC5-EAE0-1117-74CE4C294DB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" name="Gerade Verbindung mit Pfeil 27">
                <a:extLst>
                  <a:ext uri="{FF2B5EF4-FFF2-40B4-BE49-F238E27FC236}">
                    <a16:creationId xmlns:a16="http://schemas.microsoft.com/office/drawing/2014/main" id="{85308A40-20CA-551F-4CD2-BA2AD897E7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26011" y="1668880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7" name="Gruppieren 86">
              <a:extLst>
                <a:ext uri="{FF2B5EF4-FFF2-40B4-BE49-F238E27FC236}">
                  <a16:creationId xmlns:a16="http://schemas.microsoft.com/office/drawing/2014/main" id="{EFA44FCA-FAE7-ECCD-86B1-EDD53DC07170}"/>
                </a:ext>
              </a:extLst>
            </p:cNvPr>
            <p:cNvGrpSpPr/>
            <p:nvPr/>
          </p:nvGrpSpPr>
          <p:grpSpPr>
            <a:xfrm flipH="1" flipV="1">
              <a:off x="2389826" y="5350027"/>
              <a:ext cx="2348565" cy="2336011"/>
              <a:chOff x="782999" y="2203339"/>
              <a:chExt cx="2216797" cy="2204948"/>
            </a:xfrm>
          </p:grpSpPr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0AC9A6ED-FD0D-BC08-DCE8-1C7EB9E047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9157" y="3645531"/>
                <a:ext cx="726295" cy="762756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C8581A43-5291-F04C-FC3C-B7AA2763F9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3177" y="2203339"/>
                <a:ext cx="766619" cy="805104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 Verbindung mit Pfeil 54">
                <a:extLst>
                  <a:ext uri="{FF2B5EF4-FFF2-40B4-BE49-F238E27FC236}">
                    <a16:creationId xmlns:a16="http://schemas.microsoft.com/office/drawing/2014/main" id="{2BCAC602-4752-5966-691A-C464255FF2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2999" y="2216725"/>
                <a:ext cx="1417686" cy="141768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Textfeld 58">
                <a:extLst>
                  <a:ext uri="{FF2B5EF4-FFF2-40B4-BE49-F238E27FC236}">
                    <a16:creationId xmlns:a16="http://schemas.microsoft.com/office/drawing/2014/main" id="{5B20F41D-E822-33E3-D05C-4D67B4F777EF}"/>
                  </a:ext>
                </a:extLst>
              </p:cNvPr>
              <p:cNvSpPr txBox="1"/>
              <p:nvPr/>
            </p:nvSpPr>
            <p:spPr>
              <a:xfrm rot="8043275">
                <a:off x="1132400" y="2888583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64" name="Gruppieren 63">
              <a:extLst>
                <a:ext uri="{FF2B5EF4-FFF2-40B4-BE49-F238E27FC236}">
                  <a16:creationId xmlns:a16="http://schemas.microsoft.com/office/drawing/2014/main" id="{55A48344-5AB9-7D0A-DE87-C2ADF003EB09}"/>
                </a:ext>
              </a:extLst>
            </p:cNvPr>
            <p:cNvGrpSpPr/>
            <p:nvPr/>
          </p:nvGrpSpPr>
          <p:grpSpPr>
            <a:xfrm>
              <a:off x="1296509" y="2773389"/>
              <a:ext cx="1492497" cy="2024935"/>
              <a:chOff x="1408070" y="365143"/>
              <a:chExt cx="1492497" cy="2024935"/>
            </a:xfrm>
          </p:grpSpPr>
          <p:cxnSp>
            <p:nvCxnSpPr>
              <p:cNvPr id="65" name="Gerade Verbindung mit Pfeil 64">
                <a:extLst>
                  <a:ext uri="{FF2B5EF4-FFF2-40B4-BE49-F238E27FC236}">
                    <a16:creationId xmlns:a16="http://schemas.microsoft.com/office/drawing/2014/main" id="{0C81D53D-858B-2D0C-348C-4F4FA2258F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Gerade Verbindung mit Pfeil 69">
                <a:extLst>
                  <a:ext uri="{FF2B5EF4-FFF2-40B4-BE49-F238E27FC236}">
                    <a16:creationId xmlns:a16="http://schemas.microsoft.com/office/drawing/2014/main" id="{95C732BC-FC8D-3DAB-EB62-D032B40468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7" name="Gerade Verbindung mit Pfeil 76">
                <a:extLst>
                  <a:ext uri="{FF2B5EF4-FFF2-40B4-BE49-F238E27FC236}">
                    <a16:creationId xmlns:a16="http://schemas.microsoft.com/office/drawing/2014/main" id="{B582FD8F-0F8C-0FFB-3976-12223D8B0F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F742EC4D-F819-E46B-A355-571341A92BAF}"/>
                </a:ext>
              </a:extLst>
            </p:cNvPr>
            <p:cNvGrpSpPr/>
            <p:nvPr/>
          </p:nvGrpSpPr>
          <p:grpSpPr>
            <a:xfrm>
              <a:off x="4030412" y="2819669"/>
              <a:ext cx="1413384" cy="2094092"/>
              <a:chOff x="1514378" y="420948"/>
              <a:chExt cx="1413384" cy="2094092"/>
            </a:xfrm>
          </p:grpSpPr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2E4887E1-A932-C9E7-D033-228E65B5C40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Gerade Verbindung mit Pfeil 79">
                <a:extLst>
                  <a:ext uri="{FF2B5EF4-FFF2-40B4-BE49-F238E27FC236}">
                    <a16:creationId xmlns:a16="http://schemas.microsoft.com/office/drawing/2014/main" id="{DAD75030-DFF9-BC48-3365-E3FBA26819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7188A27F-F438-06BD-0938-AC61D5E782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8" name="Gruppieren 87">
              <a:extLst>
                <a:ext uri="{FF2B5EF4-FFF2-40B4-BE49-F238E27FC236}">
                  <a16:creationId xmlns:a16="http://schemas.microsoft.com/office/drawing/2014/main" id="{070C48BA-3070-A1DA-6577-B87B19947CDF}"/>
                </a:ext>
              </a:extLst>
            </p:cNvPr>
            <p:cNvGrpSpPr/>
            <p:nvPr/>
          </p:nvGrpSpPr>
          <p:grpSpPr>
            <a:xfrm flipH="1" flipV="1">
              <a:off x="4404026" y="4091575"/>
              <a:ext cx="1266294" cy="1736556"/>
              <a:chOff x="1124621" y="2769161"/>
              <a:chExt cx="1195248" cy="1639126"/>
            </a:xfrm>
          </p:grpSpPr>
          <p:cxnSp>
            <p:nvCxnSpPr>
              <p:cNvPr id="89" name="Gerader Verbinder 88">
                <a:extLst>
                  <a:ext uri="{FF2B5EF4-FFF2-40B4-BE49-F238E27FC236}">
                    <a16:creationId xmlns:a16="http://schemas.microsoft.com/office/drawing/2014/main" id="{70039718-BAF9-2B33-59CC-2073C6812D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4621" y="3966330"/>
                <a:ext cx="420831" cy="44195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Gerade Verbindung mit Pfeil 90">
                <a:extLst>
                  <a:ext uri="{FF2B5EF4-FFF2-40B4-BE49-F238E27FC236}">
                    <a16:creationId xmlns:a16="http://schemas.microsoft.com/office/drawing/2014/main" id="{36A5BF89-7BC5-6981-D8D6-AEAA2A5E2E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35949" y="2769161"/>
                <a:ext cx="1183920" cy="118392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4EDBC093-9C46-F957-DF71-2180DE48D485}"/>
                  </a:ext>
                </a:extLst>
              </p:cNvPr>
              <p:cNvSpPr txBox="1"/>
              <p:nvPr/>
            </p:nvSpPr>
            <p:spPr>
              <a:xfrm rot="8043275">
                <a:off x="1369764" y="3298594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15 cm</a:t>
                </a:r>
              </a:p>
            </p:txBody>
          </p:sp>
        </p:grpSp>
      </p:grpSp>
      <p:sp>
        <p:nvSpPr>
          <p:cNvPr id="149" name="Freihandform: Form 148">
            <a:extLst>
              <a:ext uri="{FF2B5EF4-FFF2-40B4-BE49-F238E27FC236}">
                <a16:creationId xmlns:a16="http://schemas.microsoft.com/office/drawing/2014/main" id="{6155FB04-07D7-4AE4-BACC-82E35110441B}"/>
              </a:ext>
            </a:extLst>
          </p:cNvPr>
          <p:cNvSpPr/>
          <p:nvPr/>
        </p:nvSpPr>
        <p:spPr>
          <a:xfrm>
            <a:off x="4279900" y="4660900"/>
            <a:ext cx="1663700" cy="162560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Freihandform: Form 149">
            <a:extLst>
              <a:ext uri="{FF2B5EF4-FFF2-40B4-BE49-F238E27FC236}">
                <a16:creationId xmlns:a16="http://schemas.microsoft.com/office/drawing/2014/main" id="{2F216E64-F0ED-1413-3144-DDFD817E8C82}"/>
              </a:ext>
            </a:extLst>
          </p:cNvPr>
          <p:cNvSpPr/>
          <p:nvPr/>
        </p:nvSpPr>
        <p:spPr>
          <a:xfrm flipH="1" flipV="1">
            <a:off x="2320206" y="6694199"/>
            <a:ext cx="1802223" cy="179291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Freihandform: Form 150">
            <a:extLst>
              <a:ext uri="{FF2B5EF4-FFF2-40B4-BE49-F238E27FC236}">
                <a16:creationId xmlns:a16="http://schemas.microsoft.com/office/drawing/2014/main" id="{C19182B5-9574-3F2B-E948-E5615C87C8F1}"/>
              </a:ext>
            </a:extLst>
          </p:cNvPr>
          <p:cNvSpPr/>
          <p:nvPr/>
        </p:nvSpPr>
        <p:spPr>
          <a:xfrm>
            <a:off x="2616200" y="4000438"/>
            <a:ext cx="3454400" cy="444562"/>
          </a:xfrm>
          <a:custGeom>
            <a:avLst/>
            <a:gdLst>
              <a:gd name="connsiteX0" fmla="*/ 3454400 w 3454400"/>
              <a:gd name="connsiteY0" fmla="*/ 419162 h 444562"/>
              <a:gd name="connsiteX1" fmla="*/ 1930400 w 3454400"/>
              <a:gd name="connsiteY1" fmla="*/ 62 h 444562"/>
              <a:gd name="connsiteX2" fmla="*/ 0 w 3454400"/>
              <a:gd name="connsiteY2" fmla="*/ 444562 h 444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54400" h="444562">
                <a:moveTo>
                  <a:pt x="3454400" y="419162"/>
                </a:moveTo>
                <a:cubicBezTo>
                  <a:pt x="2980266" y="207495"/>
                  <a:pt x="2506133" y="-4171"/>
                  <a:pt x="1930400" y="62"/>
                </a:cubicBezTo>
                <a:cubicBezTo>
                  <a:pt x="1354667" y="4295"/>
                  <a:pt x="677333" y="224428"/>
                  <a:pt x="0" y="444562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/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34</m:t>
                          </m:r>
                        </m:sub>
                      </m:sSub>
                    </m:oMath>
                  </m:oMathPara>
                </a14:m>
                <a:endParaRPr lang="de-DE" sz="2800" b="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/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/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4" name="Freihandform: Form 183">
            <a:extLst>
              <a:ext uri="{FF2B5EF4-FFF2-40B4-BE49-F238E27FC236}">
                <a16:creationId xmlns:a16="http://schemas.microsoft.com/office/drawing/2014/main" id="{55752E3E-38C5-FC4B-99DE-37D58E6BE78E}"/>
              </a:ext>
            </a:extLst>
          </p:cNvPr>
          <p:cNvSpPr/>
          <p:nvPr/>
        </p:nvSpPr>
        <p:spPr>
          <a:xfrm>
            <a:off x="1571689" y="4746907"/>
            <a:ext cx="786674" cy="3599071"/>
          </a:xfrm>
          <a:custGeom>
            <a:avLst/>
            <a:gdLst>
              <a:gd name="connsiteX0" fmla="*/ 456617 w 789127"/>
              <a:gd name="connsiteY0" fmla="*/ 3474720 h 3474720"/>
              <a:gd name="connsiteX1" fmla="*/ 7730 w 789127"/>
              <a:gd name="connsiteY1" fmla="*/ 1662546 h 3474720"/>
              <a:gd name="connsiteX2" fmla="*/ 789127 w 789127"/>
              <a:gd name="connsiteY2" fmla="*/ 0 h 3474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9127" h="3474720">
                <a:moveTo>
                  <a:pt x="456617" y="3474720"/>
                </a:moveTo>
                <a:cubicBezTo>
                  <a:pt x="204464" y="2858193"/>
                  <a:pt x="-47688" y="2241666"/>
                  <a:pt x="7730" y="1662546"/>
                </a:cubicBezTo>
                <a:cubicBezTo>
                  <a:pt x="63148" y="1083426"/>
                  <a:pt x="597934" y="282633"/>
                  <a:pt x="789127" y="0"/>
                </a:cubicBezTo>
              </a:path>
            </a:pathLst>
          </a:custGeom>
          <a:noFill/>
          <a:ln w="19050"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/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5015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Würfel 38">
            <a:extLst>
              <a:ext uri="{FF2B5EF4-FFF2-40B4-BE49-F238E27FC236}">
                <a16:creationId xmlns:a16="http://schemas.microsoft.com/office/drawing/2014/main" id="{BD9B52AD-92B8-4D62-76CD-3151067241F7}"/>
              </a:ext>
            </a:extLst>
          </p:cNvPr>
          <p:cNvSpPr/>
          <p:nvPr/>
        </p:nvSpPr>
        <p:spPr>
          <a:xfrm>
            <a:off x="-856852" y="6096000"/>
            <a:ext cx="8050572" cy="2069349"/>
          </a:xfrm>
          <a:prstGeom prst="cube">
            <a:avLst>
              <a:gd name="adj" fmla="val 90293"/>
            </a:avLst>
          </a:prstGeom>
          <a:blipFill>
            <a:blip r:embed="rId2"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uppieren 51">
            <a:extLst>
              <a:ext uri="{FF2B5EF4-FFF2-40B4-BE49-F238E27FC236}">
                <a16:creationId xmlns:a16="http://schemas.microsoft.com/office/drawing/2014/main" id="{080698B6-1278-E38B-8471-459F56F10EB2}"/>
              </a:ext>
            </a:extLst>
          </p:cNvPr>
          <p:cNvGrpSpPr/>
          <p:nvPr/>
        </p:nvGrpSpPr>
        <p:grpSpPr>
          <a:xfrm>
            <a:off x="5828602" y="4746196"/>
            <a:ext cx="1380782" cy="2090501"/>
            <a:chOff x="1530916" y="260550"/>
            <a:chExt cx="1380782" cy="2090501"/>
          </a:xfrm>
        </p:grpSpPr>
        <p:cxnSp>
          <p:nvCxnSpPr>
            <p:cNvPr id="53" name="Gerade Verbindung mit Pfeil 52">
              <a:extLst>
                <a:ext uri="{FF2B5EF4-FFF2-40B4-BE49-F238E27FC236}">
                  <a16:creationId xmlns:a16="http://schemas.microsoft.com/office/drawing/2014/main" id="{F37AB262-A87F-B5FF-5001-C9C2D66371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 Verbindung mit Pfeil 53">
              <a:extLst>
                <a:ext uri="{FF2B5EF4-FFF2-40B4-BE49-F238E27FC236}">
                  <a16:creationId xmlns:a16="http://schemas.microsoft.com/office/drawing/2014/main" id="{4BBAECBD-D59B-6A50-5B46-C8476233EA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1A1A02BB-3DF1-4174-F4B7-1640A01264FB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1A1A02BB-3DF1-4174-F4B7-1640A01264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66667"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CF092C17-6F67-2632-896E-89772ADAD65B}"/>
                    </a:ext>
                  </a:extLst>
                </p:cNvPr>
                <p:cNvSpPr txBox="1"/>
                <p:nvPr/>
              </p:nvSpPr>
              <p:spPr>
                <a:xfrm flipH="1">
                  <a:off x="1530916" y="1981719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CF092C17-6F67-2632-896E-89772ADAD6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530916" y="1981719"/>
                  <a:ext cx="576916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15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A5A827A-18A3-820A-9586-868B7698CF9C}"/>
                    </a:ext>
                  </a:extLst>
                </p:cNvPr>
                <p:cNvSpPr txBox="1"/>
                <p:nvPr/>
              </p:nvSpPr>
              <p:spPr>
                <a:xfrm flipH="1">
                  <a:off x="1548637" y="1210599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A5A827A-18A3-820A-9586-868B7698CF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548637" y="1210599"/>
                  <a:ext cx="373613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098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Gerade Verbindung mit Pfeil 59">
              <a:extLst>
                <a:ext uri="{FF2B5EF4-FFF2-40B4-BE49-F238E27FC236}">
                  <a16:creationId xmlns:a16="http://schemas.microsoft.com/office/drawing/2014/main" id="{798422F0-0586-FF29-D09D-0BE7992451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C8C5E11E-B32D-B531-49A3-A891C5693FB3}"/>
              </a:ext>
            </a:extLst>
          </p:cNvPr>
          <p:cNvGrpSpPr/>
          <p:nvPr/>
        </p:nvGrpSpPr>
        <p:grpSpPr>
          <a:xfrm>
            <a:off x="812144" y="4204776"/>
            <a:ext cx="950230" cy="2250794"/>
            <a:chOff x="4129150" y="4560649"/>
            <a:chExt cx="950230" cy="2250794"/>
          </a:xfrm>
        </p:grpSpPr>
        <p:sp>
          <p:nvSpPr>
            <p:cNvPr id="40" name="Würfel 39">
              <a:extLst>
                <a:ext uri="{FF2B5EF4-FFF2-40B4-BE49-F238E27FC236}">
                  <a16:creationId xmlns:a16="http://schemas.microsoft.com/office/drawing/2014/main" id="{5FCD74A6-437C-9C49-72CD-EA64D192AF14}"/>
                </a:ext>
              </a:extLst>
            </p:cNvPr>
            <p:cNvSpPr/>
            <p:nvPr/>
          </p:nvSpPr>
          <p:spPr>
            <a:xfrm>
              <a:off x="4129150" y="6477098"/>
              <a:ext cx="950230" cy="334345"/>
            </a:xfrm>
            <a:prstGeom prst="cube">
              <a:avLst>
                <a:gd name="adj" fmla="val 55294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Zylinder 40">
              <a:extLst>
                <a:ext uri="{FF2B5EF4-FFF2-40B4-BE49-F238E27FC236}">
                  <a16:creationId xmlns:a16="http://schemas.microsoft.com/office/drawing/2014/main" id="{CF876117-3D02-141D-4EF4-F6F75599C4D6}"/>
                </a:ext>
              </a:extLst>
            </p:cNvPr>
            <p:cNvSpPr/>
            <p:nvPr/>
          </p:nvSpPr>
          <p:spPr>
            <a:xfrm>
              <a:off x="4526162" y="5053013"/>
              <a:ext cx="179605" cy="1507284"/>
            </a:xfrm>
            <a:prstGeom prst="can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Würfel 42">
              <a:extLst>
                <a:ext uri="{FF2B5EF4-FFF2-40B4-BE49-F238E27FC236}">
                  <a16:creationId xmlns:a16="http://schemas.microsoft.com/office/drawing/2014/main" id="{E0103DF0-E8E3-26E9-059D-0B23AD6F5E82}"/>
                </a:ext>
              </a:extLst>
            </p:cNvPr>
            <p:cNvSpPr/>
            <p:nvPr/>
          </p:nvSpPr>
          <p:spPr>
            <a:xfrm rot="1468719">
              <a:off x="4438914" y="4560649"/>
              <a:ext cx="588158" cy="679017"/>
            </a:xfrm>
            <a:prstGeom prst="cube">
              <a:avLst>
                <a:gd name="adj" fmla="val 44813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Zylinder 41">
              <a:extLst>
                <a:ext uri="{FF2B5EF4-FFF2-40B4-BE49-F238E27FC236}">
                  <a16:creationId xmlns:a16="http://schemas.microsoft.com/office/drawing/2014/main" id="{57F11CBA-FE82-7B60-00E7-8AFCA31B3410}"/>
                </a:ext>
              </a:extLst>
            </p:cNvPr>
            <p:cNvSpPr/>
            <p:nvPr/>
          </p:nvSpPr>
          <p:spPr>
            <a:xfrm rot="7085268">
              <a:off x="4803488" y="4887550"/>
              <a:ext cx="240105" cy="217829"/>
            </a:xfrm>
            <a:prstGeom prst="can">
              <a:avLst>
                <a:gd name="adj" fmla="val 5000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3207877C-1968-2A89-7457-91C482762306}"/>
              </a:ext>
            </a:extLst>
          </p:cNvPr>
          <p:cNvGrpSpPr/>
          <p:nvPr/>
        </p:nvGrpSpPr>
        <p:grpSpPr>
          <a:xfrm rot="1409809">
            <a:off x="310544" y="4185433"/>
            <a:ext cx="1953429" cy="1332800"/>
            <a:chOff x="1055857" y="1222185"/>
            <a:chExt cx="2551587" cy="1740916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67081E3E-DC50-A076-2EA2-716BA0586F42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CFCC9082-0BFD-FF05-E358-89061498A6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76029E62-CBE8-7230-1F32-2846BBB031A3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2695872" y="2232555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76029E62-CBE8-7230-1F32-2846BBB031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2695872" y="2232555"/>
                  <a:ext cx="457939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41379" b="-2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F9901452-4E40-0309-9725-E250487F86E6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1055857" y="2593769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F9901452-4E40-0309-9725-E250487F86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1055857" y="2593769"/>
                  <a:ext cx="576916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98611" b="-234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CD9A5217-098D-7AC5-6E60-53E3BEEDE80F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3180133" y="1222185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CD9A5217-098D-7AC5-6E60-53E3BEEDE8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3180133" y="1222185"/>
                  <a:ext cx="373613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00000" b="-2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Gerade Verbindung mit Pfeil 28">
              <a:extLst>
                <a:ext uri="{FF2B5EF4-FFF2-40B4-BE49-F238E27FC236}">
                  <a16:creationId xmlns:a16="http://schemas.microsoft.com/office/drawing/2014/main" id="{E5BF3B85-09AA-6994-3CB3-94000D310EA2}"/>
                </a:ext>
              </a:extLst>
            </p:cNvPr>
            <p:cNvCxnSpPr>
              <a:cxnSpLocks/>
            </p:cNvCxnSpPr>
            <p:nvPr/>
          </p:nvCxnSpPr>
          <p:spPr>
            <a:xfrm rot="20190191" flipH="1">
              <a:off x="1946969" y="1820848"/>
              <a:ext cx="836086" cy="329397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Ellipse 89">
            <a:extLst>
              <a:ext uri="{FF2B5EF4-FFF2-40B4-BE49-F238E27FC236}">
                <a16:creationId xmlns:a16="http://schemas.microsoft.com/office/drawing/2014/main" id="{293B1FE0-4800-27FB-6690-78660AD7A373}"/>
              </a:ext>
            </a:extLst>
          </p:cNvPr>
          <p:cNvSpPr/>
          <p:nvPr/>
        </p:nvSpPr>
        <p:spPr>
          <a:xfrm>
            <a:off x="4122330" y="6368145"/>
            <a:ext cx="1081257" cy="248312"/>
          </a:xfrm>
          <a:prstGeom prst="ellipse">
            <a:avLst/>
          </a:prstGeom>
          <a:blipFill>
            <a:blip r:embed="rId9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feld 108">
                <a:extLst>
                  <a:ext uri="{FF2B5EF4-FFF2-40B4-BE49-F238E27FC236}">
                    <a16:creationId xmlns:a16="http://schemas.microsoft.com/office/drawing/2014/main" id="{2CF50C63-BF1A-8801-C149-772E574745B4}"/>
                  </a:ext>
                </a:extLst>
              </p:cNvPr>
              <p:cNvSpPr txBox="1"/>
              <p:nvPr/>
            </p:nvSpPr>
            <p:spPr>
              <a:xfrm>
                <a:off x="5600957" y="4413717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WC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9" name="Textfeld 108">
                <a:extLst>
                  <a:ext uri="{FF2B5EF4-FFF2-40B4-BE49-F238E27FC236}">
                    <a16:creationId xmlns:a16="http://schemas.microsoft.com/office/drawing/2014/main" id="{2CF50C63-BF1A-8801-C149-772E57474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0957" y="4413717"/>
                <a:ext cx="911456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Freihandform: Form 107">
            <a:extLst>
              <a:ext uri="{FF2B5EF4-FFF2-40B4-BE49-F238E27FC236}">
                <a16:creationId xmlns:a16="http://schemas.microsoft.com/office/drawing/2014/main" id="{48342C6C-17E4-C1EF-98A4-FD5483B4333D}"/>
              </a:ext>
            </a:extLst>
          </p:cNvPr>
          <p:cNvSpPr/>
          <p:nvPr/>
        </p:nvSpPr>
        <p:spPr>
          <a:xfrm>
            <a:off x="4688114" y="4919193"/>
            <a:ext cx="2249715" cy="1525150"/>
          </a:xfrm>
          <a:custGeom>
            <a:avLst/>
            <a:gdLst>
              <a:gd name="connsiteX0" fmla="*/ 0 w 2249715"/>
              <a:gd name="connsiteY0" fmla="*/ 1525150 h 1525150"/>
              <a:gd name="connsiteX1" fmla="*/ 522515 w 2249715"/>
              <a:gd name="connsiteY1" fmla="*/ 204350 h 1525150"/>
              <a:gd name="connsiteX2" fmla="*/ 1625600 w 2249715"/>
              <a:gd name="connsiteY2" fmla="*/ 102750 h 1525150"/>
              <a:gd name="connsiteX3" fmla="*/ 2249715 w 2249715"/>
              <a:gd name="connsiteY3" fmla="*/ 1176807 h 1525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49715" h="1525150">
                <a:moveTo>
                  <a:pt x="0" y="1525150"/>
                </a:moveTo>
                <a:cubicBezTo>
                  <a:pt x="125791" y="983283"/>
                  <a:pt x="251582" y="441417"/>
                  <a:pt x="522515" y="204350"/>
                </a:cubicBezTo>
                <a:cubicBezTo>
                  <a:pt x="793448" y="-32717"/>
                  <a:pt x="1337733" y="-59326"/>
                  <a:pt x="1625600" y="102750"/>
                </a:cubicBezTo>
                <a:cubicBezTo>
                  <a:pt x="1913467" y="264826"/>
                  <a:pt x="2148115" y="1005055"/>
                  <a:pt x="2249715" y="1176807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8F11A437-A9F8-B2BF-4F80-19FE272D6DD5}"/>
              </a:ext>
            </a:extLst>
          </p:cNvPr>
          <p:cNvGrpSpPr/>
          <p:nvPr/>
        </p:nvGrpSpPr>
        <p:grpSpPr>
          <a:xfrm>
            <a:off x="4296127" y="5566567"/>
            <a:ext cx="984582" cy="1443659"/>
            <a:chOff x="2135348" y="339328"/>
            <a:chExt cx="1472096" cy="2158485"/>
          </a:xfrm>
        </p:grpSpPr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DB6D3B7C-E580-ACB4-3618-20AC624B73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Gerade Verbindung mit Pfeil 94">
              <a:extLst>
                <a:ext uri="{FF2B5EF4-FFF2-40B4-BE49-F238E27FC236}">
                  <a16:creationId xmlns:a16="http://schemas.microsoft.com/office/drawing/2014/main" id="{D76A5446-FB75-B19A-EA80-38E37FF376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AEB4799-1F02-7FC6-DFA6-5412CF38AAE8}"/>
                    </a:ext>
                  </a:extLst>
                </p:cNvPr>
                <p:cNvSpPr txBox="1"/>
                <p:nvPr/>
              </p:nvSpPr>
              <p:spPr>
                <a:xfrm flipH="1">
                  <a:off x="3043199" y="1097406"/>
                  <a:ext cx="457938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AEB4799-1F02-7FC6-DFA6-5412CF38AA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043199" y="1097406"/>
                  <a:ext cx="457938" cy="552206"/>
                </a:xfrm>
                <a:prstGeom prst="rect">
                  <a:avLst/>
                </a:prstGeom>
                <a:blipFill>
                  <a:blip r:embed="rId11"/>
                  <a:stretch>
                    <a:fillRect r="-2725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B552BE74-8F1A-5D19-C498-20CDFF8E2B63}"/>
                    </a:ext>
                  </a:extLst>
                </p:cNvPr>
                <p:cNvSpPr txBox="1"/>
                <p:nvPr/>
              </p:nvSpPr>
              <p:spPr>
                <a:xfrm flipH="1">
                  <a:off x="2135348" y="1945607"/>
                  <a:ext cx="576916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B552BE74-8F1A-5D19-C498-20CDFF8E2B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135348" y="1945607"/>
                  <a:ext cx="576916" cy="552206"/>
                </a:xfrm>
                <a:prstGeom prst="rect">
                  <a:avLst/>
                </a:prstGeom>
                <a:blipFill>
                  <a:blip r:embed="rId12"/>
                  <a:stretch>
                    <a:fillRect r="-2063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1" name="Gerade Verbindung mit Pfeil 100">
              <a:extLst>
                <a:ext uri="{FF2B5EF4-FFF2-40B4-BE49-F238E27FC236}">
                  <a16:creationId xmlns:a16="http://schemas.microsoft.com/office/drawing/2014/main" id="{C23017F8-22A6-B2E4-D3A8-31FA003214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21F08388-B57D-FA70-3083-055D813AE67A}"/>
                    </a:ext>
                  </a:extLst>
                </p:cNvPr>
                <p:cNvSpPr txBox="1"/>
                <p:nvPr/>
              </p:nvSpPr>
              <p:spPr>
                <a:xfrm flipH="1">
                  <a:off x="2605774" y="339328"/>
                  <a:ext cx="373614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21F08388-B57D-FA70-3083-055D813AE6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605774" y="339328"/>
                  <a:ext cx="373614" cy="552206"/>
                </a:xfrm>
                <a:prstGeom prst="rect">
                  <a:avLst/>
                </a:prstGeom>
                <a:blipFill>
                  <a:blip r:embed="rId13"/>
                  <a:stretch>
                    <a:fillRect r="-36829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0" name="Freihandform: Form 109">
            <a:extLst>
              <a:ext uri="{FF2B5EF4-FFF2-40B4-BE49-F238E27FC236}">
                <a16:creationId xmlns:a16="http://schemas.microsoft.com/office/drawing/2014/main" id="{42AF1E5C-B9A0-D1D3-B8B2-C710FB121000}"/>
              </a:ext>
            </a:extLst>
          </p:cNvPr>
          <p:cNvSpPr/>
          <p:nvPr/>
        </p:nvSpPr>
        <p:spPr>
          <a:xfrm>
            <a:off x="1669143" y="4334933"/>
            <a:ext cx="2974258" cy="2137651"/>
          </a:xfrm>
          <a:custGeom>
            <a:avLst/>
            <a:gdLst>
              <a:gd name="connsiteX0" fmla="*/ 0 w 2960914"/>
              <a:gd name="connsiteY0" fmla="*/ 309638 h 2051353"/>
              <a:gd name="connsiteX1" fmla="*/ 1901371 w 2960914"/>
              <a:gd name="connsiteY1" fmla="*/ 135467 h 2051353"/>
              <a:gd name="connsiteX2" fmla="*/ 2960914 w 2960914"/>
              <a:gd name="connsiteY2" fmla="*/ 2051353 h 2051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60914" h="2051353">
                <a:moveTo>
                  <a:pt x="0" y="309638"/>
                </a:moveTo>
                <a:cubicBezTo>
                  <a:pt x="703942" y="77409"/>
                  <a:pt x="1407885" y="-154819"/>
                  <a:pt x="1901371" y="135467"/>
                </a:cubicBezTo>
                <a:cubicBezTo>
                  <a:pt x="2394857" y="425753"/>
                  <a:pt x="2779485" y="1756229"/>
                  <a:pt x="2960914" y="205135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7166A9F8-19D1-E5C5-DA30-34E5F1F07A5E}"/>
                  </a:ext>
                </a:extLst>
              </p:cNvPr>
              <p:cNvSpPr txBox="1"/>
              <p:nvPr/>
            </p:nvSpPr>
            <p:spPr>
              <a:xfrm>
                <a:off x="3437762" y="4006394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CamC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7166A9F8-19D1-E5C5-DA30-34E5F1F07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7762" y="4006394"/>
                <a:ext cx="911456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" name="Freihandform: Form 111">
            <a:extLst>
              <a:ext uri="{FF2B5EF4-FFF2-40B4-BE49-F238E27FC236}">
                <a16:creationId xmlns:a16="http://schemas.microsoft.com/office/drawing/2014/main" id="{98A99C69-1CE3-C5E5-E485-F59FA5F4D7B6}"/>
              </a:ext>
            </a:extLst>
          </p:cNvPr>
          <p:cNvSpPr/>
          <p:nvPr/>
        </p:nvSpPr>
        <p:spPr>
          <a:xfrm>
            <a:off x="1669143" y="4688114"/>
            <a:ext cx="1132114" cy="2133600"/>
          </a:xfrm>
          <a:custGeom>
            <a:avLst/>
            <a:gdLst>
              <a:gd name="connsiteX0" fmla="*/ 0 w 1132114"/>
              <a:gd name="connsiteY0" fmla="*/ 0 h 2133600"/>
              <a:gd name="connsiteX1" fmla="*/ 827314 w 1132114"/>
              <a:gd name="connsiteY1" fmla="*/ 885372 h 2133600"/>
              <a:gd name="connsiteX2" fmla="*/ 1132114 w 1132114"/>
              <a:gd name="connsiteY2" fmla="*/ 2133600 h 21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32114" h="2133600">
                <a:moveTo>
                  <a:pt x="0" y="0"/>
                </a:moveTo>
                <a:cubicBezTo>
                  <a:pt x="319314" y="264886"/>
                  <a:pt x="638628" y="529772"/>
                  <a:pt x="827314" y="885372"/>
                </a:cubicBezTo>
                <a:cubicBezTo>
                  <a:pt x="1016000" y="1240972"/>
                  <a:pt x="1132114" y="2133600"/>
                  <a:pt x="1132114" y="213360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3" name="Gruppieren 102">
            <a:extLst>
              <a:ext uri="{FF2B5EF4-FFF2-40B4-BE49-F238E27FC236}">
                <a16:creationId xmlns:a16="http://schemas.microsoft.com/office/drawing/2014/main" id="{A492CC31-24BC-6DDB-3790-C481E46FDCE4}"/>
              </a:ext>
            </a:extLst>
          </p:cNvPr>
          <p:cNvGrpSpPr/>
          <p:nvPr/>
        </p:nvGrpSpPr>
        <p:grpSpPr>
          <a:xfrm>
            <a:off x="1759146" y="5998871"/>
            <a:ext cx="2308821" cy="1584081"/>
            <a:chOff x="2053924" y="6515809"/>
            <a:chExt cx="2308821" cy="1584081"/>
          </a:xfrm>
        </p:grpSpPr>
        <p:sp>
          <p:nvSpPr>
            <p:cNvPr id="49" name="Zylinder 48">
              <a:extLst>
                <a:ext uri="{FF2B5EF4-FFF2-40B4-BE49-F238E27FC236}">
                  <a16:creationId xmlns:a16="http://schemas.microsoft.com/office/drawing/2014/main" id="{EDA2F0D4-F68B-596E-4CD5-7F91737D436B}"/>
                </a:ext>
              </a:extLst>
            </p:cNvPr>
            <p:cNvSpPr/>
            <p:nvPr/>
          </p:nvSpPr>
          <p:spPr>
            <a:xfrm>
              <a:off x="2852210" y="7362166"/>
              <a:ext cx="456790" cy="73772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64316640-6A54-84FD-9759-D75138FC2CEE}"/>
                </a:ext>
              </a:extLst>
            </p:cNvPr>
            <p:cNvGrpSpPr/>
            <p:nvPr/>
          </p:nvGrpSpPr>
          <p:grpSpPr>
            <a:xfrm rot="5400000">
              <a:off x="3345604" y="7082750"/>
              <a:ext cx="715505" cy="1318776"/>
              <a:chOff x="5104728" y="-124550"/>
              <a:chExt cx="1488260" cy="1591425"/>
            </a:xfrm>
          </p:grpSpPr>
          <p:cxnSp>
            <p:nvCxnSpPr>
              <p:cNvPr id="69" name="Gerade Verbindung mit Pfeil 68">
                <a:extLst>
                  <a:ext uri="{FF2B5EF4-FFF2-40B4-BE49-F238E27FC236}">
                    <a16:creationId xmlns:a16="http://schemas.microsoft.com/office/drawing/2014/main" id="{3765B2ED-404C-A986-0C48-28B7998678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4728" y="776586"/>
                <a:ext cx="147669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Gerader Verbinder 66">
                <a:extLst>
                  <a:ext uri="{FF2B5EF4-FFF2-40B4-BE49-F238E27FC236}">
                    <a16:creationId xmlns:a16="http://schemas.microsoft.com/office/drawing/2014/main" id="{A920DE19-10B2-4F03-27AA-CB11FA0DCD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8138" y="692731"/>
                <a:ext cx="0" cy="77414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Gerader Verbinder 67">
                <a:extLst>
                  <a:ext uri="{FF2B5EF4-FFF2-40B4-BE49-F238E27FC236}">
                    <a16:creationId xmlns:a16="http://schemas.microsoft.com/office/drawing/2014/main" id="{1A598678-EABD-DC58-EE35-8C7E741BE57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592775" y="673617"/>
                <a:ext cx="213" cy="793258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Textfeld 70">
                <a:extLst>
                  <a:ext uri="{FF2B5EF4-FFF2-40B4-BE49-F238E27FC236}">
                    <a16:creationId xmlns:a16="http://schemas.microsoft.com/office/drawing/2014/main" id="{6FF9230A-B53D-FF76-F7A4-4E7367F6CBC1}"/>
                  </a:ext>
                </a:extLst>
              </p:cNvPr>
              <p:cNvSpPr txBox="1"/>
              <p:nvPr/>
            </p:nvSpPr>
            <p:spPr>
              <a:xfrm rot="16200000">
                <a:off x="5454821" y="-42344"/>
                <a:ext cx="960911" cy="796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8 cm</a:t>
                </a:r>
              </a:p>
            </p:txBody>
          </p:sp>
        </p:grp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8127A3C7-0912-73B0-A1DD-8882CD30E5FB}"/>
                </a:ext>
              </a:extLst>
            </p:cNvPr>
            <p:cNvSpPr/>
            <p:nvPr/>
          </p:nvSpPr>
          <p:spPr>
            <a:xfrm>
              <a:off x="2849619" y="7351410"/>
              <a:ext cx="456790" cy="156873"/>
            </a:xfrm>
            <a:prstGeom prst="ellipse">
              <a:avLst/>
            </a:prstGeom>
            <a:blipFill>
              <a:blip r:embed="rId9"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7E47A995-9CBE-A943-151A-8FB81A7C7087}"/>
                </a:ext>
              </a:extLst>
            </p:cNvPr>
            <p:cNvGrpSpPr/>
            <p:nvPr/>
          </p:nvGrpSpPr>
          <p:grpSpPr>
            <a:xfrm>
              <a:off x="2053924" y="6515809"/>
              <a:ext cx="1646451" cy="1321195"/>
              <a:chOff x="1145755" y="339328"/>
              <a:chExt cx="2461690" cy="1975383"/>
            </a:xfrm>
          </p:grpSpPr>
          <p:cxnSp>
            <p:nvCxnSpPr>
              <p:cNvPr id="33" name="Gerade Verbindung mit Pfeil 32">
                <a:extLst>
                  <a:ext uri="{FF2B5EF4-FFF2-40B4-BE49-F238E27FC236}">
                    <a16:creationId xmlns:a16="http://schemas.microsoft.com/office/drawing/2014/main" id="{7AB5520C-2DC9-A1BD-2A2C-BB6F1099CE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1444" y="1658908"/>
                <a:ext cx="936000" cy="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 Verbindung mit Pfeil 31">
                <a:extLst>
                  <a:ext uri="{FF2B5EF4-FFF2-40B4-BE49-F238E27FC236}">
                    <a16:creationId xmlns:a16="http://schemas.microsoft.com/office/drawing/2014/main" id="{76881249-E6FA-ADB1-DCE2-00A2FD425B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feld 33">
                    <a:extLst>
                      <a:ext uri="{FF2B5EF4-FFF2-40B4-BE49-F238E27FC236}">
                        <a16:creationId xmlns:a16="http://schemas.microsoft.com/office/drawing/2014/main" id="{51118FC3-4BDC-D6B8-411D-F071A2A97C6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043199" y="1097406"/>
                    <a:ext cx="457939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4" name="Textfeld 33">
                    <a:extLst>
                      <a:ext uri="{FF2B5EF4-FFF2-40B4-BE49-F238E27FC236}">
                        <a16:creationId xmlns:a16="http://schemas.microsoft.com/office/drawing/2014/main" id="{51118FC3-4BDC-D6B8-411D-F071A2A97C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043199" y="1097406"/>
                    <a:ext cx="457939" cy="39504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58000" b="-61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BCDE5354-5E2B-877B-5B58-5414F175ACD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5755" y="1919666"/>
                    <a:ext cx="576917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BCDE5354-5E2B-877B-5B58-5414F175AC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5755" y="1919666"/>
                    <a:ext cx="576917" cy="39504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r="-111111" b="-61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63A64116-A67F-AEA4-953A-E41B1A0EC59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605774" y="339328"/>
                    <a:ext cx="373614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63A64116-A67F-AEA4-953A-E41B1A0EC5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605774" y="339328"/>
                    <a:ext cx="373614" cy="39504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r="-219512" b="-6511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7" name="Gerade Verbindung mit Pfeil 36">
                <a:extLst>
                  <a:ext uri="{FF2B5EF4-FFF2-40B4-BE49-F238E27FC236}">
                    <a16:creationId xmlns:a16="http://schemas.microsoft.com/office/drawing/2014/main" id="{DB6DAD6C-9934-2218-1BB1-36811296C17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feld 112">
                <a:extLst>
                  <a:ext uri="{FF2B5EF4-FFF2-40B4-BE49-F238E27FC236}">
                    <a16:creationId xmlns:a16="http://schemas.microsoft.com/office/drawing/2014/main" id="{D7F396BF-0A47-4E54-C8C3-A2782BFE7702}"/>
                  </a:ext>
                </a:extLst>
              </p:cNvPr>
              <p:cNvSpPr txBox="1"/>
              <p:nvPr/>
            </p:nvSpPr>
            <p:spPr>
              <a:xfrm>
                <a:off x="2502304" y="5390267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CamO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3" name="Textfeld 112">
                <a:extLst>
                  <a:ext uri="{FF2B5EF4-FFF2-40B4-BE49-F238E27FC236}">
                    <a16:creationId xmlns:a16="http://schemas.microsoft.com/office/drawing/2014/main" id="{D7F396BF-0A47-4E54-C8C3-A2782BFE7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2304" y="5390267"/>
                <a:ext cx="911456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1477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7C31E7F5-EDC4-DA11-7D5C-5C4876987E26}"/>
              </a:ext>
            </a:extLst>
          </p:cNvPr>
          <p:cNvGrpSpPr/>
          <p:nvPr/>
        </p:nvGrpSpPr>
        <p:grpSpPr>
          <a:xfrm>
            <a:off x="0" y="1730812"/>
            <a:ext cx="6858000" cy="9143999"/>
            <a:chOff x="0" y="1730812"/>
            <a:chExt cx="6858000" cy="9143999"/>
          </a:xfrm>
        </p:grpSpPr>
        <p:pic>
          <p:nvPicPr>
            <p:cNvPr id="6" name="Grafik 5" descr="Ein Bild, das Hahn, Silber, Licht enthält.&#10;&#10;KI-generierte Inhalte können fehlerhaft sein.">
              <a:extLst>
                <a:ext uri="{FF2B5EF4-FFF2-40B4-BE49-F238E27FC236}">
                  <a16:creationId xmlns:a16="http://schemas.microsoft.com/office/drawing/2014/main" id="{62AFEA39-690A-5A78-1597-A2C3C5B2B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1730812"/>
              <a:ext cx="6858000" cy="9143999"/>
            </a:xfrm>
            <a:prstGeom prst="rect">
              <a:avLst/>
            </a:prstGeom>
          </p:spPr>
        </p:pic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8284938-F010-3BCC-95F7-AA4AF3B84FC7}"/>
                </a:ext>
              </a:extLst>
            </p:cNvPr>
            <p:cNvGrpSpPr/>
            <p:nvPr/>
          </p:nvGrpSpPr>
          <p:grpSpPr>
            <a:xfrm>
              <a:off x="3134441" y="7924800"/>
              <a:ext cx="3165856" cy="2781560"/>
              <a:chOff x="1832404" y="449443"/>
              <a:chExt cx="2139870" cy="1880117"/>
            </a:xfrm>
          </p:grpSpPr>
          <p:cxnSp>
            <p:nvCxnSpPr>
              <p:cNvPr id="8" name="Gerade Verbindung mit Pfeil 7">
                <a:extLst>
                  <a:ext uri="{FF2B5EF4-FFF2-40B4-BE49-F238E27FC236}">
                    <a16:creationId xmlns:a16="http://schemas.microsoft.com/office/drawing/2014/main" id="{D5CF40A4-2789-A6F7-6089-219A33E88B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DB2446F6-A0BB-1937-59DC-397B4104962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1444" y="1658908"/>
                <a:ext cx="936000" cy="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7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758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2EBB7A33-FB93-DF05-CA1E-74F7E2D0175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97705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Zylinder 53">
            <a:extLst>
              <a:ext uri="{FF2B5EF4-FFF2-40B4-BE49-F238E27FC236}">
                <a16:creationId xmlns:a16="http://schemas.microsoft.com/office/drawing/2014/main" id="{252C6155-217C-FA01-1A89-AB21D6FC4013}"/>
              </a:ext>
            </a:extLst>
          </p:cNvPr>
          <p:cNvSpPr/>
          <p:nvPr/>
        </p:nvSpPr>
        <p:spPr>
          <a:xfrm>
            <a:off x="1779534" y="10633963"/>
            <a:ext cx="2763499" cy="1834093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5" name="Würfel 54">
            <a:extLst>
              <a:ext uri="{FF2B5EF4-FFF2-40B4-BE49-F238E27FC236}">
                <a16:creationId xmlns:a16="http://schemas.microsoft.com/office/drawing/2014/main" id="{C5235E40-D36D-82A8-B150-E15B2EA269A3}"/>
              </a:ext>
            </a:extLst>
          </p:cNvPr>
          <p:cNvSpPr/>
          <p:nvPr/>
        </p:nvSpPr>
        <p:spPr>
          <a:xfrm flipH="1">
            <a:off x="2693677" y="9999642"/>
            <a:ext cx="869091" cy="974482"/>
          </a:xfrm>
          <a:prstGeom prst="cube">
            <a:avLst>
              <a:gd name="adj" fmla="val 17858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5" name="Würfel 104">
            <a:extLst>
              <a:ext uri="{FF2B5EF4-FFF2-40B4-BE49-F238E27FC236}">
                <a16:creationId xmlns:a16="http://schemas.microsoft.com/office/drawing/2014/main" id="{5C950592-3825-A06D-5EAC-673720F32382}"/>
              </a:ext>
            </a:extLst>
          </p:cNvPr>
          <p:cNvSpPr/>
          <p:nvPr/>
        </p:nvSpPr>
        <p:spPr>
          <a:xfrm flipH="1">
            <a:off x="2893231" y="8565177"/>
            <a:ext cx="477488" cy="1532271"/>
          </a:xfrm>
          <a:prstGeom prst="cube">
            <a:avLst>
              <a:gd name="adj" fmla="val 17858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6" name="Zylinder 55">
            <a:extLst>
              <a:ext uri="{FF2B5EF4-FFF2-40B4-BE49-F238E27FC236}">
                <a16:creationId xmlns:a16="http://schemas.microsoft.com/office/drawing/2014/main" id="{BD1B7172-8A70-A884-55A1-51771ADD9E93}"/>
              </a:ext>
            </a:extLst>
          </p:cNvPr>
          <p:cNvSpPr/>
          <p:nvPr/>
        </p:nvSpPr>
        <p:spPr>
          <a:xfrm rot="16200000">
            <a:off x="2725864" y="7389672"/>
            <a:ext cx="705939" cy="1841296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7" name="Würfel 56">
            <a:extLst>
              <a:ext uri="{FF2B5EF4-FFF2-40B4-BE49-F238E27FC236}">
                <a16:creationId xmlns:a16="http://schemas.microsoft.com/office/drawing/2014/main" id="{B5084F5F-EE85-EE21-7DCE-D69CC6A480EB}"/>
              </a:ext>
            </a:extLst>
          </p:cNvPr>
          <p:cNvSpPr/>
          <p:nvPr/>
        </p:nvSpPr>
        <p:spPr>
          <a:xfrm flipH="1">
            <a:off x="2710569" y="5106161"/>
            <a:ext cx="869091" cy="3020614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8" name="Zylinder 57">
            <a:extLst>
              <a:ext uri="{FF2B5EF4-FFF2-40B4-BE49-F238E27FC236}">
                <a16:creationId xmlns:a16="http://schemas.microsoft.com/office/drawing/2014/main" id="{32D66AF3-2819-2420-D47B-23DC98D752E2}"/>
              </a:ext>
            </a:extLst>
          </p:cNvPr>
          <p:cNvSpPr/>
          <p:nvPr/>
        </p:nvSpPr>
        <p:spPr>
          <a:xfrm rot="16200000">
            <a:off x="2725864" y="3976885"/>
            <a:ext cx="705939" cy="1841296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9" name="Würfel 58">
            <a:extLst>
              <a:ext uri="{FF2B5EF4-FFF2-40B4-BE49-F238E27FC236}">
                <a16:creationId xmlns:a16="http://schemas.microsoft.com/office/drawing/2014/main" id="{B3444A3D-BA72-862C-0160-F93CAD2AB675}"/>
              </a:ext>
            </a:extLst>
          </p:cNvPr>
          <p:cNvSpPr/>
          <p:nvPr/>
        </p:nvSpPr>
        <p:spPr>
          <a:xfrm flipH="1">
            <a:off x="2710570" y="1687274"/>
            <a:ext cx="869091" cy="3026714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29300060-75AF-BC10-CBC3-46D17034C2FA}"/>
              </a:ext>
            </a:extLst>
          </p:cNvPr>
          <p:cNvCxnSpPr>
            <a:cxnSpLocks/>
          </p:cNvCxnSpPr>
          <p:nvPr/>
        </p:nvCxnSpPr>
        <p:spPr>
          <a:xfrm flipV="1">
            <a:off x="5088156" y="4925289"/>
            <a:ext cx="0" cy="338503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E0A4974F-80C7-0A9B-E12F-42C8E8CB97FC}"/>
              </a:ext>
            </a:extLst>
          </p:cNvPr>
          <p:cNvCxnSpPr>
            <a:cxnSpLocks/>
          </p:cNvCxnSpPr>
          <p:nvPr/>
        </p:nvCxnSpPr>
        <p:spPr>
          <a:xfrm flipV="1">
            <a:off x="5085297" y="8323128"/>
            <a:ext cx="2859" cy="250997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42F90FCE-6AC9-7665-BF92-692002BEDFE3}"/>
              </a:ext>
            </a:extLst>
          </p:cNvPr>
          <p:cNvCxnSpPr>
            <a:cxnSpLocks/>
          </p:cNvCxnSpPr>
          <p:nvPr/>
        </p:nvCxnSpPr>
        <p:spPr>
          <a:xfrm flipV="1">
            <a:off x="5088156" y="1755722"/>
            <a:ext cx="0" cy="312565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Textfeld 64">
            <a:extLst>
              <a:ext uri="{FF2B5EF4-FFF2-40B4-BE49-F238E27FC236}">
                <a16:creationId xmlns:a16="http://schemas.microsoft.com/office/drawing/2014/main" id="{F343DA57-6727-CF38-B26B-8E8A79733DB9}"/>
              </a:ext>
            </a:extLst>
          </p:cNvPr>
          <p:cNvSpPr txBox="1"/>
          <p:nvPr/>
        </p:nvSpPr>
        <p:spPr>
          <a:xfrm>
            <a:off x="5085297" y="8879519"/>
            <a:ext cx="17727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5 -20 cm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D8927324-1DA6-2C7E-504F-577F52133285}"/>
              </a:ext>
            </a:extLst>
          </p:cNvPr>
          <p:cNvSpPr txBox="1"/>
          <p:nvPr/>
        </p:nvSpPr>
        <p:spPr>
          <a:xfrm>
            <a:off x="5341329" y="5734440"/>
            <a:ext cx="1772703" cy="725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30 cm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A7B04C79-464E-F824-09C8-FC1ACBA5F742}"/>
              </a:ext>
            </a:extLst>
          </p:cNvPr>
          <p:cNvSpPr txBox="1"/>
          <p:nvPr/>
        </p:nvSpPr>
        <p:spPr>
          <a:xfrm>
            <a:off x="5341329" y="2526840"/>
            <a:ext cx="1772703" cy="725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25 cm</a:t>
            </a:r>
          </a:p>
        </p:txBody>
      </p: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E46021D8-E4BD-3F7A-7462-E9299BDBB4B0}"/>
              </a:ext>
            </a:extLst>
          </p:cNvPr>
          <p:cNvGrpSpPr/>
          <p:nvPr/>
        </p:nvGrpSpPr>
        <p:grpSpPr>
          <a:xfrm>
            <a:off x="873348" y="6567649"/>
            <a:ext cx="4667957" cy="2242100"/>
            <a:chOff x="1221746" y="7232711"/>
            <a:chExt cx="3608059" cy="1808084"/>
          </a:xfrm>
        </p:grpSpPr>
        <p:grpSp>
          <p:nvGrpSpPr>
            <p:cNvPr id="80" name="Gruppieren 79">
              <a:extLst>
                <a:ext uri="{FF2B5EF4-FFF2-40B4-BE49-F238E27FC236}">
                  <a16:creationId xmlns:a16="http://schemas.microsoft.com/office/drawing/2014/main" id="{BFBB0A79-CD0C-5631-EACB-1A51B930689B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693398"/>
              <a:chOff x="2981773" y="6037979"/>
              <a:chExt cx="2170040" cy="1018482"/>
            </a:xfrm>
          </p:grpSpPr>
          <p:cxnSp>
            <p:nvCxnSpPr>
              <p:cNvPr id="83" name="Gerade Verbindung mit Pfeil 82">
                <a:extLst>
                  <a:ext uri="{FF2B5EF4-FFF2-40B4-BE49-F238E27FC236}">
                    <a16:creationId xmlns:a16="http://schemas.microsoft.com/office/drawing/2014/main" id="{DB072ACF-197B-C193-7B8D-3A6D4092F5AA}"/>
                  </a:ext>
                </a:extLst>
              </p:cNvPr>
              <p:cNvCxnSpPr>
                <a:cxnSpLocks/>
                <a:endCxn id="85" idx="2"/>
              </p:cNvCxnSpPr>
              <p:nvPr/>
            </p:nvCxnSpPr>
            <p:spPr>
              <a:xfrm flipV="1">
                <a:off x="4045389" y="6389688"/>
                <a:ext cx="1" cy="49973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E88ACAC0-2856-FA1E-D12A-2D8650F92C8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5" name="Textfeld 84">
                    <a:extLst>
                      <a:ext uri="{FF2B5EF4-FFF2-40B4-BE49-F238E27FC236}">
                        <a16:creationId xmlns:a16="http://schemas.microsoft.com/office/drawing/2014/main" id="{69BFC962-1237-CEDD-B67F-F7A7EE62AC2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6" name="Textfeld 85">
                    <a:extLst>
                      <a:ext uri="{FF2B5EF4-FFF2-40B4-BE49-F238E27FC236}">
                        <a16:creationId xmlns:a16="http://schemas.microsoft.com/office/drawing/2014/main" id="{98EE1EF2-8B3A-5B7D-C3FD-8FF706737372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Textfeld 86">
                    <a:extLst>
                      <a:ext uri="{FF2B5EF4-FFF2-40B4-BE49-F238E27FC236}">
                        <a16:creationId xmlns:a16="http://schemas.microsoft.com/office/drawing/2014/main" id="{2D65CEAB-DB05-7BBC-351A-D3632812E0B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8" name="Gerader Verbinder 87">
                <a:extLst>
                  <a:ext uri="{FF2B5EF4-FFF2-40B4-BE49-F238E27FC236}">
                    <a16:creationId xmlns:a16="http://schemas.microsoft.com/office/drawing/2014/main" id="{AFA83466-B428-4EE6-50C5-FD7707A747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Gerade Verbindung mit Pfeil 88">
                <a:extLst>
                  <a:ext uri="{FF2B5EF4-FFF2-40B4-BE49-F238E27FC236}">
                    <a16:creationId xmlns:a16="http://schemas.microsoft.com/office/drawing/2014/main" id="{1EC61FD7-0CEA-B27A-6D21-5D780791B6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25E3AFF6-B3A0-D700-5A39-70A075B1686A}"/>
                    </a:ext>
                  </a:extLst>
                </p:cNvPr>
                <p:cNvSpPr txBox="1"/>
                <p:nvPr/>
              </p:nvSpPr>
              <p:spPr>
                <a:xfrm>
                  <a:off x="1688977" y="7984821"/>
                  <a:ext cx="335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07492513-B2A4-31A6-6D96-E603228B2F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8977" y="7984821"/>
                  <a:ext cx="335280" cy="584775"/>
                </a:xfrm>
                <a:prstGeom prst="rect">
                  <a:avLst/>
                </a:prstGeom>
                <a:blipFill>
                  <a:blip r:embed="rId11"/>
                  <a:stretch>
                    <a:fillRect r="-152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2" name="Pfeil: gebogen 81">
              <a:extLst>
                <a:ext uri="{FF2B5EF4-FFF2-40B4-BE49-F238E27FC236}">
                  <a16:creationId xmlns:a16="http://schemas.microsoft.com/office/drawing/2014/main" id="{DAF4256A-A22B-1BA8-76E9-BBD00EE2B8E4}"/>
                </a:ext>
              </a:extLst>
            </p:cNvPr>
            <p:cNvSpPr/>
            <p:nvPr/>
          </p:nvSpPr>
          <p:spPr>
            <a:xfrm rot="3284240" flipH="1">
              <a:off x="1652561" y="8437356"/>
              <a:ext cx="605640" cy="60123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10984637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66C76D21-5450-10ED-2667-9500ED809407}"/>
              </a:ext>
            </a:extLst>
          </p:cNvPr>
          <p:cNvGrpSpPr/>
          <p:nvPr/>
        </p:nvGrpSpPr>
        <p:grpSpPr>
          <a:xfrm>
            <a:off x="873348" y="3144067"/>
            <a:ext cx="4667957" cy="2201046"/>
            <a:chOff x="1221746" y="3648891"/>
            <a:chExt cx="3608059" cy="1774977"/>
          </a:xfrm>
        </p:grpSpPr>
        <p:grpSp>
          <p:nvGrpSpPr>
            <p:cNvPr id="70" name="Gruppieren 69">
              <a:extLst>
                <a:ext uri="{FF2B5EF4-FFF2-40B4-BE49-F238E27FC236}">
                  <a16:creationId xmlns:a16="http://schemas.microsoft.com/office/drawing/2014/main" id="{CC6735A2-C1C8-599F-D47D-48DECD775523}"/>
                </a:ext>
              </a:extLst>
            </p:cNvPr>
            <p:cNvGrpSpPr/>
            <p:nvPr/>
          </p:nvGrpSpPr>
          <p:grpSpPr>
            <a:xfrm>
              <a:off x="1221746" y="3648891"/>
              <a:ext cx="3608059" cy="1693398"/>
              <a:chOff x="2981773" y="6037979"/>
              <a:chExt cx="2170040" cy="1018482"/>
            </a:xfrm>
          </p:grpSpPr>
          <p:cxnSp>
            <p:nvCxnSpPr>
              <p:cNvPr id="73" name="Gerade Verbindung mit Pfeil 72">
                <a:extLst>
                  <a:ext uri="{FF2B5EF4-FFF2-40B4-BE49-F238E27FC236}">
                    <a16:creationId xmlns:a16="http://schemas.microsoft.com/office/drawing/2014/main" id="{3D2F1FCA-F650-6A6A-7742-5DAFF9578FC4}"/>
                  </a:ext>
                </a:extLst>
              </p:cNvPr>
              <p:cNvCxnSpPr>
                <a:cxnSpLocks/>
                <a:endCxn id="75" idx="2"/>
              </p:cNvCxnSpPr>
              <p:nvPr/>
            </p:nvCxnSpPr>
            <p:spPr>
              <a:xfrm flipV="1">
                <a:off x="4045389" y="6389688"/>
                <a:ext cx="1" cy="49973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Gerade Verbindung mit Pfeil 73">
                <a:extLst>
                  <a:ext uri="{FF2B5EF4-FFF2-40B4-BE49-F238E27FC236}">
                    <a16:creationId xmlns:a16="http://schemas.microsoft.com/office/drawing/2014/main" id="{80E38262-CEA3-0B68-31D5-0106B5B554D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2A488BFF-2DA6-8560-3D5C-433D31F16C9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554C69DD-AD9D-DE5E-7FE9-E5D8B3B7881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Textfeld 76">
                    <a:extLst>
                      <a:ext uri="{FF2B5EF4-FFF2-40B4-BE49-F238E27FC236}">
                        <a16:creationId xmlns:a16="http://schemas.microsoft.com/office/drawing/2014/main" id="{167E811E-6A8C-8483-52AD-FEE9D2BDCFA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8" name="Gerader Verbinder 77">
                <a:extLst>
                  <a:ext uri="{FF2B5EF4-FFF2-40B4-BE49-F238E27FC236}">
                    <a16:creationId xmlns:a16="http://schemas.microsoft.com/office/drawing/2014/main" id="{5BB3DE23-201E-0176-5026-14C4EDEEEC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8610609E-A535-4F5F-FB30-6B71AC14DC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827603D3-5CBF-D71C-1E4B-B9BB41C28811}"/>
                    </a:ext>
                  </a:extLst>
                </p:cNvPr>
                <p:cNvSpPr txBox="1"/>
                <p:nvPr/>
              </p:nvSpPr>
              <p:spPr>
                <a:xfrm>
                  <a:off x="1634167" y="4369772"/>
                  <a:ext cx="335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252174CC-C827-5AE0-F0F9-E51060EF04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4167" y="4369772"/>
                  <a:ext cx="335280" cy="584775"/>
                </a:xfrm>
                <a:prstGeom prst="rect">
                  <a:avLst/>
                </a:prstGeom>
                <a:blipFill>
                  <a:blip r:embed="rId15"/>
                  <a:stretch>
                    <a:fillRect r="-1690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893434F0-407D-7FCA-93F6-E8791EC28E6E}"/>
                </a:ext>
              </a:extLst>
            </p:cNvPr>
            <p:cNvSpPr/>
            <p:nvPr/>
          </p:nvSpPr>
          <p:spPr>
            <a:xfrm rot="3284240" flipH="1">
              <a:off x="1667285" y="4844383"/>
              <a:ext cx="581598" cy="577371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10984637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118" name="Gruppieren 117">
            <a:extLst>
              <a:ext uri="{FF2B5EF4-FFF2-40B4-BE49-F238E27FC236}">
                <a16:creationId xmlns:a16="http://schemas.microsoft.com/office/drawing/2014/main" id="{DAE06B73-BACC-DC1C-9549-389DD5B443F8}"/>
              </a:ext>
            </a:extLst>
          </p:cNvPr>
          <p:cNvGrpSpPr/>
          <p:nvPr/>
        </p:nvGrpSpPr>
        <p:grpSpPr>
          <a:xfrm>
            <a:off x="2206831" y="-429093"/>
            <a:ext cx="2207525" cy="2336637"/>
            <a:chOff x="2627453" y="501155"/>
            <a:chExt cx="1271542" cy="1345911"/>
          </a:xfrm>
        </p:grpSpPr>
        <p:sp>
          <p:nvSpPr>
            <p:cNvPr id="108" name="Würfel 107">
              <a:extLst>
                <a:ext uri="{FF2B5EF4-FFF2-40B4-BE49-F238E27FC236}">
                  <a16:creationId xmlns:a16="http://schemas.microsoft.com/office/drawing/2014/main" id="{E55EA772-8126-C01E-86CD-1C3D5195B830}"/>
                </a:ext>
              </a:extLst>
            </p:cNvPr>
            <p:cNvSpPr/>
            <p:nvPr/>
          </p:nvSpPr>
          <p:spPr>
            <a:xfrm flipH="1">
              <a:off x="2627453" y="1498025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Würfel 108">
              <a:extLst>
                <a:ext uri="{FF2B5EF4-FFF2-40B4-BE49-F238E27FC236}">
                  <a16:creationId xmlns:a16="http://schemas.microsoft.com/office/drawing/2014/main" id="{340042C0-08D3-7C2C-EA3F-72E4203AF3D1}"/>
                </a:ext>
              </a:extLst>
            </p:cNvPr>
            <p:cNvSpPr/>
            <p:nvPr/>
          </p:nvSpPr>
          <p:spPr>
            <a:xfrm flipH="1">
              <a:off x="3370403" y="667445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Würfel 109">
              <a:extLst>
                <a:ext uri="{FF2B5EF4-FFF2-40B4-BE49-F238E27FC236}">
                  <a16:creationId xmlns:a16="http://schemas.microsoft.com/office/drawing/2014/main" id="{AB53E5DB-8CBD-29C3-5A97-85F80795A689}"/>
                </a:ext>
              </a:extLst>
            </p:cNvPr>
            <p:cNvSpPr/>
            <p:nvPr/>
          </p:nvSpPr>
          <p:spPr>
            <a:xfrm flipH="1">
              <a:off x="2627453" y="667444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1" name="Gruppieren 110">
              <a:extLst>
                <a:ext uri="{FF2B5EF4-FFF2-40B4-BE49-F238E27FC236}">
                  <a16:creationId xmlns:a16="http://schemas.microsoft.com/office/drawing/2014/main" id="{E8C131AE-24B8-7B6B-787D-81963D5BF1D7}"/>
                </a:ext>
              </a:extLst>
            </p:cNvPr>
            <p:cNvGrpSpPr/>
            <p:nvPr/>
          </p:nvGrpSpPr>
          <p:grpSpPr>
            <a:xfrm rot="5400000" flipH="1">
              <a:off x="2799271" y="660888"/>
              <a:ext cx="1259457" cy="939991"/>
              <a:chOff x="1406653" y="1006295"/>
              <a:chExt cx="2220841" cy="1531975"/>
            </a:xfrm>
          </p:grpSpPr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22C8379E-C00F-E382-417D-FF1297594BE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2299187" y="1688612"/>
                <a:ext cx="0" cy="1133814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Gerade Verbindung mit Pfeil 112">
                <a:extLst>
                  <a:ext uri="{FF2B5EF4-FFF2-40B4-BE49-F238E27FC236}">
                    <a16:creationId xmlns:a16="http://schemas.microsoft.com/office/drawing/2014/main" id="{811793EF-B66D-61F3-1A35-A0CBE4DBC52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>
                <a:off x="1318783" y="1842021"/>
                <a:ext cx="82699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Gerade Verbindung mit Pfeil 113">
                <a:extLst>
                  <a:ext uri="{FF2B5EF4-FFF2-40B4-BE49-F238E27FC236}">
                    <a16:creationId xmlns:a16="http://schemas.microsoft.com/office/drawing/2014/main" id="{F8FE2708-5442-73BC-692E-05DA2B5A45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32280" y="1718886"/>
                <a:ext cx="611844" cy="53663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5" name="Textfeld 114">
                <a:extLst>
                  <a:ext uri="{FF2B5EF4-FFF2-40B4-BE49-F238E27FC236}">
                    <a16:creationId xmlns:a16="http://schemas.microsoft.com/office/drawing/2014/main" id="{32570DEE-E5C1-52AB-8653-D9B0DC6D8FD5}"/>
                  </a:ext>
                </a:extLst>
              </p:cNvPr>
              <p:cNvSpPr txBox="1"/>
              <p:nvPr/>
            </p:nvSpPr>
            <p:spPr>
              <a:xfrm rot="5400000">
                <a:off x="1507841" y="905107"/>
                <a:ext cx="448879" cy="6512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X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6" name="Textfeld 115">
                    <a:extLst>
                      <a:ext uri="{FF2B5EF4-FFF2-40B4-BE49-F238E27FC236}">
                        <a16:creationId xmlns:a16="http://schemas.microsoft.com/office/drawing/2014/main" id="{4F89F960-1144-A826-DD6A-156243A736D1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3019115" y="1929891"/>
                    <a:ext cx="565503" cy="6512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Tool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43" name="Textfeld 42">
                    <a:extLst>
                      <a:ext uri="{FF2B5EF4-FFF2-40B4-BE49-F238E27FC236}">
                        <a16:creationId xmlns:a16="http://schemas.microsoft.com/office/drawing/2014/main" id="{9DFDABF4-1EE1-C667-C930-2F039F736E3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>
                    <a:off x="3019115" y="1929891"/>
                    <a:ext cx="565503" cy="65125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842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7" name="Textfeld 116">
                <a:extLst>
                  <a:ext uri="{FF2B5EF4-FFF2-40B4-BE49-F238E27FC236}">
                    <a16:creationId xmlns:a16="http://schemas.microsoft.com/office/drawing/2014/main" id="{05651CD5-86ED-8352-4F68-FC0B2B5F4430}"/>
                  </a:ext>
                </a:extLst>
              </p:cNvPr>
              <p:cNvSpPr txBox="1"/>
              <p:nvPr/>
            </p:nvSpPr>
            <p:spPr>
              <a:xfrm rot="5400000">
                <a:off x="2297830" y="1237354"/>
                <a:ext cx="488817" cy="6512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225382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A17C1BC9-33EC-8125-5C3C-30B1A4CCA2BA}"/>
              </a:ext>
            </a:extLst>
          </p:cNvPr>
          <p:cNvGrpSpPr/>
          <p:nvPr/>
        </p:nvGrpSpPr>
        <p:grpSpPr>
          <a:xfrm>
            <a:off x="0" y="2949511"/>
            <a:ext cx="7149235" cy="6317140"/>
            <a:chOff x="0" y="2949511"/>
            <a:chExt cx="7149235" cy="6317140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6C869028-726E-A36C-4F4B-EE20BF3038EA}"/>
                </a:ext>
              </a:extLst>
            </p:cNvPr>
            <p:cNvGrpSpPr/>
            <p:nvPr/>
          </p:nvGrpSpPr>
          <p:grpSpPr>
            <a:xfrm>
              <a:off x="0" y="2949511"/>
              <a:ext cx="7149235" cy="6317140"/>
              <a:chOff x="0" y="2949511"/>
              <a:chExt cx="7149235" cy="6317140"/>
            </a:xfrm>
          </p:grpSpPr>
          <p:sp>
            <p:nvSpPr>
              <p:cNvPr id="148" name="Textfeld 147">
                <a:extLst>
                  <a:ext uri="{FF2B5EF4-FFF2-40B4-BE49-F238E27FC236}">
                    <a16:creationId xmlns:a16="http://schemas.microsoft.com/office/drawing/2014/main" id="{9A468A75-FB04-756B-423C-1BD2919C41AD}"/>
                  </a:ext>
                </a:extLst>
              </p:cNvPr>
              <p:cNvSpPr txBox="1"/>
              <p:nvPr/>
            </p:nvSpPr>
            <p:spPr>
              <a:xfrm>
                <a:off x="6099595" y="8160355"/>
                <a:ext cx="10496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AAA3F05-3F71-6821-0DD0-D557175DD776}"/>
                  </a:ext>
                </a:extLst>
              </p:cNvPr>
              <p:cNvSpPr/>
              <p:nvPr/>
            </p:nvSpPr>
            <p:spPr>
              <a:xfrm>
                <a:off x="4431748" y="7748112"/>
                <a:ext cx="45720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EECEE7D6-96B7-E55B-668C-131B66C71E97}"/>
                  </a:ext>
                </a:extLst>
              </p:cNvPr>
              <p:cNvSpPr/>
              <p:nvPr/>
            </p:nvSpPr>
            <p:spPr>
              <a:xfrm>
                <a:off x="4547416" y="7187120"/>
                <a:ext cx="226094" cy="66376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4" name="L-Form 3">
                <a:extLst>
                  <a:ext uri="{FF2B5EF4-FFF2-40B4-BE49-F238E27FC236}">
                    <a16:creationId xmlns:a16="http://schemas.microsoft.com/office/drawing/2014/main" id="{8A5768BE-9E1D-364A-0AE9-C3E113E10565}"/>
                  </a:ext>
                </a:extLst>
              </p:cNvPr>
              <p:cNvSpPr/>
              <p:nvPr/>
            </p:nvSpPr>
            <p:spPr>
              <a:xfrm>
                <a:off x="3446643" y="6426338"/>
                <a:ext cx="1326868" cy="793682"/>
              </a:xfrm>
              <a:prstGeom prst="corner">
                <a:avLst>
                  <a:gd name="adj1" fmla="val 39610"/>
                  <a:gd name="adj2" fmla="val 33510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370FE688-E130-9AC8-21DD-7EC3ED776242}"/>
                  </a:ext>
                </a:extLst>
              </p:cNvPr>
              <p:cNvSpPr/>
              <p:nvPr/>
            </p:nvSpPr>
            <p:spPr>
              <a:xfrm>
                <a:off x="3888823" y="8491062"/>
                <a:ext cx="154305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9F37A93A-FE0D-1D1E-E8C8-5E4D9E435522}"/>
                  </a:ext>
                </a:extLst>
              </p:cNvPr>
              <p:cNvSpPr/>
              <p:nvPr/>
            </p:nvSpPr>
            <p:spPr>
              <a:xfrm>
                <a:off x="3363716" y="4591411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B308DA63-B925-C236-2DA7-E52B9D137E85}"/>
                  </a:ext>
                </a:extLst>
              </p:cNvPr>
              <p:cNvSpPr/>
              <p:nvPr/>
            </p:nvSpPr>
            <p:spPr>
              <a:xfrm rot="16200000">
                <a:off x="2455667" y="3485717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30D2020B-FD45-3360-F5ED-0F9E2591F780}"/>
                  </a:ext>
                </a:extLst>
              </p:cNvPr>
              <p:cNvGrpSpPr/>
              <p:nvPr/>
            </p:nvGrpSpPr>
            <p:grpSpPr>
              <a:xfrm>
                <a:off x="928850" y="3635042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9E66EA96-1B9F-04EB-6151-254035908DD7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9818DA7A-4A81-8F23-5A8D-70C0DEC390BB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4320EA13-8F84-6DFE-B726-389035AE298C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3AE918F4-F5C8-D40A-CEB9-A05886ECABEB}"/>
                  </a:ext>
                </a:extLst>
              </p:cNvPr>
              <p:cNvSpPr/>
              <p:nvPr/>
            </p:nvSpPr>
            <p:spPr>
              <a:xfrm>
                <a:off x="3096818" y="5919355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7" name="Ellipse 6">
                <a:extLst>
                  <a:ext uri="{FF2B5EF4-FFF2-40B4-BE49-F238E27FC236}">
                    <a16:creationId xmlns:a16="http://schemas.microsoft.com/office/drawing/2014/main" id="{CA54B8E0-1F50-31C1-3F1B-CC1BD5A94D9A}"/>
                  </a:ext>
                </a:extLst>
              </p:cNvPr>
              <p:cNvSpPr/>
              <p:nvPr/>
            </p:nvSpPr>
            <p:spPr>
              <a:xfrm>
                <a:off x="3096818" y="3707968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35" name="Gruppieren 34">
                <a:extLst>
                  <a:ext uri="{FF2B5EF4-FFF2-40B4-BE49-F238E27FC236}">
                    <a16:creationId xmlns:a16="http://schemas.microsoft.com/office/drawing/2014/main" id="{583C26ED-90F6-DA31-BDD6-93BEFEF0F17E}"/>
                  </a:ext>
                </a:extLst>
              </p:cNvPr>
              <p:cNvGrpSpPr/>
              <p:nvPr/>
            </p:nvGrpSpPr>
            <p:grpSpPr>
              <a:xfrm>
                <a:off x="2592794" y="5396404"/>
                <a:ext cx="1351350" cy="1212967"/>
                <a:chOff x="3656958" y="1363376"/>
                <a:chExt cx="1351350" cy="1212967"/>
              </a:xfrm>
            </p:grpSpPr>
            <p:grpSp>
              <p:nvGrpSpPr>
                <p:cNvPr id="25" name="Gruppieren 24">
                  <a:extLst>
                    <a:ext uri="{FF2B5EF4-FFF2-40B4-BE49-F238E27FC236}">
                      <a16:creationId xmlns:a16="http://schemas.microsoft.com/office/drawing/2014/main" id="{9D0B1239-687C-FE7F-8A54-8EF7908065D9}"/>
                    </a:ext>
                  </a:extLst>
                </p:cNvPr>
                <p:cNvGrpSpPr/>
                <p:nvPr/>
              </p:nvGrpSpPr>
              <p:grpSpPr>
                <a:xfrm>
                  <a:off x="3656958" y="1363376"/>
                  <a:ext cx="1351350" cy="1212967"/>
                  <a:chOff x="1299085" y="248816"/>
                  <a:chExt cx="1928007" cy="1730571"/>
                </a:xfrm>
              </p:grpSpPr>
              <p:cxnSp>
                <p:nvCxnSpPr>
                  <p:cNvPr id="26" name="Gerade Verbindung mit Pfeil 25">
                    <a:extLst>
                      <a:ext uri="{FF2B5EF4-FFF2-40B4-BE49-F238E27FC236}">
                        <a16:creationId xmlns:a16="http://schemas.microsoft.com/office/drawing/2014/main" id="{F4F5B685-B9E5-82EE-5C46-FA64B7D05A2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757963"/>
                    <a:ext cx="1" cy="93600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Gerade Verbindung mit Pfeil 26">
                    <a:extLst>
                      <a:ext uri="{FF2B5EF4-FFF2-40B4-BE49-F238E27FC236}">
                        <a16:creationId xmlns:a16="http://schemas.microsoft.com/office/drawing/2014/main" id="{BAD9C5AD-69A8-1B52-6F56-DD7507642AE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35444" y="1676211"/>
                    <a:ext cx="936000" cy="0"/>
                  </a:xfrm>
                  <a:prstGeom prst="straightConnector1">
                    <a:avLst/>
                  </a:prstGeom>
                  <a:ln w="38100">
                    <a:solidFill>
                      <a:schemeClr val="accent6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" name="Textfeld 27">
                        <a:extLst>
                          <a:ext uri="{FF2B5EF4-FFF2-40B4-BE49-F238E27FC236}">
                            <a16:creationId xmlns:a16="http://schemas.microsoft.com/office/drawing/2014/main" id="{07C31A1F-A35D-14EF-9CDE-0647750DF482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354602" y="248816"/>
                        <a:ext cx="457939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28" name="Textfeld 27">
                        <a:extLst>
                          <a:ext uri="{FF2B5EF4-FFF2-40B4-BE49-F238E27FC236}">
                            <a16:creationId xmlns:a16="http://schemas.microsoft.com/office/drawing/2014/main" id="{07C31A1F-A35D-14EF-9CDE-0647750DF48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354602" y="248816"/>
                        <a:ext cx="457939" cy="570847"/>
                      </a:xfrm>
                      <a:prstGeom prst="rect">
                        <a:avLst/>
                      </a:prstGeom>
                      <a:blipFill>
                        <a:blip r:embed="rId2"/>
                        <a:stretch>
                          <a:fillRect r="-2884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9" name="Textfeld 28">
                        <a:extLst>
                          <a:ext uri="{FF2B5EF4-FFF2-40B4-BE49-F238E27FC236}">
                            <a16:creationId xmlns:a16="http://schemas.microsoft.com/office/drawing/2014/main" id="{C4E99FCC-902D-C23A-77CD-C2CBCDDCC83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50175" y="1123116"/>
                        <a:ext cx="576917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dirty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29" name="Textfeld 28">
                        <a:extLst>
                          <a:ext uri="{FF2B5EF4-FFF2-40B4-BE49-F238E27FC236}">
                            <a16:creationId xmlns:a16="http://schemas.microsoft.com/office/drawing/2014/main" id="{C4E99FCC-902D-C23A-77CD-C2CBCDDCC83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50175" y="1123116"/>
                        <a:ext cx="576917" cy="570847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0" name="Textfeld 29">
                        <a:extLst>
                          <a:ext uri="{FF2B5EF4-FFF2-40B4-BE49-F238E27FC236}">
                            <a16:creationId xmlns:a16="http://schemas.microsoft.com/office/drawing/2014/main" id="{5DFE0437-7A2F-BF97-30B4-76916C441C9D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299085" y="1408540"/>
                        <a:ext cx="373613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30" name="Textfeld 29">
                        <a:extLst>
                          <a:ext uri="{FF2B5EF4-FFF2-40B4-BE49-F238E27FC236}">
                            <a16:creationId xmlns:a16="http://schemas.microsoft.com/office/drawing/2014/main" id="{5DFE0437-7A2F-BF97-30B4-76916C441C9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299085" y="1408540"/>
                        <a:ext cx="373613" cy="570847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r="-4651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F9AB7CFD-9BF0-262D-D643-5CDD911CAD15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816AA749-D1B4-4BAB-664D-0E782B7F2514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D6E5F696-D815-56C0-A485-FB54CA8505F7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36" name="Gruppieren 35">
                <a:extLst>
                  <a:ext uri="{FF2B5EF4-FFF2-40B4-BE49-F238E27FC236}">
                    <a16:creationId xmlns:a16="http://schemas.microsoft.com/office/drawing/2014/main" id="{771AEA7F-AF7C-B983-FBFD-32D34E643EB0}"/>
                  </a:ext>
                </a:extLst>
              </p:cNvPr>
              <p:cNvGrpSpPr/>
              <p:nvPr/>
            </p:nvGrpSpPr>
            <p:grpSpPr>
              <a:xfrm rot="16200000">
                <a:off x="2511760" y="3831509"/>
                <a:ext cx="1418082" cy="1346106"/>
                <a:chOff x="3593010" y="1358564"/>
                <a:chExt cx="1418082" cy="1346106"/>
              </a:xfrm>
            </p:grpSpPr>
            <p:grpSp>
              <p:nvGrpSpPr>
                <p:cNvPr id="37" name="Gruppieren 36">
                  <a:extLst>
                    <a:ext uri="{FF2B5EF4-FFF2-40B4-BE49-F238E27FC236}">
                      <a16:creationId xmlns:a16="http://schemas.microsoft.com/office/drawing/2014/main" id="{C64B879D-4940-D8A3-BF54-A9A8E5A17BFD}"/>
                    </a:ext>
                  </a:extLst>
                </p:cNvPr>
                <p:cNvGrpSpPr/>
                <p:nvPr/>
              </p:nvGrpSpPr>
              <p:grpSpPr>
                <a:xfrm>
                  <a:off x="3593010" y="1358564"/>
                  <a:ext cx="1418082" cy="1346106"/>
                  <a:chOff x="1207847" y="241951"/>
                  <a:chExt cx="2023214" cy="1920524"/>
                </a:xfrm>
              </p:grpSpPr>
              <p:cxnSp>
                <p:nvCxnSpPr>
                  <p:cNvPr id="41" name="Gerade Verbindung mit Pfeil 40">
                    <a:extLst>
                      <a:ext uri="{FF2B5EF4-FFF2-40B4-BE49-F238E27FC236}">
                        <a16:creationId xmlns:a16="http://schemas.microsoft.com/office/drawing/2014/main" id="{E78F1514-CB69-27C6-4A04-4F1CD86523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757963"/>
                    <a:ext cx="1" cy="93600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Gerade Verbindung mit Pfeil 41">
                    <a:extLst>
                      <a:ext uri="{FF2B5EF4-FFF2-40B4-BE49-F238E27FC236}">
                        <a16:creationId xmlns:a16="http://schemas.microsoft.com/office/drawing/2014/main" id="{3F298B9A-D931-5BF4-5D2D-3078C29251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35444" y="1676211"/>
                    <a:ext cx="936001" cy="0"/>
                  </a:xfrm>
                  <a:prstGeom prst="straightConnector1">
                    <a:avLst/>
                  </a:prstGeom>
                  <a:ln w="38100">
                    <a:solidFill>
                      <a:schemeClr val="accent6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3" name="Textfeld 42">
                        <a:extLst>
                          <a:ext uri="{FF2B5EF4-FFF2-40B4-BE49-F238E27FC236}">
                            <a16:creationId xmlns:a16="http://schemas.microsoft.com/office/drawing/2014/main" id="{D031A473-41F6-6037-8558-AA2A5264C244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431968" y="185497"/>
                        <a:ext cx="457939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3" name="Textfeld 42">
                        <a:extLst>
                          <a:ext uri="{FF2B5EF4-FFF2-40B4-BE49-F238E27FC236}">
                            <a16:creationId xmlns:a16="http://schemas.microsoft.com/office/drawing/2014/main" id="{D031A473-41F6-6037-8558-AA2A5264C24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431968" y="185497"/>
                        <a:ext cx="457939" cy="570847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r="-2830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4" name="Textfeld 43">
                        <a:extLst>
                          <a:ext uri="{FF2B5EF4-FFF2-40B4-BE49-F238E27FC236}">
                            <a16:creationId xmlns:a16="http://schemas.microsoft.com/office/drawing/2014/main" id="{33B4C3DE-EE07-64FA-2F86-C2ED27E99611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57179" y="1588593"/>
                        <a:ext cx="576917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dirty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4" name="Textfeld 43">
                        <a:extLst>
                          <a:ext uri="{FF2B5EF4-FFF2-40B4-BE49-F238E27FC236}">
                            <a16:creationId xmlns:a16="http://schemas.microsoft.com/office/drawing/2014/main" id="{33B4C3DE-EE07-64FA-2F86-C2ED27E9961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57179" y="1588593"/>
                        <a:ext cx="576917" cy="570847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5" name="Textfeld 44">
                        <a:extLst>
                          <a:ext uri="{FF2B5EF4-FFF2-40B4-BE49-F238E27FC236}">
                            <a16:creationId xmlns:a16="http://schemas.microsoft.com/office/drawing/2014/main" id="{D559ECCF-A9E0-8CAA-6BCB-522700AE0BBF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306465" y="1323945"/>
                        <a:ext cx="373612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5" name="Textfeld 44">
                        <a:extLst>
                          <a:ext uri="{FF2B5EF4-FFF2-40B4-BE49-F238E27FC236}">
                            <a16:creationId xmlns:a16="http://schemas.microsoft.com/office/drawing/2014/main" id="{D559ECCF-A9E0-8CAA-6BCB-522700AE0BB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306465" y="1323945"/>
                        <a:ext cx="373612" cy="570847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r="-48837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34265878-E234-CF8F-CB5F-8E4A672D5FD8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935152A9-7483-E6B7-61F7-ED409F06E55C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D8E10175-C3D4-1752-97A5-0A6935CDA76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0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29FFDD4F-B4F6-E08E-7ED5-33F2144B15D0}"/>
                  </a:ext>
                </a:extLst>
              </p:cNvPr>
              <p:cNvGrpSpPr/>
              <p:nvPr/>
            </p:nvGrpSpPr>
            <p:grpSpPr>
              <a:xfrm>
                <a:off x="3832896" y="6868730"/>
                <a:ext cx="1358003" cy="1139506"/>
                <a:chOff x="3440391" y="7178337"/>
                <a:chExt cx="1358003" cy="1139506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0FBF2570-63A4-3055-D760-837C515B44E7}"/>
                    </a:ext>
                  </a:extLst>
                </p:cNvPr>
                <p:cNvGrpSpPr/>
                <p:nvPr/>
              </p:nvGrpSpPr>
              <p:grpSpPr>
                <a:xfrm>
                  <a:off x="3440391" y="7178337"/>
                  <a:ext cx="1358003" cy="1139506"/>
                  <a:chOff x="1861018" y="766486"/>
                  <a:chExt cx="1358003" cy="1139506"/>
                </a:xfrm>
              </p:grpSpPr>
              <p:cxnSp>
                <p:nvCxnSpPr>
                  <p:cNvPr id="61" name="Gerade Verbindung mit Pfeil 60">
                    <a:extLst>
                      <a:ext uri="{FF2B5EF4-FFF2-40B4-BE49-F238E27FC236}">
                        <a16:creationId xmlns:a16="http://schemas.microsoft.com/office/drawing/2014/main" id="{72D360DD-A453-3813-90E3-1912816633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Gerade Verbindung mit Pfeil 61">
                    <a:extLst>
                      <a:ext uri="{FF2B5EF4-FFF2-40B4-BE49-F238E27FC236}">
                        <a16:creationId xmlns:a16="http://schemas.microsoft.com/office/drawing/2014/main" id="{2B1A534A-53BE-A330-8016-11E6DA54E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r="-11475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" name="Gruppieren 31">
                  <a:extLst>
                    <a:ext uri="{FF2B5EF4-FFF2-40B4-BE49-F238E27FC236}">
                      <a16:creationId xmlns:a16="http://schemas.microsoft.com/office/drawing/2014/main" id="{766223E9-71CC-F016-70A1-8B436D6F4F33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3" name="Ellipse 32">
                    <a:extLst>
                      <a:ext uri="{FF2B5EF4-FFF2-40B4-BE49-F238E27FC236}">
                        <a16:creationId xmlns:a16="http://schemas.microsoft.com/office/drawing/2014/main" id="{2D4738F3-2A47-2D31-CE01-1BF8CA617401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34" name="Ellipse 33">
                    <a:extLst>
                      <a:ext uri="{FF2B5EF4-FFF2-40B4-BE49-F238E27FC236}">
                        <a16:creationId xmlns:a16="http://schemas.microsoft.com/office/drawing/2014/main" id="{7ACDC369-32EB-A6F4-11D9-4479803C11A3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75BD34F5-870C-3E1F-6A7A-A5E6D1347924}"/>
                  </a:ext>
                </a:extLst>
              </p:cNvPr>
              <p:cNvGrpSpPr/>
              <p:nvPr/>
            </p:nvGrpSpPr>
            <p:grpSpPr>
              <a:xfrm>
                <a:off x="4136269" y="8275217"/>
                <a:ext cx="1113622" cy="991434"/>
                <a:chOff x="3732481" y="8208715"/>
                <a:chExt cx="1113622" cy="991434"/>
              </a:xfrm>
            </p:grpSpPr>
            <p:grpSp>
              <p:nvGrpSpPr>
                <p:cNvPr id="73" name="Gruppieren 72">
                  <a:extLst>
                    <a:ext uri="{FF2B5EF4-FFF2-40B4-BE49-F238E27FC236}">
                      <a16:creationId xmlns:a16="http://schemas.microsoft.com/office/drawing/2014/main" id="{7F9EA6EB-E815-01EB-F7EB-8DEC4554A238}"/>
                    </a:ext>
                  </a:extLst>
                </p:cNvPr>
                <p:cNvGrpSpPr/>
                <p:nvPr/>
              </p:nvGrpSpPr>
              <p:grpSpPr>
                <a:xfrm>
                  <a:off x="3732481" y="8208715"/>
                  <a:ext cx="1113622" cy="991434"/>
                  <a:chOff x="3735905" y="7456136"/>
                  <a:chExt cx="1113622" cy="991434"/>
                </a:xfrm>
              </p:grpSpPr>
              <p:grpSp>
                <p:nvGrpSpPr>
                  <p:cNvPr id="74" name="Gruppieren 73">
                    <a:extLst>
                      <a:ext uri="{FF2B5EF4-FFF2-40B4-BE49-F238E27FC236}">
                        <a16:creationId xmlns:a16="http://schemas.microsoft.com/office/drawing/2014/main" id="{CF37B7CA-04DC-2263-BDE9-35805C983E34}"/>
                      </a:ext>
                    </a:extLst>
                  </p:cNvPr>
                  <p:cNvGrpSpPr/>
                  <p:nvPr/>
                </p:nvGrpSpPr>
                <p:grpSpPr>
                  <a:xfrm>
                    <a:off x="3735905" y="7456136"/>
                    <a:ext cx="1113622" cy="991434"/>
                    <a:chOff x="2156532" y="1044285"/>
                    <a:chExt cx="1113622" cy="991434"/>
                  </a:xfrm>
                </p:grpSpPr>
                <p:cxnSp>
                  <p:nvCxnSpPr>
                    <p:cNvPr id="78" name="Gerade Verbindung mit Pfeil 77">
                      <a:extLst>
                        <a:ext uri="{FF2B5EF4-FFF2-40B4-BE49-F238E27FC236}">
                          <a16:creationId xmlns:a16="http://schemas.microsoft.com/office/drawing/2014/main" id="{1ED4A60B-10B4-7556-5A47-E42AA46C5A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682727" y="1044285"/>
                      <a:ext cx="0" cy="649678"/>
                    </a:xfrm>
                    <a:prstGeom prst="straightConnector1">
                      <a:avLst/>
                    </a:prstGeom>
                    <a:ln w="38100">
                      <a:solidFill>
                        <a:srgbClr val="0070C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Gerade Verbindung mit Pfeil 78">
                      <a:extLst>
                        <a:ext uri="{FF2B5EF4-FFF2-40B4-BE49-F238E27FC236}">
                          <a16:creationId xmlns:a16="http://schemas.microsoft.com/office/drawing/2014/main" id="{8471518D-D54A-0270-9F93-916F76946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671444" y="1676211"/>
                      <a:ext cx="528712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 r="-5866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blipFill>
                          <a:blip r:embed="rId12"/>
                          <a:stretch>
                            <a:fillRect r="-24468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blipFill>
                          <a:blip r:embed="rId13"/>
                          <a:stretch>
                            <a:fillRect r="-98361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76" name="Ellipse 75">
                    <a:extLst>
                      <a:ext uri="{FF2B5EF4-FFF2-40B4-BE49-F238E27FC236}">
                        <a16:creationId xmlns:a16="http://schemas.microsoft.com/office/drawing/2014/main" id="{F7DECB86-0A80-6956-77E1-106725586F65}"/>
                      </a:ext>
                    </a:extLst>
                  </p:cNvPr>
                  <p:cNvSpPr/>
                  <p:nvPr/>
                </p:nvSpPr>
                <p:spPr>
                  <a:xfrm>
                    <a:off x="4175219" y="8001471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</p:grpSp>
            <p:sp>
              <p:nvSpPr>
                <p:cNvPr id="86" name="Kreuz 85">
                  <a:extLst>
                    <a:ext uri="{FF2B5EF4-FFF2-40B4-BE49-F238E27FC236}">
                      <a16:creationId xmlns:a16="http://schemas.microsoft.com/office/drawing/2014/main" id="{EC439F02-13FC-4595-E9A9-5011979A807E}"/>
                    </a:ext>
                  </a:extLst>
                </p:cNvPr>
                <p:cNvSpPr/>
                <p:nvPr/>
              </p:nvSpPr>
              <p:spPr>
                <a:xfrm rot="2700000">
                  <a:off x="4168685" y="8747944"/>
                  <a:ext cx="173762" cy="173762"/>
                </a:xfrm>
                <a:prstGeom prst="plus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8" name="Gruppieren 97">
                <a:extLst>
                  <a:ext uri="{FF2B5EF4-FFF2-40B4-BE49-F238E27FC236}">
                    <a16:creationId xmlns:a16="http://schemas.microsoft.com/office/drawing/2014/main" id="{8899E3D7-F4AC-47BD-F87B-06733661078A}"/>
                  </a:ext>
                </a:extLst>
              </p:cNvPr>
              <p:cNvGrpSpPr/>
              <p:nvPr/>
            </p:nvGrpSpPr>
            <p:grpSpPr>
              <a:xfrm rot="16200000">
                <a:off x="-91793" y="3825850"/>
                <a:ext cx="1289900" cy="1106314"/>
                <a:chOff x="3408032" y="7068339"/>
                <a:chExt cx="1289900" cy="1106314"/>
              </a:xfrm>
            </p:grpSpPr>
            <p:grpSp>
              <p:nvGrpSpPr>
                <p:cNvPr id="99" name="Gruppieren 98">
                  <a:extLst>
                    <a:ext uri="{FF2B5EF4-FFF2-40B4-BE49-F238E27FC236}">
                      <a16:creationId xmlns:a16="http://schemas.microsoft.com/office/drawing/2014/main" id="{24720CF1-782C-74A6-8A8B-17F1552BA14D}"/>
                    </a:ext>
                  </a:extLst>
                </p:cNvPr>
                <p:cNvGrpSpPr/>
                <p:nvPr/>
              </p:nvGrpSpPr>
              <p:grpSpPr>
                <a:xfrm>
                  <a:off x="3408032" y="7068339"/>
                  <a:ext cx="1289900" cy="1090300"/>
                  <a:chOff x="1828659" y="656488"/>
                  <a:chExt cx="1289900" cy="1090300"/>
                </a:xfrm>
              </p:grpSpPr>
              <p:cxnSp>
                <p:nvCxnSpPr>
                  <p:cNvPr id="103" name="Gerade Verbindung mit Pfeil 102">
                    <a:extLst>
                      <a:ext uri="{FF2B5EF4-FFF2-40B4-BE49-F238E27FC236}">
                        <a16:creationId xmlns:a16="http://schemas.microsoft.com/office/drawing/2014/main" id="{733092C3-C771-89C5-A478-E7051E16F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Gerade Verbindung mit Pfeil 103">
                    <a:extLst>
                      <a:ext uri="{FF2B5EF4-FFF2-40B4-BE49-F238E27FC236}">
                        <a16:creationId xmlns:a16="http://schemas.microsoft.com/office/drawing/2014/main" id="{03BAB34B-59F0-DA9C-7840-177B3CB82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r="-5333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r="-21277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r="-9344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00" name="Gruppieren 99">
                  <a:extLst>
                    <a:ext uri="{FF2B5EF4-FFF2-40B4-BE49-F238E27FC236}">
                      <a16:creationId xmlns:a16="http://schemas.microsoft.com/office/drawing/2014/main" id="{DF11837F-2978-B085-6B30-419D8413491A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01" name="Ellipse 100">
                    <a:extLst>
                      <a:ext uri="{FF2B5EF4-FFF2-40B4-BE49-F238E27FC236}">
                        <a16:creationId xmlns:a16="http://schemas.microsoft.com/office/drawing/2014/main" id="{DC3810B0-30D4-843C-B3A5-967AAA7AB627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102" name="Ellipse 101">
                    <a:extLst>
                      <a:ext uri="{FF2B5EF4-FFF2-40B4-BE49-F238E27FC236}">
                        <a16:creationId xmlns:a16="http://schemas.microsoft.com/office/drawing/2014/main" id="{A59588A1-F95F-F4CC-61D7-8DFDAC75A58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08" name="Gerade Verbindung mit Pfeil 107">
                <a:extLst>
                  <a:ext uri="{FF2B5EF4-FFF2-40B4-BE49-F238E27FC236}">
                    <a16:creationId xmlns:a16="http://schemas.microsoft.com/office/drawing/2014/main" id="{7CC890CA-0026-24A3-C81F-5CA333860C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7941" y="7801315"/>
                <a:ext cx="0" cy="109892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mit Pfeil 109">
                <a:extLst>
                  <a:ext uri="{FF2B5EF4-FFF2-40B4-BE49-F238E27FC236}">
                    <a16:creationId xmlns:a16="http://schemas.microsoft.com/office/drawing/2014/main" id="{029F7F11-25FB-B910-0DD2-379275567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1873" y="6395211"/>
                <a:ext cx="0" cy="1357844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A6FB1D31-C716-857F-0C59-2DAB8BD1BC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1610" y="4173307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F2614414-FBE9-31D5-10D2-ED3026AB92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8370" y="3367105"/>
                <a:ext cx="1606480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B658931C-7F12-D58D-5537-0768A8C395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7480" y="3367105"/>
                <a:ext cx="900966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D3AA2B21-2CCD-37E4-E4E1-3178F1A30E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79893" y="8900240"/>
                <a:ext cx="104963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997B7FFC-52E2-8768-68F9-473CE024F338}"/>
                  </a:ext>
                </a:extLst>
              </p:cNvPr>
              <p:cNvCxnSpPr>
                <a:cxnSpLocks/>
                <a:endCxn id="33" idx="6"/>
              </p:cNvCxnSpPr>
              <p:nvPr/>
            </p:nvCxnSpPr>
            <p:spPr>
              <a:xfrm flipH="1">
                <a:off x="4741486" y="7778455"/>
                <a:ext cx="148804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5A8A19FF-1155-AB15-1FD8-14618933F0C2}"/>
                  </a:ext>
                </a:extLst>
              </p:cNvPr>
              <p:cNvCxnSpPr>
                <a:cxnSpLocks/>
                <a:endCxn id="18" idx="6"/>
              </p:cNvCxnSpPr>
              <p:nvPr/>
            </p:nvCxnSpPr>
            <p:spPr>
              <a:xfrm flipH="1">
                <a:off x="3649597" y="6390268"/>
                <a:ext cx="1973798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FB5A0AC-1452-CECF-0C28-F82C7BAEBC1B}"/>
                  </a:ext>
                </a:extLst>
              </p:cNvPr>
              <p:cNvCxnSpPr>
                <a:cxnSpLocks/>
                <a:endCxn id="39" idx="4"/>
              </p:cNvCxnSpPr>
              <p:nvPr/>
            </p:nvCxnSpPr>
            <p:spPr>
              <a:xfrm flipH="1">
                <a:off x="3633011" y="4179729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5EAC1BFA-0021-C758-B63B-6F494FF4C15D}"/>
                  </a:ext>
                </a:extLst>
              </p:cNvPr>
              <p:cNvCxnSpPr>
                <a:cxnSpLocks/>
                <a:stCxn id="39" idx="6"/>
              </p:cNvCxnSpPr>
              <p:nvPr/>
            </p:nvCxnSpPr>
            <p:spPr>
              <a:xfrm flipV="1">
                <a:off x="3546420" y="3232794"/>
                <a:ext cx="0" cy="8600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6297ECC6-5E45-5D58-0F0E-741D1F09414B}"/>
                  </a:ext>
                </a:extLst>
              </p:cNvPr>
              <p:cNvGrpSpPr/>
              <p:nvPr/>
            </p:nvGrpSpPr>
            <p:grpSpPr>
              <a:xfrm>
                <a:off x="1116737" y="3471880"/>
                <a:ext cx="1327468" cy="918868"/>
                <a:chOff x="3440391" y="7398975"/>
                <a:chExt cx="1327468" cy="918868"/>
              </a:xfrm>
            </p:grpSpPr>
            <p:grpSp>
              <p:nvGrpSpPr>
                <p:cNvPr id="89" name="Gruppieren 88">
                  <a:extLst>
                    <a:ext uri="{FF2B5EF4-FFF2-40B4-BE49-F238E27FC236}">
                      <a16:creationId xmlns:a16="http://schemas.microsoft.com/office/drawing/2014/main" id="{E6AC44EA-E526-EBD8-D537-0EF1CC33DC65}"/>
                    </a:ext>
                  </a:extLst>
                </p:cNvPr>
                <p:cNvGrpSpPr/>
                <p:nvPr/>
              </p:nvGrpSpPr>
              <p:grpSpPr>
                <a:xfrm>
                  <a:off x="3440391" y="7398975"/>
                  <a:ext cx="1327468" cy="918868"/>
                  <a:chOff x="1861018" y="987124"/>
                  <a:chExt cx="1327468" cy="918868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0916D211-AAB7-48EF-17A3-F849789BA0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Gerade Verbindung mit Pfeil 93">
                    <a:extLst>
                      <a:ext uri="{FF2B5EF4-FFF2-40B4-BE49-F238E27FC236}">
                        <a16:creationId xmlns:a16="http://schemas.microsoft.com/office/drawing/2014/main" id="{AB4095F2-9E00-1E6A-4913-D16C0595F9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r="-13115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90" name="Gruppieren 89">
                  <a:extLst>
                    <a:ext uri="{FF2B5EF4-FFF2-40B4-BE49-F238E27FC236}">
                      <a16:creationId xmlns:a16="http://schemas.microsoft.com/office/drawing/2014/main" id="{231D1945-A0AB-52A0-7FF7-17CB1722544F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91" name="Ellipse 90">
                    <a:extLst>
                      <a:ext uri="{FF2B5EF4-FFF2-40B4-BE49-F238E27FC236}">
                        <a16:creationId xmlns:a16="http://schemas.microsoft.com/office/drawing/2014/main" id="{B3597A0E-7898-C650-B135-55EC703CD02F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92" name="Ellipse 91">
                    <a:extLst>
                      <a:ext uri="{FF2B5EF4-FFF2-40B4-BE49-F238E27FC236}">
                        <a16:creationId xmlns:a16="http://schemas.microsoft.com/office/drawing/2014/main" id="{14595D13-9635-801F-FE2D-DC1AAF63C8D5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CA17B321-8250-BB03-851E-45AA345D6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867" y="316784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FB686A55-A689-CD07-E511-28326E3DBF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5996" y="3232794"/>
                <a:ext cx="0" cy="923999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feld 146">
                <a:extLst>
                  <a:ext uri="{FF2B5EF4-FFF2-40B4-BE49-F238E27FC236}">
                    <a16:creationId xmlns:a16="http://schemas.microsoft.com/office/drawing/2014/main" id="{509D5870-6250-0316-BC8F-EEDC6A196E9C}"/>
                  </a:ext>
                </a:extLst>
              </p:cNvPr>
              <p:cNvSpPr txBox="1"/>
              <p:nvPr/>
            </p:nvSpPr>
            <p:spPr>
              <a:xfrm>
                <a:off x="5444042" y="6901945"/>
                <a:ext cx="153982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0.1 - 0.4  m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2CB7B67-830B-4026-A85E-9A88DB984A9C}"/>
                  </a:ext>
                </a:extLst>
              </p:cNvPr>
              <p:cNvSpPr txBox="1"/>
              <p:nvPr/>
            </p:nvSpPr>
            <p:spPr>
              <a:xfrm>
                <a:off x="4961610" y="5083497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0.6 m</a:t>
                </a:r>
              </a:p>
            </p:txBody>
          </p:sp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1D4D1435-E03D-F1CA-4EDA-A434DE101B10}"/>
                  </a:ext>
                </a:extLst>
              </p:cNvPr>
              <p:cNvSpPr txBox="1"/>
              <p:nvPr/>
            </p:nvSpPr>
            <p:spPr>
              <a:xfrm>
                <a:off x="2340311" y="2968961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0.4 m</a:t>
                </a:r>
              </a:p>
            </p:txBody>
          </p:sp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DB97A482-A783-0ECF-E06C-875AB5208E7B}"/>
                  </a:ext>
                </a:extLst>
              </p:cNvPr>
              <p:cNvSpPr txBox="1"/>
              <p:nvPr/>
            </p:nvSpPr>
            <p:spPr>
              <a:xfrm>
                <a:off x="1032562" y="2949511"/>
                <a:ext cx="9910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0.25 m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A89C2A48-EDC7-35C8-1907-A51C50AE0A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85652" y="8100498"/>
                <a:ext cx="1073702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19E394-7D19-C7A8-9E67-66D967FB2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2596" y="6420611"/>
                <a:ext cx="0" cy="192441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94E275E7-90EC-FE1A-4ADB-6CA82D9C7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9354" y="779279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6527246-C461-80D1-CFDC-112A3657A17B}"/>
                  </a:ext>
                </a:extLst>
              </p:cNvPr>
              <p:cNvSpPr txBox="1"/>
              <p:nvPr/>
            </p:nvSpPr>
            <p:spPr>
              <a:xfrm>
                <a:off x="3684935" y="8044172"/>
                <a:ext cx="8906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/>
                <p:nvPr/>
              </p:nvSpPr>
              <p:spPr>
                <a:xfrm>
                  <a:off x="3666363" y="6283955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6363" y="6283955"/>
                  <a:ext cx="410280" cy="584775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Pfeil: gebogen 66">
              <a:extLst>
                <a:ext uri="{FF2B5EF4-FFF2-40B4-BE49-F238E27FC236}">
                  <a16:creationId xmlns:a16="http://schemas.microsoft.com/office/drawing/2014/main" id="{78C5BEFB-E02F-5D15-0F6A-62D58506EAE9}"/>
                </a:ext>
              </a:extLst>
            </p:cNvPr>
            <p:cNvSpPr/>
            <p:nvPr/>
          </p:nvSpPr>
          <p:spPr>
            <a:xfrm rot="10800000" flipH="1">
              <a:off x="3320662" y="61434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sp>
          <p:nvSpPr>
            <p:cNvPr id="68" name="Pfeil: nach oben 67">
              <a:extLst>
                <a:ext uri="{FF2B5EF4-FFF2-40B4-BE49-F238E27FC236}">
                  <a16:creationId xmlns:a16="http://schemas.microsoft.com/office/drawing/2014/main" id="{3C70C5E8-7A50-9FE4-1D48-E82B0003A6D8}"/>
                </a:ext>
              </a:extLst>
            </p:cNvPr>
            <p:cNvSpPr/>
            <p:nvPr/>
          </p:nvSpPr>
          <p:spPr>
            <a:xfrm>
              <a:off x="4342485" y="7211757"/>
              <a:ext cx="159614" cy="513496"/>
            </a:xfrm>
            <a:prstGeom prst="upArrow">
              <a:avLst>
                <a:gd name="adj1" fmla="val 26129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/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/>
                <p:nvPr/>
              </p:nvSpPr>
              <p:spPr>
                <a:xfrm>
                  <a:off x="3700342" y="4163069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0342" y="4163069"/>
                  <a:ext cx="410280" cy="400110"/>
                </a:xfrm>
                <a:prstGeom prst="rect">
                  <a:avLst/>
                </a:prstGeom>
                <a:blipFill>
                  <a:blip r:embed="rId22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63535F82-BCE5-05E6-D77B-2185891E209C}"/>
                </a:ext>
              </a:extLst>
            </p:cNvPr>
            <p:cNvSpPr/>
            <p:nvPr/>
          </p:nvSpPr>
          <p:spPr>
            <a:xfrm rot="10800000" flipH="1">
              <a:off x="3309129" y="39012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565924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A17C1BC9-33EC-8125-5C3C-30B1A4CCA2BA}"/>
              </a:ext>
            </a:extLst>
          </p:cNvPr>
          <p:cNvGrpSpPr/>
          <p:nvPr/>
        </p:nvGrpSpPr>
        <p:grpSpPr>
          <a:xfrm>
            <a:off x="0" y="2949511"/>
            <a:ext cx="7149235" cy="6317140"/>
            <a:chOff x="0" y="2949511"/>
            <a:chExt cx="7149235" cy="6317140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6C869028-726E-A36C-4F4B-EE20BF3038EA}"/>
                </a:ext>
              </a:extLst>
            </p:cNvPr>
            <p:cNvGrpSpPr/>
            <p:nvPr/>
          </p:nvGrpSpPr>
          <p:grpSpPr>
            <a:xfrm>
              <a:off x="0" y="2949511"/>
              <a:ext cx="7149235" cy="6317140"/>
              <a:chOff x="0" y="2949511"/>
              <a:chExt cx="7149235" cy="6317140"/>
            </a:xfrm>
          </p:grpSpPr>
          <p:sp>
            <p:nvSpPr>
              <p:cNvPr id="148" name="Textfeld 147">
                <a:extLst>
                  <a:ext uri="{FF2B5EF4-FFF2-40B4-BE49-F238E27FC236}">
                    <a16:creationId xmlns:a16="http://schemas.microsoft.com/office/drawing/2014/main" id="{9A468A75-FB04-756B-423C-1BD2919C41AD}"/>
                  </a:ext>
                </a:extLst>
              </p:cNvPr>
              <p:cNvSpPr txBox="1"/>
              <p:nvPr/>
            </p:nvSpPr>
            <p:spPr>
              <a:xfrm>
                <a:off x="6099595" y="8160355"/>
                <a:ext cx="10496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AAA3F05-3F71-6821-0DD0-D557175DD776}"/>
                  </a:ext>
                </a:extLst>
              </p:cNvPr>
              <p:cNvSpPr/>
              <p:nvPr/>
            </p:nvSpPr>
            <p:spPr>
              <a:xfrm>
                <a:off x="4431748" y="7748112"/>
                <a:ext cx="45720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EECEE7D6-96B7-E55B-668C-131B66C71E97}"/>
                  </a:ext>
                </a:extLst>
              </p:cNvPr>
              <p:cNvSpPr/>
              <p:nvPr/>
            </p:nvSpPr>
            <p:spPr>
              <a:xfrm>
                <a:off x="4547416" y="7187120"/>
                <a:ext cx="226094" cy="66376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4" name="L-Form 3">
                <a:extLst>
                  <a:ext uri="{FF2B5EF4-FFF2-40B4-BE49-F238E27FC236}">
                    <a16:creationId xmlns:a16="http://schemas.microsoft.com/office/drawing/2014/main" id="{8A5768BE-9E1D-364A-0AE9-C3E113E10565}"/>
                  </a:ext>
                </a:extLst>
              </p:cNvPr>
              <p:cNvSpPr/>
              <p:nvPr/>
            </p:nvSpPr>
            <p:spPr>
              <a:xfrm>
                <a:off x="3446643" y="6426338"/>
                <a:ext cx="1326868" cy="793682"/>
              </a:xfrm>
              <a:prstGeom prst="corner">
                <a:avLst>
                  <a:gd name="adj1" fmla="val 39610"/>
                  <a:gd name="adj2" fmla="val 33510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370FE688-E130-9AC8-21DD-7EC3ED776242}"/>
                  </a:ext>
                </a:extLst>
              </p:cNvPr>
              <p:cNvSpPr/>
              <p:nvPr/>
            </p:nvSpPr>
            <p:spPr>
              <a:xfrm>
                <a:off x="3888823" y="8491062"/>
                <a:ext cx="154305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9F37A93A-FE0D-1D1E-E8C8-5E4D9E435522}"/>
                  </a:ext>
                </a:extLst>
              </p:cNvPr>
              <p:cNvSpPr/>
              <p:nvPr/>
            </p:nvSpPr>
            <p:spPr>
              <a:xfrm>
                <a:off x="3363716" y="4591411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B308DA63-B925-C236-2DA7-E52B9D137E85}"/>
                  </a:ext>
                </a:extLst>
              </p:cNvPr>
              <p:cNvSpPr/>
              <p:nvPr/>
            </p:nvSpPr>
            <p:spPr>
              <a:xfrm rot="16200000">
                <a:off x="2455667" y="3485717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30D2020B-FD45-3360-F5ED-0F9E2591F780}"/>
                  </a:ext>
                </a:extLst>
              </p:cNvPr>
              <p:cNvGrpSpPr/>
              <p:nvPr/>
            </p:nvGrpSpPr>
            <p:grpSpPr>
              <a:xfrm>
                <a:off x="928850" y="3635042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9E66EA96-1B9F-04EB-6151-254035908DD7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9818DA7A-4A81-8F23-5A8D-70C0DEC390BB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4320EA13-8F84-6DFE-B726-389035AE298C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3AE918F4-F5C8-D40A-CEB9-A05886ECABEB}"/>
                  </a:ext>
                </a:extLst>
              </p:cNvPr>
              <p:cNvSpPr/>
              <p:nvPr/>
            </p:nvSpPr>
            <p:spPr>
              <a:xfrm>
                <a:off x="3096818" y="5919355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7" name="Ellipse 6">
                <a:extLst>
                  <a:ext uri="{FF2B5EF4-FFF2-40B4-BE49-F238E27FC236}">
                    <a16:creationId xmlns:a16="http://schemas.microsoft.com/office/drawing/2014/main" id="{CA54B8E0-1F50-31C1-3F1B-CC1BD5A94D9A}"/>
                  </a:ext>
                </a:extLst>
              </p:cNvPr>
              <p:cNvSpPr/>
              <p:nvPr/>
            </p:nvSpPr>
            <p:spPr>
              <a:xfrm>
                <a:off x="3096818" y="3707968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35" name="Gruppieren 34">
                <a:extLst>
                  <a:ext uri="{FF2B5EF4-FFF2-40B4-BE49-F238E27FC236}">
                    <a16:creationId xmlns:a16="http://schemas.microsoft.com/office/drawing/2014/main" id="{583C26ED-90F6-DA31-BDD6-93BEFEF0F17E}"/>
                  </a:ext>
                </a:extLst>
              </p:cNvPr>
              <p:cNvGrpSpPr/>
              <p:nvPr/>
            </p:nvGrpSpPr>
            <p:grpSpPr>
              <a:xfrm>
                <a:off x="3116039" y="5978252"/>
                <a:ext cx="533558" cy="498607"/>
                <a:chOff x="4180203" y="1945224"/>
                <a:chExt cx="533558" cy="498607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Textfeld 28">
                      <a:extLst>
                        <a:ext uri="{FF2B5EF4-FFF2-40B4-BE49-F238E27FC236}">
                          <a16:creationId xmlns:a16="http://schemas.microsoft.com/office/drawing/2014/main" id="{C4E99FCC-902D-C23A-77CD-C2CBCDDCC83E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4180203" y="1945224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29" name="Textfeld 28">
                      <a:extLst>
                        <a:ext uri="{FF2B5EF4-FFF2-40B4-BE49-F238E27FC236}">
                          <a16:creationId xmlns:a16="http://schemas.microsoft.com/office/drawing/2014/main" id="{C4E99FCC-902D-C23A-77CD-C2CBCDDCC83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4180203" y="1945224"/>
                      <a:ext cx="404364" cy="400110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F9AB7CFD-9BF0-262D-D643-5CDD911CAD15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816AA749-D1B4-4BAB-664D-0E782B7F2514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D6E5F696-D815-56C0-A485-FB54CA8505F7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36" name="Gruppieren 35">
                <a:extLst>
                  <a:ext uri="{FF2B5EF4-FFF2-40B4-BE49-F238E27FC236}">
                    <a16:creationId xmlns:a16="http://schemas.microsoft.com/office/drawing/2014/main" id="{771AEA7F-AF7C-B983-FBFD-32D34E643EB0}"/>
                  </a:ext>
                </a:extLst>
              </p:cNvPr>
              <p:cNvGrpSpPr/>
              <p:nvPr/>
            </p:nvGrpSpPr>
            <p:grpSpPr>
              <a:xfrm rot="16200000">
                <a:off x="3145931" y="3779530"/>
                <a:ext cx="526076" cy="448093"/>
                <a:chOff x="4539999" y="1995738"/>
                <a:chExt cx="526076" cy="448093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33B4C3DE-EE07-64FA-2F86-C2ED27E99611}"/>
                        </a:ext>
                      </a:extLst>
                    </p:cNvPr>
                    <p:cNvSpPr txBox="1"/>
                    <p:nvPr/>
                  </p:nvSpPr>
                  <p:spPr>
                    <a:xfrm rot="5400000" flipH="1">
                      <a:off x="4663838" y="1997865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0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33B4C3DE-EE07-64FA-2F86-C2ED27E996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 flipH="1">
                      <a:off x="4663838" y="1997865"/>
                      <a:ext cx="404364" cy="40011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b="-153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34265878-E234-CF8F-CB5F-8E4A672D5FD8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935152A9-7483-E6B7-61F7-ED409F06E55C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D8E10175-C3D4-1752-97A5-0A6935CDA76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0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29FFDD4F-B4F6-E08E-7ED5-33F2144B15D0}"/>
                  </a:ext>
                </a:extLst>
              </p:cNvPr>
              <p:cNvGrpSpPr/>
              <p:nvPr/>
            </p:nvGrpSpPr>
            <p:grpSpPr>
              <a:xfrm>
                <a:off x="3832896" y="6868730"/>
                <a:ext cx="1358003" cy="1139506"/>
                <a:chOff x="3440391" y="7178337"/>
                <a:chExt cx="1358003" cy="1139506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0FBF2570-63A4-3055-D760-837C515B44E7}"/>
                    </a:ext>
                  </a:extLst>
                </p:cNvPr>
                <p:cNvGrpSpPr/>
                <p:nvPr/>
              </p:nvGrpSpPr>
              <p:grpSpPr>
                <a:xfrm>
                  <a:off x="3440391" y="7178337"/>
                  <a:ext cx="1358003" cy="1139506"/>
                  <a:chOff x="1861018" y="766486"/>
                  <a:chExt cx="1358003" cy="1139506"/>
                </a:xfrm>
              </p:grpSpPr>
              <p:cxnSp>
                <p:nvCxnSpPr>
                  <p:cNvPr id="61" name="Gerade Verbindung mit Pfeil 60">
                    <a:extLst>
                      <a:ext uri="{FF2B5EF4-FFF2-40B4-BE49-F238E27FC236}">
                        <a16:creationId xmlns:a16="http://schemas.microsoft.com/office/drawing/2014/main" id="{72D360DD-A453-3813-90E3-1912816633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Gerade Verbindung mit Pfeil 61">
                    <a:extLst>
                      <a:ext uri="{FF2B5EF4-FFF2-40B4-BE49-F238E27FC236}">
                        <a16:creationId xmlns:a16="http://schemas.microsoft.com/office/drawing/2014/main" id="{2B1A534A-53BE-A330-8016-11E6DA54E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r="-11475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" name="Gruppieren 31">
                  <a:extLst>
                    <a:ext uri="{FF2B5EF4-FFF2-40B4-BE49-F238E27FC236}">
                      <a16:creationId xmlns:a16="http://schemas.microsoft.com/office/drawing/2014/main" id="{766223E9-71CC-F016-70A1-8B436D6F4F33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3" name="Ellipse 32">
                    <a:extLst>
                      <a:ext uri="{FF2B5EF4-FFF2-40B4-BE49-F238E27FC236}">
                        <a16:creationId xmlns:a16="http://schemas.microsoft.com/office/drawing/2014/main" id="{2D4738F3-2A47-2D31-CE01-1BF8CA617401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34" name="Ellipse 33">
                    <a:extLst>
                      <a:ext uri="{FF2B5EF4-FFF2-40B4-BE49-F238E27FC236}">
                        <a16:creationId xmlns:a16="http://schemas.microsoft.com/office/drawing/2014/main" id="{7ACDC369-32EB-A6F4-11D9-4479803C11A3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75BD34F5-870C-3E1F-6A7A-A5E6D1347924}"/>
                  </a:ext>
                </a:extLst>
              </p:cNvPr>
              <p:cNvGrpSpPr/>
              <p:nvPr/>
            </p:nvGrpSpPr>
            <p:grpSpPr>
              <a:xfrm>
                <a:off x="4136269" y="8275217"/>
                <a:ext cx="1113622" cy="991434"/>
                <a:chOff x="3732481" y="8208715"/>
                <a:chExt cx="1113622" cy="991434"/>
              </a:xfrm>
            </p:grpSpPr>
            <p:grpSp>
              <p:nvGrpSpPr>
                <p:cNvPr id="73" name="Gruppieren 72">
                  <a:extLst>
                    <a:ext uri="{FF2B5EF4-FFF2-40B4-BE49-F238E27FC236}">
                      <a16:creationId xmlns:a16="http://schemas.microsoft.com/office/drawing/2014/main" id="{7F9EA6EB-E815-01EB-F7EB-8DEC4554A238}"/>
                    </a:ext>
                  </a:extLst>
                </p:cNvPr>
                <p:cNvGrpSpPr/>
                <p:nvPr/>
              </p:nvGrpSpPr>
              <p:grpSpPr>
                <a:xfrm>
                  <a:off x="3732481" y="8208715"/>
                  <a:ext cx="1113622" cy="991434"/>
                  <a:chOff x="3735905" y="7456136"/>
                  <a:chExt cx="1113622" cy="991434"/>
                </a:xfrm>
              </p:grpSpPr>
              <p:grpSp>
                <p:nvGrpSpPr>
                  <p:cNvPr id="74" name="Gruppieren 73">
                    <a:extLst>
                      <a:ext uri="{FF2B5EF4-FFF2-40B4-BE49-F238E27FC236}">
                        <a16:creationId xmlns:a16="http://schemas.microsoft.com/office/drawing/2014/main" id="{CF37B7CA-04DC-2263-BDE9-35805C983E34}"/>
                      </a:ext>
                    </a:extLst>
                  </p:cNvPr>
                  <p:cNvGrpSpPr/>
                  <p:nvPr/>
                </p:nvGrpSpPr>
                <p:grpSpPr>
                  <a:xfrm>
                    <a:off x="3735905" y="7456136"/>
                    <a:ext cx="1113622" cy="991434"/>
                    <a:chOff x="2156532" y="1044285"/>
                    <a:chExt cx="1113622" cy="991434"/>
                  </a:xfrm>
                </p:grpSpPr>
                <p:cxnSp>
                  <p:nvCxnSpPr>
                    <p:cNvPr id="78" name="Gerade Verbindung mit Pfeil 77">
                      <a:extLst>
                        <a:ext uri="{FF2B5EF4-FFF2-40B4-BE49-F238E27FC236}">
                          <a16:creationId xmlns:a16="http://schemas.microsoft.com/office/drawing/2014/main" id="{1ED4A60B-10B4-7556-5A47-E42AA46C5A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682727" y="1044285"/>
                      <a:ext cx="0" cy="649678"/>
                    </a:xfrm>
                    <a:prstGeom prst="straightConnector1">
                      <a:avLst/>
                    </a:prstGeom>
                    <a:ln w="38100">
                      <a:solidFill>
                        <a:srgbClr val="0070C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Gerade Verbindung mit Pfeil 78">
                      <a:extLst>
                        <a:ext uri="{FF2B5EF4-FFF2-40B4-BE49-F238E27FC236}">
                          <a16:creationId xmlns:a16="http://schemas.microsoft.com/office/drawing/2014/main" id="{8471518D-D54A-0270-9F93-916F76946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671444" y="1676211"/>
                      <a:ext cx="528712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blipFill>
                          <a:blip r:embed="rId7"/>
                          <a:stretch>
                            <a:fillRect r="-5866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blipFill>
                          <a:blip r:embed="rId8"/>
                          <a:stretch>
                            <a:fillRect r="-24468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blipFill>
                          <a:blip r:embed="rId9"/>
                          <a:stretch>
                            <a:fillRect r="-98361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76" name="Ellipse 75">
                    <a:extLst>
                      <a:ext uri="{FF2B5EF4-FFF2-40B4-BE49-F238E27FC236}">
                        <a16:creationId xmlns:a16="http://schemas.microsoft.com/office/drawing/2014/main" id="{F7DECB86-0A80-6956-77E1-106725586F65}"/>
                      </a:ext>
                    </a:extLst>
                  </p:cNvPr>
                  <p:cNvSpPr/>
                  <p:nvPr/>
                </p:nvSpPr>
                <p:spPr>
                  <a:xfrm>
                    <a:off x="4175219" y="8001471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</p:grpSp>
            <p:sp>
              <p:nvSpPr>
                <p:cNvPr id="86" name="Kreuz 85">
                  <a:extLst>
                    <a:ext uri="{FF2B5EF4-FFF2-40B4-BE49-F238E27FC236}">
                      <a16:creationId xmlns:a16="http://schemas.microsoft.com/office/drawing/2014/main" id="{EC439F02-13FC-4595-E9A9-5011979A807E}"/>
                    </a:ext>
                  </a:extLst>
                </p:cNvPr>
                <p:cNvSpPr/>
                <p:nvPr/>
              </p:nvSpPr>
              <p:spPr>
                <a:xfrm rot="2700000">
                  <a:off x="4168685" y="8747944"/>
                  <a:ext cx="173762" cy="173762"/>
                </a:xfrm>
                <a:prstGeom prst="plus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8" name="Gruppieren 97">
                <a:extLst>
                  <a:ext uri="{FF2B5EF4-FFF2-40B4-BE49-F238E27FC236}">
                    <a16:creationId xmlns:a16="http://schemas.microsoft.com/office/drawing/2014/main" id="{8899E3D7-F4AC-47BD-F87B-06733661078A}"/>
                  </a:ext>
                </a:extLst>
              </p:cNvPr>
              <p:cNvGrpSpPr/>
              <p:nvPr/>
            </p:nvGrpSpPr>
            <p:grpSpPr>
              <a:xfrm rot="16200000">
                <a:off x="-91793" y="3825850"/>
                <a:ext cx="1289900" cy="1106314"/>
                <a:chOff x="3408032" y="7068339"/>
                <a:chExt cx="1289900" cy="1106314"/>
              </a:xfrm>
            </p:grpSpPr>
            <p:grpSp>
              <p:nvGrpSpPr>
                <p:cNvPr id="99" name="Gruppieren 98">
                  <a:extLst>
                    <a:ext uri="{FF2B5EF4-FFF2-40B4-BE49-F238E27FC236}">
                      <a16:creationId xmlns:a16="http://schemas.microsoft.com/office/drawing/2014/main" id="{24720CF1-782C-74A6-8A8B-17F1552BA14D}"/>
                    </a:ext>
                  </a:extLst>
                </p:cNvPr>
                <p:cNvGrpSpPr/>
                <p:nvPr/>
              </p:nvGrpSpPr>
              <p:grpSpPr>
                <a:xfrm>
                  <a:off x="3408032" y="7068339"/>
                  <a:ext cx="1289900" cy="1090300"/>
                  <a:chOff x="1828659" y="656488"/>
                  <a:chExt cx="1289900" cy="1090300"/>
                </a:xfrm>
              </p:grpSpPr>
              <p:cxnSp>
                <p:nvCxnSpPr>
                  <p:cNvPr id="103" name="Gerade Verbindung mit Pfeil 102">
                    <a:extLst>
                      <a:ext uri="{FF2B5EF4-FFF2-40B4-BE49-F238E27FC236}">
                        <a16:creationId xmlns:a16="http://schemas.microsoft.com/office/drawing/2014/main" id="{733092C3-C771-89C5-A478-E7051E16F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Gerade Verbindung mit Pfeil 103">
                    <a:extLst>
                      <a:ext uri="{FF2B5EF4-FFF2-40B4-BE49-F238E27FC236}">
                        <a16:creationId xmlns:a16="http://schemas.microsoft.com/office/drawing/2014/main" id="{03BAB34B-59F0-DA9C-7840-177B3CB82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r="-5333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r="-21277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 r="-9344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00" name="Gruppieren 99">
                  <a:extLst>
                    <a:ext uri="{FF2B5EF4-FFF2-40B4-BE49-F238E27FC236}">
                      <a16:creationId xmlns:a16="http://schemas.microsoft.com/office/drawing/2014/main" id="{DF11837F-2978-B085-6B30-419D8413491A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01" name="Ellipse 100">
                    <a:extLst>
                      <a:ext uri="{FF2B5EF4-FFF2-40B4-BE49-F238E27FC236}">
                        <a16:creationId xmlns:a16="http://schemas.microsoft.com/office/drawing/2014/main" id="{DC3810B0-30D4-843C-B3A5-967AAA7AB627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102" name="Ellipse 101">
                    <a:extLst>
                      <a:ext uri="{FF2B5EF4-FFF2-40B4-BE49-F238E27FC236}">
                        <a16:creationId xmlns:a16="http://schemas.microsoft.com/office/drawing/2014/main" id="{A59588A1-F95F-F4CC-61D7-8DFDAC75A58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08" name="Gerade Verbindung mit Pfeil 107">
                <a:extLst>
                  <a:ext uri="{FF2B5EF4-FFF2-40B4-BE49-F238E27FC236}">
                    <a16:creationId xmlns:a16="http://schemas.microsoft.com/office/drawing/2014/main" id="{7CC890CA-0026-24A3-C81F-5CA333860C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7941" y="7801315"/>
                <a:ext cx="0" cy="109892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mit Pfeil 109">
                <a:extLst>
                  <a:ext uri="{FF2B5EF4-FFF2-40B4-BE49-F238E27FC236}">
                    <a16:creationId xmlns:a16="http://schemas.microsoft.com/office/drawing/2014/main" id="{029F7F11-25FB-B910-0DD2-379275567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1873" y="6395211"/>
                <a:ext cx="0" cy="1357844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A6FB1D31-C716-857F-0C59-2DAB8BD1BC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1610" y="4173307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F2614414-FBE9-31D5-10D2-ED3026AB92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8370" y="3367105"/>
                <a:ext cx="1606480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B658931C-7F12-D58D-5537-0768A8C395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7480" y="3367105"/>
                <a:ext cx="900966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D3AA2B21-2CCD-37E4-E4E1-3178F1A30E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79893" y="8900240"/>
                <a:ext cx="104963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997B7FFC-52E2-8768-68F9-473CE024F338}"/>
                  </a:ext>
                </a:extLst>
              </p:cNvPr>
              <p:cNvCxnSpPr>
                <a:cxnSpLocks/>
                <a:endCxn id="33" idx="6"/>
              </p:cNvCxnSpPr>
              <p:nvPr/>
            </p:nvCxnSpPr>
            <p:spPr>
              <a:xfrm flipH="1">
                <a:off x="4741486" y="7778455"/>
                <a:ext cx="148804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5A8A19FF-1155-AB15-1FD8-14618933F0C2}"/>
                  </a:ext>
                </a:extLst>
              </p:cNvPr>
              <p:cNvCxnSpPr>
                <a:cxnSpLocks/>
                <a:endCxn id="18" idx="6"/>
              </p:cNvCxnSpPr>
              <p:nvPr/>
            </p:nvCxnSpPr>
            <p:spPr>
              <a:xfrm flipH="1">
                <a:off x="3649597" y="6390268"/>
                <a:ext cx="1973798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FB5A0AC-1452-CECF-0C28-F82C7BAEBC1B}"/>
                  </a:ext>
                </a:extLst>
              </p:cNvPr>
              <p:cNvCxnSpPr>
                <a:cxnSpLocks/>
                <a:endCxn id="39" idx="4"/>
              </p:cNvCxnSpPr>
              <p:nvPr/>
            </p:nvCxnSpPr>
            <p:spPr>
              <a:xfrm flipH="1">
                <a:off x="3633011" y="4179729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5EAC1BFA-0021-C758-B63B-6F494FF4C15D}"/>
                  </a:ext>
                </a:extLst>
              </p:cNvPr>
              <p:cNvCxnSpPr>
                <a:cxnSpLocks/>
                <a:stCxn id="39" idx="6"/>
              </p:cNvCxnSpPr>
              <p:nvPr/>
            </p:nvCxnSpPr>
            <p:spPr>
              <a:xfrm flipV="1">
                <a:off x="3546420" y="3232794"/>
                <a:ext cx="0" cy="8600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6297ECC6-5E45-5D58-0F0E-741D1F09414B}"/>
                  </a:ext>
                </a:extLst>
              </p:cNvPr>
              <p:cNvGrpSpPr/>
              <p:nvPr/>
            </p:nvGrpSpPr>
            <p:grpSpPr>
              <a:xfrm>
                <a:off x="1116737" y="3471880"/>
                <a:ext cx="1327468" cy="918868"/>
                <a:chOff x="3440391" y="7398975"/>
                <a:chExt cx="1327468" cy="918868"/>
              </a:xfrm>
            </p:grpSpPr>
            <p:grpSp>
              <p:nvGrpSpPr>
                <p:cNvPr id="89" name="Gruppieren 88">
                  <a:extLst>
                    <a:ext uri="{FF2B5EF4-FFF2-40B4-BE49-F238E27FC236}">
                      <a16:creationId xmlns:a16="http://schemas.microsoft.com/office/drawing/2014/main" id="{E6AC44EA-E526-EBD8-D537-0EF1CC33DC65}"/>
                    </a:ext>
                  </a:extLst>
                </p:cNvPr>
                <p:cNvGrpSpPr/>
                <p:nvPr/>
              </p:nvGrpSpPr>
              <p:grpSpPr>
                <a:xfrm>
                  <a:off x="3440391" y="7398975"/>
                  <a:ext cx="1327468" cy="918868"/>
                  <a:chOff x="1861018" y="987124"/>
                  <a:chExt cx="1327468" cy="918868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0916D211-AAB7-48EF-17A3-F849789BA0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Gerade Verbindung mit Pfeil 93">
                    <a:extLst>
                      <a:ext uri="{FF2B5EF4-FFF2-40B4-BE49-F238E27FC236}">
                        <a16:creationId xmlns:a16="http://schemas.microsoft.com/office/drawing/2014/main" id="{AB4095F2-9E00-1E6A-4913-D16C0595F9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3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r="-13115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90" name="Gruppieren 89">
                  <a:extLst>
                    <a:ext uri="{FF2B5EF4-FFF2-40B4-BE49-F238E27FC236}">
                      <a16:creationId xmlns:a16="http://schemas.microsoft.com/office/drawing/2014/main" id="{231D1945-A0AB-52A0-7FF7-17CB1722544F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91" name="Ellipse 90">
                    <a:extLst>
                      <a:ext uri="{FF2B5EF4-FFF2-40B4-BE49-F238E27FC236}">
                        <a16:creationId xmlns:a16="http://schemas.microsoft.com/office/drawing/2014/main" id="{B3597A0E-7898-C650-B135-55EC703CD02F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92" name="Ellipse 91">
                    <a:extLst>
                      <a:ext uri="{FF2B5EF4-FFF2-40B4-BE49-F238E27FC236}">
                        <a16:creationId xmlns:a16="http://schemas.microsoft.com/office/drawing/2014/main" id="{14595D13-9635-801F-FE2D-DC1AAF63C8D5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CA17B321-8250-BB03-851E-45AA345D6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867" y="316784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FB686A55-A689-CD07-E511-28326E3DBF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5996" y="3232794"/>
                <a:ext cx="0" cy="923999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feld 146">
                <a:extLst>
                  <a:ext uri="{FF2B5EF4-FFF2-40B4-BE49-F238E27FC236}">
                    <a16:creationId xmlns:a16="http://schemas.microsoft.com/office/drawing/2014/main" id="{509D5870-6250-0316-BC8F-EEDC6A196E9C}"/>
                  </a:ext>
                </a:extLst>
              </p:cNvPr>
              <p:cNvSpPr txBox="1"/>
              <p:nvPr/>
            </p:nvSpPr>
            <p:spPr>
              <a:xfrm>
                <a:off x="5444042" y="6901945"/>
                <a:ext cx="153982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0.1 - 0.4  m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2CB7B67-830B-4026-A85E-9A88DB984A9C}"/>
                  </a:ext>
                </a:extLst>
              </p:cNvPr>
              <p:cNvSpPr txBox="1"/>
              <p:nvPr/>
            </p:nvSpPr>
            <p:spPr>
              <a:xfrm>
                <a:off x="4961610" y="5083497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0.6 m</a:t>
                </a:r>
              </a:p>
            </p:txBody>
          </p:sp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1D4D1435-E03D-F1CA-4EDA-A434DE101B10}"/>
                  </a:ext>
                </a:extLst>
              </p:cNvPr>
              <p:cNvSpPr txBox="1"/>
              <p:nvPr/>
            </p:nvSpPr>
            <p:spPr>
              <a:xfrm>
                <a:off x="2340311" y="2968961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0.4 m</a:t>
                </a:r>
              </a:p>
            </p:txBody>
          </p:sp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DB97A482-A783-0ECF-E06C-875AB5208E7B}"/>
                  </a:ext>
                </a:extLst>
              </p:cNvPr>
              <p:cNvSpPr txBox="1"/>
              <p:nvPr/>
            </p:nvSpPr>
            <p:spPr>
              <a:xfrm>
                <a:off x="1032562" y="2949511"/>
                <a:ext cx="9910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0.25 m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A89C2A48-EDC7-35C8-1907-A51C50AE0A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85652" y="8100498"/>
                <a:ext cx="1073702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19E394-7D19-C7A8-9E67-66D967FB2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2596" y="6420611"/>
                <a:ext cx="0" cy="192441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94E275E7-90EC-FE1A-4ADB-6CA82D9C7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9354" y="779279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6527246-C461-80D1-CFDC-112A3657A17B}"/>
                  </a:ext>
                </a:extLst>
              </p:cNvPr>
              <p:cNvSpPr txBox="1"/>
              <p:nvPr/>
            </p:nvSpPr>
            <p:spPr>
              <a:xfrm>
                <a:off x="3684935" y="8044172"/>
                <a:ext cx="8906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/>
                <p:nvPr/>
              </p:nvSpPr>
              <p:spPr>
                <a:xfrm>
                  <a:off x="3580385" y="5870535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0385" y="5870535"/>
                  <a:ext cx="410280" cy="584775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Pfeil: gebogen 66">
              <a:extLst>
                <a:ext uri="{FF2B5EF4-FFF2-40B4-BE49-F238E27FC236}">
                  <a16:creationId xmlns:a16="http://schemas.microsoft.com/office/drawing/2014/main" id="{78C5BEFB-E02F-5D15-0F6A-62D58506EAE9}"/>
                </a:ext>
              </a:extLst>
            </p:cNvPr>
            <p:cNvSpPr/>
            <p:nvPr/>
          </p:nvSpPr>
          <p:spPr>
            <a:xfrm rot="10800000" flipH="1">
              <a:off x="3320662" y="61434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sp>
          <p:nvSpPr>
            <p:cNvPr id="68" name="Pfeil: nach oben 67">
              <a:extLst>
                <a:ext uri="{FF2B5EF4-FFF2-40B4-BE49-F238E27FC236}">
                  <a16:creationId xmlns:a16="http://schemas.microsoft.com/office/drawing/2014/main" id="{3C70C5E8-7A50-9FE4-1D48-E82B0003A6D8}"/>
                </a:ext>
              </a:extLst>
            </p:cNvPr>
            <p:cNvSpPr/>
            <p:nvPr/>
          </p:nvSpPr>
          <p:spPr>
            <a:xfrm>
              <a:off x="4342485" y="7211757"/>
              <a:ext cx="159614" cy="513496"/>
            </a:xfrm>
            <a:prstGeom prst="upArrow">
              <a:avLst>
                <a:gd name="adj1" fmla="val 26129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/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/>
                <p:nvPr/>
              </p:nvSpPr>
              <p:spPr>
                <a:xfrm>
                  <a:off x="3621439" y="383568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1439" y="3835686"/>
                  <a:ext cx="410280" cy="400110"/>
                </a:xfrm>
                <a:prstGeom prst="rect">
                  <a:avLst/>
                </a:prstGeom>
                <a:blipFill>
                  <a:blip r:embed="rId18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63535F82-BCE5-05E6-D77B-2185891E209C}"/>
                </a:ext>
              </a:extLst>
            </p:cNvPr>
            <p:cNvSpPr/>
            <p:nvPr/>
          </p:nvSpPr>
          <p:spPr>
            <a:xfrm rot="10800000" flipH="1">
              <a:off x="3309129" y="39012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501832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Rechteck 169">
            <a:extLst>
              <a:ext uri="{FF2B5EF4-FFF2-40B4-BE49-F238E27FC236}">
                <a16:creationId xmlns:a16="http://schemas.microsoft.com/office/drawing/2014/main" id="{E93A02FC-8496-B670-CD2C-9446E657C91B}"/>
              </a:ext>
            </a:extLst>
          </p:cNvPr>
          <p:cNvSpPr/>
          <p:nvPr/>
        </p:nvSpPr>
        <p:spPr>
          <a:xfrm rot="19447489" flipH="1">
            <a:off x="4718856" y="2641458"/>
            <a:ext cx="118635" cy="1314626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  <a:ln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9" name="Rechteck 168">
            <a:extLst>
              <a:ext uri="{FF2B5EF4-FFF2-40B4-BE49-F238E27FC236}">
                <a16:creationId xmlns:a16="http://schemas.microsoft.com/office/drawing/2014/main" id="{329A123D-CEDF-B2AF-00F2-F5D645189394}"/>
              </a:ext>
            </a:extLst>
          </p:cNvPr>
          <p:cNvSpPr/>
          <p:nvPr/>
        </p:nvSpPr>
        <p:spPr>
          <a:xfrm rot="2152511">
            <a:off x="5611142" y="2620496"/>
            <a:ext cx="118635" cy="1314626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Rechteck 126">
            <a:extLst>
              <a:ext uri="{FF2B5EF4-FFF2-40B4-BE49-F238E27FC236}">
                <a16:creationId xmlns:a16="http://schemas.microsoft.com/office/drawing/2014/main" id="{2997E124-D2CC-C2D3-1B45-EEA01F4188C9}"/>
              </a:ext>
            </a:extLst>
          </p:cNvPr>
          <p:cNvSpPr/>
          <p:nvPr/>
        </p:nvSpPr>
        <p:spPr>
          <a:xfrm>
            <a:off x="3876675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5" name="Kreis: nicht ausgefüllt 94">
            <a:extLst>
              <a:ext uri="{FF2B5EF4-FFF2-40B4-BE49-F238E27FC236}">
                <a16:creationId xmlns:a16="http://schemas.microsoft.com/office/drawing/2014/main" id="{8A3213FE-F572-FC9B-2A9F-C812B562EDF4}"/>
              </a:ext>
            </a:extLst>
          </p:cNvPr>
          <p:cNvSpPr/>
          <p:nvPr/>
        </p:nvSpPr>
        <p:spPr>
          <a:xfrm>
            <a:off x="915717" y="6268508"/>
            <a:ext cx="1910965" cy="212491"/>
          </a:xfrm>
          <a:prstGeom prst="donut">
            <a:avLst>
              <a:gd name="adj" fmla="val 2864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D6E21601-A57A-5494-1059-146A5FE5945B}"/>
              </a:ext>
            </a:extLst>
          </p:cNvPr>
          <p:cNvGrpSpPr/>
          <p:nvPr/>
        </p:nvGrpSpPr>
        <p:grpSpPr>
          <a:xfrm>
            <a:off x="3772464" y="2418777"/>
            <a:ext cx="2910830" cy="2910830"/>
            <a:chOff x="-60233" y="5230706"/>
            <a:chExt cx="6848475" cy="6848475"/>
          </a:xfrm>
        </p:grpSpPr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D01F29C1-375C-4015-BA1D-7EEC6D675147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E0744A26-5744-3005-474B-00FAE3361F04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198418F4-5B26-02F1-DEE3-15DEBF96AE03}"/>
                </a:ext>
              </a:extLst>
            </p:cNvPr>
            <p:cNvSpPr/>
            <p:nvPr/>
          </p:nvSpPr>
          <p:spPr>
            <a:xfrm>
              <a:off x="3192555" y="6968022"/>
              <a:ext cx="315525" cy="149025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7E35EE5F-7A2A-8F4C-11B3-07E2C3C6D2A5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Kreis: nicht ausgefüllt 45">
              <a:extLst>
                <a:ext uri="{FF2B5EF4-FFF2-40B4-BE49-F238E27FC236}">
                  <a16:creationId xmlns:a16="http://schemas.microsoft.com/office/drawing/2014/main" id="{11F859BE-CD7F-6664-24EE-1C83A1D2D9EB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76B9A34F-0F42-7154-02DC-2F6575184DD2}"/>
                </a:ext>
              </a:extLst>
            </p:cNvPr>
            <p:cNvSpPr/>
            <p:nvPr/>
          </p:nvSpPr>
          <p:spPr>
            <a:xfrm rot="4277537">
              <a:off x="4310046" y="5379165"/>
              <a:ext cx="315526" cy="191967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CDE698BE-B654-4320-4363-B4769F4B89DB}"/>
                </a:ext>
              </a:extLst>
            </p:cNvPr>
            <p:cNvSpPr/>
            <p:nvPr/>
          </p:nvSpPr>
          <p:spPr>
            <a:xfrm rot="17322463" flipH="1">
              <a:off x="2085834" y="5359832"/>
              <a:ext cx="315526" cy="1919678"/>
            </a:xfrm>
            <a:prstGeom prst="rect">
              <a:avLst/>
            </a:prstGeom>
            <a:pattFill prst="wd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Ellipse 47">
              <a:extLst>
                <a:ext uri="{FF2B5EF4-FFF2-40B4-BE49-F238E27FC236}">
                  <a16:creationId xmlns:a16="http://schemas.microsoft.com/office/drawing/2014/main" id="{5EE551C2-E488-5708-320A-670649F44A67}"/>
                </a:ext>
              </a:extLst>
            </p:cNvPr>
            <p:cNvSpPr/>
            <p:nvPr/>
          </p:nvSpPr>
          <p:spPr>
            <a:xfrm>
              <a:off x="3045517" y="6432288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1" name="Kreis: nicht ausgefüllt 60">
            <a:extLst>
              <a:ext uri="{FF2B5EF4-FFF2-40B4-BE49-F238E27FC236}">
                <a16:creationId xmlns:a16="http://schemas.microsoft.com/office/drawing/2014/main" id="{96BB3E9C-276C-7AF3-4803-2B51E4E457B7}"/>
              </a:ext>
            </a:extLst>
          </p:cNvPr>
          <p:cNvSpPr/>
          <p:nvPr/>
        </p:nvSpPr>
        <p:spPr>
          <a:xfrm>
            <a:off x="4280045" y="2099275"/>
            <a:ext cx="1874097" cy="1874097"/>
          </a:xfrm>
          <a:prstGeom prst="donut">
            <a:avLst>
              <a:gd name="adj" fmla="val 2692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0172B6C-EDEB-1C14-7378-602E53215FBF}"/>
              </a:ext>
            </a:extLst>
          </p:cNvPr>
          <p:cNvSpPr/>
          <p:nvPr/>
        </p:nvSpPr>
        <p:spPr>
          <a:xfrm>
            <a:off x="1501443" y="4114842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1C3B4BA-FF39-814E-24DA-F7DDBE7C31FC}"/>
              </a:ext>
            </a:extLst>
          </p:cNvPr>
          <p:cNvSpPr/>
          <p:nvPr/>
        </p:nvSpPr>
        <p:spPr>
          <a:xfrm>
            <a:off x="1659332" y="3880965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E24FF80-B0BE-24B5-C232-D7C5FDCBD500}"/>
              </a:ext>
            </a:extLst>
          </p:cNvPr>
          <p:cNvSpPr/>
          <p:nvPr/>
        </p:nvSpPr>
        <p:spPr>
          <a:xfrm>
            <a:off x="1659332" y="3080995"/>
            <a:ext cx="134109" cy="6334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6FD7654D-6B40-7CC3-A63B-F25BB4C2F518}"/>
              </a:ext>
            </a:extLst>
          </p:cNvPr>
          <p:cNvSpPr/>
          <p:nvPr/>
        </p:nvSpPr>
        <p:spPr>
          <a:xfrm>
            <a:off x="1602654" y="3667867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Kreis: nicht ausgefüllt 8">
            <a:extLst>
              <a:ext uri="{FF2B5EF4-FFF2-40B4-BE49-F238E27FC236}">
                <a16:creationId xmlns:a16="http://schemas.microsoft.com/office/drawing/2014/main" id="{D1A98818-CB39-00A8-4D73-B96EFB60A61F}"/>
              </a:ext>
            </a:extLst>
          </p:cNvPr>
          <p:cNvSpPr/>
          <p:nvPr/>
        </p:nvSpPr>
        <p:spPr>
          <a:xfrm>
            <a:off x="276789" y="2342578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A59DCF6-BB57-4104-3FF7-2DBF8ED28245}"/>
              </a:ext>
            </a:extLst>
          </p:cNvPr>
          <p:cNvSpPr/>
          <p:nvPr/>
        </p:nvSpPr>
        <p:spPr>
          <a:xfrm>
            <a:off x="1659332" y="2078543"/>
            <a:ext cx="134109" cy="8159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3BE67E0C-DCF5-B9C7-907A-58EDF042FC0C}"/>
              </a:ext>
            </a:extLst>
          </p:cNvPr>
          <p:cNvSpPr/>
          <p:nvPr/>
        </p:nvSpPr>
        <p:spPr>
          <a:xfrm>
            <a:off x="1596836" y="285329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D02E4AB8-0A78-FBF5-8706-0776D18F3DB8}"/>
              </a:ext>
            </a:extLst>
          </p:cNvPr>
          <p:cNvGrpSpPr/>
          <p:nvPr/>
        </p:nvGrpSpPr>
        <p:grpSpPr>
          <a:xfrm rot="900000">
            <a:off x="1697037" y="3790621"/>
            <a:ext cx="1440188" cy="379146"/>
            <a:chOff x="1721420" y="3596663"/>
            <a:chExt cx="1442192" cy="379146"/>
          </a:xfrm>
        </p:grpSpPr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A912CEC5-1423-7465-16D6-0FF3A59628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1420" y="3797168"/>
              <a:ext cx="14421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EA4E3043-A0FA-2137-2C5D-05499BB5B198}"/>
                </a:ext>
              </a:extLst>
            </p:cNvPr>
            <p:cNvCxnSpPr>
              <a:cxnSpLocks/>
            </p:cNvCxnSpPr>
            <p:nvPr/>
          </p:nvCxnSpPr>
          <p:spPr>
            <a:xfrm>
              <a:off x="3157583" y="3648866"/>
              <a:ext cx="0" cy="326943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A88E6AAF-D8F2-549A-894D-22A2B78B8DD5}"/>
                </a:ext>
              </a:extLst>
            </p:cNvPr>
            <p:cNvCxnSpPr>
              <a:cxnSpLocks/>
            </p:cNvCxnSpPr>
            <p:nvPr/>
          </p:nvCxnSpPr>
          <p:spPr>
            <a:xfrm>
              <a:off x="1721420" y="3596663"/>
              <a:ext cx="0" cy="37914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feld 20">
            <a:extLst>
              <a:ext uri="{FF2B5EF4-FFF2-40B4-BE49-F238E27FC236}">
                <a16:creationId xmlns:a16="http://schemas.microsoft.com/office/drawing/2014/main" id="{E454CE33-3B82-0498-7513-D1C9DE37DB32}"/>
              </a:ext>
            </a:extLst>
          </p:cNvPr>
          <p:cNvSpPr txBox="1"/>
          <p:nvPr/>
        </p:nvSpPr>
        <p:spPr>
          <a:xfrm>
            <a:off x="2376937" y="3714404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0" name="Kreis: nicht ausgefüllt 49">
            <a:extLst>
              <a:ext uri="{FF2B5EF4-FFF2-40B4-BE49-F238E27FC236}">
                <a16:creationId xmlns:a16="http://schemas.microsoft.com/office/drawing/2014/main" id="{96805F6D-2615-0E9A-1E5D-EC539635625F}"/>
              </a:ext>
            </a:extLst>
          </p:cNvPr>
          <p:cNvSpPr/>
          <p:nvPr/>
        </p:nvSpPr>
        <p:spPr>
          <a:xfrm>
            <a:off x="778343" y="2023076"/>
            <a:ext cx="1874097" cy="1874097"/>
          </a:xfrm>
          <a:prstGeom prst="donut">
            <a:avLst>
              <a:gd name="adj" fmla="val 2692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C811964F-8D3D-300C-407B-31667CA0EDD8}"/>
              </a:ext>
            </a:extLst>
          </p:cNvPr>
          <p:cNvGrpSpPr/>
          <p:nvPr/>
        </p:nvGrpSpPr>
        <p:grpSpPr>
          <a:xfrm rot="900000">
            <a:off x="1706538" y="2922671"/>
            <a:ext cx="882543" cy="379146"/>
            <a:chOff x="1721420" y="3596663"/>
            <a:chExt cx="1442192" cy="379146"/>
          </a:xfrm>
        </p:grpSpPr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57B1E8EC-F7F4-A2CF-BA0E-9D4F11E1A2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1420" y="3797168"/>
              <a:ext cx="14421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8B95C89A-4526-CCC4-B4E1-58C8A7DEDA12}"/>
                </a:ext>
              </a:extLst>
            </p:cNvPr>
            <p:cNvCxnSpPr>
              <a:cxnSpLocks/>
            </p:cNvCxnSpPr>
            <p:nvPr/>
          </p:nvCxnSpPr>
          <p:spPr>
            <a:xfrm>
              <a:off x="3157583" y="3648866"/>
              <a:ext cx="0" cy="326943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4B482D74-D3B4-F750-0BE5-1DDEFA61FF11}"/>
                </a:ext>
              </a:extLst>
            </p:cNvPr>
            <p:cNvCxnSpPr>
              <a:cxnSpLocks/>
            </p:cNvCxnSpPr>
            <p:nvPr/>
          </p:nvCxnSpPr>
          <p:spPr>
            <a:xfrm>
              <a:off x="1721420" y="3596663"/>
              <a:ext cx="0" cy="37914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56051F9C-EEBF-D64A-0C30-C7774D23A608}"/>
                  </a:ext>
                </a:extLst>
              </p:cNvPr>
              <p:cNvSpPr txBox="1"/>
              <p:nvPr/>
            </p:nvSpPr>
            <p:spPr>
              <a:xfrm>
                <a:off x="1965482" y="2822031"/>
                <a:ext cx="3884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56051F9C-EEBF-D64A-0C30-C7774D23A6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5482" y="2822031"/>
                <a:ext cx="38844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Textfeld 65">
            <a:extLst>
              <a:ext uri="{FF2B5EF4-FFF2-40B4-BE49-F238E27FC236}">
                <a16:creationId xmlns:a16="http://schemas.microsoft.com/office/drawing/2014/main" id="{42CF5C15-3330-F50C-6765-970FF031C13B}"/>
              </a:ext>
            </a:extLst>
          </p:cNvPr>
          <p:cNvSpPr txBox="1"/>
          <p:nvPr/>
        </p:nvSpPr>
        <p:spPr>
          <a:xfrm>
            <a:off x="5368655" y="3026788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B80FD796-E54B-90DA-E790-8936F4C3B8A5}"/>
                  </a:ext>
                </a:extLst>
              </p:cNvPr>
              <p:cNvSpPr txBox="1"/>
              <p:nvPr/>
            </p:nvSpPr>
            <p:spPr>
              <a:xfrm>
                <a:off x="5273932" y="2472265"/>
                <a:ext cx="41028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400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de-DE" sz="1400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B80FD796-E54B-90DA-E790-8936F4C3B8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32" y="2472265"/>
                <a:ext cx="410280" cy="400110"/>
              </a:xfrm>
              <a:prstGeom prst="rect">
                <a:avLst/>
              </a:prstGeom>
              <a:blipFill>
                <a:blip r:embed="rId3"/>
                <a:stretch>
                  <a:fillRect r="-119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Pfeil: gebogen 67">
            <a:extLst>
              <a:ext uri="{FF2B5EF4-FFF2-40B4-BE49-F238E27FC236}">
                <a16:creationId xmlns:a16="http://schemas.microsoft.com/office/drawing/2014/main" id="{96EE1D96-5DCF-0604-C3D8-0D291722FEAC}"/>
              </a:ext>
            </a:extLst>
          </p:cNvPr>
          <p:cNvSpPr/>
          <p:nvPr/>
        </p:nvSpPr>
        <p:spPr>
          <a:xfrm rot="20304312" flipH="1">
            <a:off x="4962843" y="2805699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441E206E-7A07-DA3C-BCD3-B381D5E50133}"/>
                  </a:ext>
                </a:extLst>
              </p:cNvPr>
              <p:cNvSpPr txBox="1"/>
              <p:nvPr/>
            </p:nvSpPr>
            <p:spPr>
              <a:xfrm>
                <a:off x="4747954" y="2464476"/>
                <a:ext cx="41028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1400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441E206E-7A07-DA3C-BCD3-B381D5E50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954" y="2464476"/>
                <a:ext cx="410280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F0D74BC9-7543-3D50-143A-09D5F1D186A2}"/>
              </a:ext>
            </a:extLst>
          </p:cNvPr>
          <p:cNvCxnSpPr>
            <a:cxnSpLocks/>
            <a:stCxn id="46" idx="0"/>
            <a:endCxn id="48" idx="0"/>
          </p:cNvCxnSpPr>
          <p:nvPr/>
        </p:nvCxnSpPr>
        <p:spPr>
          <a:xfrm flipH="1">
            <a:off x="5222061" y="2418777"/>
            <a:ext cx="5818" cy="510712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Halbbogen 74">
            <a:extLst>
              <a:ext uri="{FF2B5EF4-FFF2-40B4-BE49-F238E27FC236}">
                <a16:creationId xmlns:a16="http://schemas.microsoft.com/office/drawing/2014/main" id="{A87049D7-3010-EEC8-401E-967D1885C80E}"/>
              </a:ext>
            </a:extLst>
          </p:cNvPr>
          <p:cNvSpPr/>
          <p:nvPr/>
        </p:nvSpPr>
        <p:spPr>
          <a:xfrm rot="11163210" flipH="1" flipV="1">
            <a:off x="482046" y="5795124"/>
            <a:ext cx="2194312" cy="3139979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Kreis: nicht ausgefüllt 75">
            <a:extLst>
              <a:ext uri="{FF2B5EF4-FFF2-40B4-BE49-F238E27FC236}">
                <a16:creationId xmlns:a16="http://schemas.microsoft.com/office/drawing/2014/main" id="{99BCE46F-AB3C-7300-8813-2B6E91A3130B}"/>
              </a:ext>
            </a:extLst>
          </p:cNvPr>
          <p:cNvSpPr/>
          <p:nvPr/>
        </p:nvSpPr>
        <p:spPr>
          <a:xfrm>
            <a:off x="599066" y="5844264"/>
            <a:ext cx="2588553" cy="258855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7" name="Stern: 6 Zacken 76">
            <a:extLst>
              <a:ext uri="{FF2B5EF4-FFF2-40B4-BE49-F238E27FC236}">
                <a16:creationId xmlns:a16="http://schemas.microsoft.com/office/drawing/2014/main" id="{7418235B-9F6C-0AC4-F35E-CFA68279AF4D}"/>
              </a:ext>
            </a:extLst>
          </p:cNvPr>
          <p:cNvSpPr/>
          <p:nvPr/>
        </p:nvSpPr>
        <p:spPr>
          <a:xfrm rot="227872">
            <a:off x="2316735" y="619396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Zylinder 77">
            <a:extLst>
              <a:ext uri="{FF2B5EF4-FFF2-40B4-BE49-F238E27FC236}">
                <a16:creationId xmlns:a16="http://schemas.microsoft.com/office/drawing/2014/main" id="{5FB8FCA4-A55A-3AFD-A043-9404B1870C46}"/>
              </a:ext>
            </a:extLst>
          </p:cNvPr>
          <p:cNvSpPr/>
          <p:nvPr/>
        </p:nvSpPr>
        <p:spPr>
          <a:xfrm>
            <a:off x="1528736" y="7557413"/>
            <a:ext cx="729213" cy="483968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9" name="Zylinder 78">
            <a:extLst>
              <a:ext uri="{FF2B5EF4-FFF2-40B4-BE49-F238E27FC236}">
                <a16:creationId xmlns:a16="http://schemas.microsoft.com/office/drawing/2014/main" id="{3B4896B6-525A-FECE-5295-74E15069D462}"/>
              </a:ext>
            </a:extLst>
          </p:cNvPr>
          <p:cNvSpPr/>
          <p:nvPr/>
        </p:nvSpPr>
        <p:spPr>
          <a:xfrm>
            <a:off x="1800204" y="7138541"/>
            <a:ext cx="186278" cy="485868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0" name="Zylinder 79">
            <a:extLst>
              <a:ext uri="{FF2B5EF4-FFF2-40B4-BE49-F238E27FC236}">
                <a16:creationId xmlns:a16="http://schemas.microsoft.com/office/drawing/2014/main" id="{6583EF63-3D12-1107-3496-7BBB38502BA9}"/>
              </a:ext>
            </a:extLst>
          </p:cNvPr>
          <p:cNvSpPr/>
          <p:nvPr/>
        </p:nvSpPr>
        <p:spPr>
          <a:xfrm rot="16200000">
            <a:off x="1794795" y="6853761"/>
            <a:ext cx="186278" cy="485868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1" name="Kreis: nicht ausgefüllt 80">
            <a:extLst>
              <a:ext uri="{FF2B5EF4-FFF2-40B4-BE49-F238E27FC236}">
                <a16:creationId xmlns:a16="http://schemas.microsoft.com/office/drawing/2014/main" id="{6EB8249B-7406-B5F5-6F8C-E352BEDE619E}"/>
              </a:ext>
            </a:extLst>
          </p:cNvPr>
          <p:cNvSpPr/>
          <p:nvPr/>
        </p:nvSpPr>
        <p:spPr>
          <a:xfrm>
            <a:off x="599065" y="6814593"/>
            <a:ext cx="2583379" cy="452107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2" name="Würfel 81">
            <a:extLst>
              <a:ext uri="{FF2B5EF4-FFF2-40B4-BE49-F238E27FC236}">
                <a16:creationId xmlns:a16="http://schemas.microsoft.com/office/drawing/2014/main" id="{A7E2E8E7-5199-AA05-724C-77A9B116B770}"/>
              </a:ext>
            </a:extLst>
          </p:cNvPr>
          <p:cNvSpPr/>
          <p:nvPr/>
        </p:nvSpPr>
        <p:spPr>
          <a:xfrm flipH="1">
            <a:off x="1790759" y="5872321"/>
            <a:ext cx="229330" cy="1175944"/>
          </a:xfrm>
          <a:prstGeom prst="cube">
            <a:avLst>
              <a:gd name="adj" fmla="val 17858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379EF47B-EA6A-1E22-9D8C-8DFD978D5302}"/>
              </a:ext>
            </a:extLst>
          </p:cNvPr>
          <p:cNvGrpSpPr/>
          <p:nvPr/>
        </p:nvGrpSpPr>
        <p:grpSpPr>
          <a:xfrm>
            <a:off x="1750267" y="6417438"/>
            <a:ext cx="326303" cy="61293"/>
            <a:chOff x="1672508" y="7200899"/>
            <a:chExt cx="326303" cy="61293"/>
          </a:xfrm>
        </p:grpSpPr>
        <p:sp>
          <p:nvSpPr>
            <p:cNvPr id="99" name="Rechteck 98">
              <a:extLst>
                <a:ext uri="{FF2B5EF4-FFF2-40B4-BE49-F238E27FC236}">
                  <a16:creationId xmlns:a16="http://schemas.microsoft.com/office/drawing/2014/main" id="{C382E6F7-C039-50AE-150C-5EE7F45FAE34}"/>
                </a:ext>
              </a:extLst>
            </p:cNvPr>
            <p:cNvSpPr/>
            <p:nvPr/>
          </p:nvSpPr>
          <p:spPr>
            <a:xfrm>
              <a:off x="1682436" y="7200899"/>
              <a:ext cx="290457" cy="612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7" name="Gerader Verbinder 96">
              <a:extLst>
                <a:ext uri="{FF2B5EF4-FFF2-40B4-BE49-F238E27FC236}">
                  <a16:creationId xmlns:a16="http://schemas.microsoft.com/office/drawing/2014/main" id="{A44D37B5-DBE3-9D90-D82F-03E75CFDA3C2}"/>
                </a:ext>
              </a:extLst>
            </p:cNvPr>
            <p:cNvCxnSpPr/>
            <p:nvPr/>
          </p:nvCxnSpPr>
          <p:spPr>
            <a:xfrm>
              <a:off x="1672508" y="7203280"/>
              <a:ext cx="32059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Gerader Verbinder 97">
              <a:extLst>
                <a:ext uri="{FF2B5EF4-FFF2-40B4-BE49-F238E27FC236}">
                  <a16:creationId xmlns:a16="http://schemas.microsoft.com/office/drawing/2014/main" id="{2AB01BDB-7D7D-251B-7D29-42BEDE03360D}"/>
                </a:ext>
              </a:extLst>
            </p:cNvPr>
            <p:cNvCxnSpPr/>
            <p:nvPr/>
          </p:nvCxnSpPr>
          <p:spPr>
            <a:xfrm>
              <a:off x="1678213" y="7262079"/>
              <a:ext cx="32059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2FBBB546-EAEE-7D1C-FB87-08A84EB1ADFD}"/>
              </a:ext>
            </a:extLst>
          </p:cNvPr>
          <p:cNvGrpSpPr/>
          <p:nvPr/>
        </p:nvGrpSpPr>
        <p:grpSpPr>
          <a:xfrm rot="21088293">
            <a:off x="2307764" y="6404917"/>
            <a:ext cx="279618" cy="66525"/>
            <a:chOff x="1535064" y="7193970"/>
            <a:chExt cx="462865" cy="76314"/>
          </a:xfrm>
        </p:grpSpPr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73BF76DA-0AC6-6F67-99F1-E0BF5004B199}"/>
                </a:ext>
              </a:extLst>
            </p:cNvPr>
            <p:cNvSpPr/>
            <p:nvPr/>
          </p:nvSpPr>
          <p:spPr>
            <a:xfrm>
              <a:off x="1682436" y="7200899"/>
              <a:ext cx="290457" cy="612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6EAB9F40-507C-227E-680B-A2A6E649B3C0}"/>
                </a:ext>
              </a:extLst>
            </p:cNvPr>
            <p:cNvCxnSpPr>
              <a:cxnSpLocks/>
            </p:cNvCxnSpPr>
            <p:nvPr/>
          </p:nvCxnSpPr>
          <p:spPr>
            <a:xfrm rot="511707" flipV="1">
              <a:off x="1611647" y="7193985"/>
              <a:ext cx="358257" cy="111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103">
              <a:extLst>
                <a:ext uri="{FF2B5EF4-FFF2-40B4-BE49-F238E27FC236}">
                  <a16:creationId xmlns:a16="http://schemas.microsoft.com/office/drawing/2014/main" id="{A0E65FF3-AF3F-1B4D-2690-463D948EBCF5}"/>
                </a:ext>
              </a:extLst>
            </p:cNvPr>
            <p:cNvCxnSpPr>
              <a:cxnSpLocks/>
            </p:cNvCxnSpPr>
            <p:nvPr/>
          </p:nvCxnSpPr>
          <p:spPr>
            <a:xfrm rot="511707" flipV="1">
              <a:off x="1535064" y="7238118"/>
              <a:ext cx="462865" cy="321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uppieren 107">
            <a:extLst>
              <a:ext uri="{FF2B5EF4-FFF2-40B4-BE49-F238E27FC236}">
                <a16:creationId xmlns:a16="http://schemas.microsoft.com/office/drawing/2014/main" id="{ADF1DA2A-6602-5983-E869-BAADB98C03DA}"/>
              </a:ext>
            </a:extLst>
          </p:cNvPr>
          <p:cNvGrpSpPr/>
          <p:nvPr/>
        </p:nvGrpSpPr>
        <p:grpSpPr>
          <a:xfrm>
            <a:off x="3619891" y="5592850"/>
            <a:ext cx="2910830" cy="2910830"/>
            <a:chOff x="-60233" y="5230706"/>
            <a:chExt cx="6848475" cy="6848475"/>
          </a:xfrm>
        </p:grpSpPr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F941617A-23FC-6034-DC49-1E609A306C7E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8FB45004-3D04-ED75-0D9E-3F0C080D8EEB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Rechteck 110">
              <a:extLst>
                <a:ext uri="{FF2B5EF4-FFF2-40B4-BE49-F238E27FC236}">
                  <a16:creationId xmlns:a16="http://schemas.microsoft.com/office/drawing/2014/main" id="{10F59D8D-12A8-D2EB-9AA7-8162C5BB60A3}"/>
                </a:ext>
              </a:extLst>
            </p:cNvPr>
            <p:cNvSpPr/>
            <p:nvPr/>
          </p:nvSpPr>
          <p:spPr>
            <a:xfrm rot="1944534">
              <a:off x="4192241" y="5571456"/>
              <a:ext cx="279119" cy="309299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2" name="Ellipse 111">
              <a:extLst>
                <a:ext uri="{FF2B5EF4-FFF2-40B4-BE49-F238E27FC236}">
                  <a16:creationId xmlns:a16="http://schemas.microsoft.com/office/drawing/2014/main" id="{A1978827-2302-5FC8-6CB1-9EC114E12E3B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Kreis: nicht ausgefüllt 112">
              <a:extLst>
                <a:ext uri="{FF2B5EF4-FFF2-40B4-BE49-F238E27FC236}">
                  <a16:creationId xmlns:a16="http://schemas.microsoft.com/office/drawing/2014/main" id="{A8B4DB0C-5783-8BDE-B438-B921A88DC5D7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30" name="Pfeil: gebogen 129">
            <a:extLst>
              <a:ext uri="{FF2B5EF4-FFF2-40B4-BE49-F238E27FC236}">
                <a16:creationId xmlns:a16="http://schemas.microsoft.com/office/drawing/2014/main" id="{FA176C8C-F4FD-130B-23BD-53BB43C4CC23}"/>
              </a:ext>
            </a:extLst>
          </p:cNvPr>
          <p:cNvSpPr/>
          <p:nvPr/>
        </p:nvSpPr>
        <p:spPr>
          <a:xfrm rot="20304312" flipH="1">
            <a:off x="4811384" y="67872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sp>
        <p:nvSpPr>
          <p:cNvPr id="132" name="Pfeil: gebogen 131">
            <a:extLst>
              <a:ext uri="{FF2B5EF4-FFF2-40B4-BE49-F238E27FC236}">
                <a16:creationId xmlns:a16="http://schemas.microsoft.com/office/drawing/2014/main" id="{F966A198-1799-FCC5-4C94-F1C27E172E18}"/>
              </a:ext>
            </a:extLst>
          </p:cNvPr>
          <p:cNvSpPr/>
          <p:nvPr/>
        </p:nvSpPr>
        <p:spPr>
          <a:xfrm rot="20304312" flipH="1">
            <a:off x="1476485" y="27386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92E5DF41-080D-6819-4638-6B02CA514D4A}"/>
              </a:ext>
            </a:extLst>
          </p:cNvPr>
          <p:cNvSpPr/>
          <p:nvPr/>
        </p:nvSpPr>
        <p:spPr>
          <a:xfrm>
            <a:off x="665254" y="9559235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42" name="Gruppieren 141">
            <a:extLst>
              <a:ext uri="{FF2B5EF4-FFF2-40B4-BE49-F238E27FC236}">
                <a16:creationId xmlns:a16="http://schemas.microsoft.com/office/drawing/2014/main" id="{619E8D5C-EAEA-96DE-0322-DEFD08FEB191}"/>
              </a:ext>
            </a:extLst>
          </p:cNvPr>
          <p:cNvGrpSpPr/>
          <p:nvPr/>
        </p:nvGrpSpPr>
        <p:grpSpPr>
          <a:xfrm>
            <a:off x="408470" y="8903117"/>
            <a:ext cx="2910830" cy="2910830"/>
            <a:chOff x="-60233" y="5230706"/>
            <a:chExt cx="6848475" cy="6848475"/>
          </a:xfrm>
        </p:grpSpPr>
        <p:sp>
          <p:nvSpPr>
            <p:cNvPr id="149" name="Rechteck 148">
              <a:extLst>
                <a:ext uri="{FF2B5EF4-FFF2-40B4-BE49-F238E27FC236}">
                  <a16:creationId xmlns:a16="http://schemas.microsoft.com/office/drawing/2014/main" id="{76E8AED8-1556-D871-00D7-DCE4DB7E3B3B}"/>
                </a:ext>
              </a:extLst>
            </p:cNvPr>
            <p:cNvSpPr/>
            <p:nvPr/>
          </p:nvSpPr>
          <p:spPr>
            <a:xfrm rot="18202461" flipH="1">
              <a:off x="1754952" y="6122198"/>
              <a:ext cx="279119" cy="3092995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hteck 142">
              <a:extLst>
                <a:ext uri="{FF2B5EF4-FFF2-40B4-BE49-F238E27FC236}">
                  <a16:creationId xmlns:a16="http://schemas.microsoft.com/office/drawing/2014/main" id="{A8E460E8-0627-896B-DA2F-E99C28F49F98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hteck 143">
              <a:extLst>
                <a:ext uri="{FF2B5EF4-FFF2-40B4-BE49-F238E27FC236}">
                  <a16:creationId xmlns:a16="http://schemas.microsoft.com/office/drawing/2014/main" id="{04B267C7-D27F-43A7-B0C8-C11E7956C86E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hteck 144">
              <a:extLst>
                <a:ext uri="{FF2B5EF4-FFF2-40B4-BE49-F238E27FC236}">
                  <a16:creationId xmlns:a16="http://schemas.microsoft.com/office/drawing/2014/main" id="{6D41D175-290B-40CA-4B3B-C879AEB3D7FC}"/>
                </a:ext>
              </a:extLst>
            </p:cNvPr>
            <p:cNvSpPr/>
            <p:nvPr/>
          </p:nvSpPr>
          <p:spPr>
            <a:xfrm rot="3397539">
              <a:off x="4694992" y="6074887"/>
              <a:ext cx="279119" cy="3092995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Ellipse 145">
              <a:extLst>
                <a:ext uri="{FF2B5EF4-FFF2-40B4-BE49-F238E27FC236}">
                  <a16:creationId xmlns:a16="http://schemas.microsoft.com/office/drawing/2014/main" id="{C22B639F-962A-4AAB-59B6-116477944D93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Kreis: nicht ausgefüllt 146">
              <a:extLst>
                <a:ext uri="{FF2B5EF4-FFF2-40B4-BE49-F238E27FC236}">
                  <a16:creationId xmlns:a16="http://schemas.microsoft.com/office/drawing/2014/main" id="{8680385D-55A6-1582-4681-7488358768E0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48" name="Pfeil: gebogen 147">
            <a:extLst>
              <a:ext uri="{FF2B5EF4-FFF2-40B4-BE49-F238E27FC236}">
                <a16:creationId xmlns:a16="http://schemas.microsoft.com/office/drawing/2014/main" id="{C308CC32-AADA-9990-9672-10785849B085}"/>
              </a:ext>
            </a:extLst>
          </p:cNvPr>
          <p:cNvSpPr/>
          <p:nvPr/>
        </p:nvSpPr>
        <p:spPr>
          <a:xfrm rot="20304312" flipH="1">
            <a:off x="1599399" y="10104220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58B3FAA2-B3C7-DD0C-9208-4F10695CDE85}"/>
                  </a:ext>
                </a:extLst>
              </p:cNvPr>
              <p:cNvSpPr txBox="1"/>
              <p:nvPr/>
            </p:nvSpPr>
            <p:spPr>
              <a:xfrm>
                <a:off x="2393328" y="9939344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58B3FAA2-B3C7-DD0C-9208-4F10695CD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3328" y="9939344"/>
                <a:ext cx="410280" cy="646267"/>
              </a:xfrm>
              <a:prstGeom prst="rect">
                <a:avLst/>
              </a:prstGeom>
              <a:blipFill>
                <a:blip r:embed="rId5"/>
                <a:stretch>
                  <a:fillRect r="-895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5584AE43-43F8-F705-0C34-A065E17AEE5B}"/>
                  </a:ext>
                </a:extLst>
              </p:cNvPr>
              <p:cNvSpPr txBox="1"/>
              <p:nvPr/>
            </p:nvSpPr>
            <p:spPr>
              <a:xfrm>
                <a:off x="510437" y="10007230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𝐼𝐼𝐼</m:t>
                          </m:r>
                        </m:sub>
                      </m:sSub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𝐼𝑉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5584AE43-43F8-F705-0C34-A065E17AEE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437" y="10007230"/>
                <a:ext cx="410280" cy="646267"/>
              </a:xfrm>
              <a:prstGeom prst="rect">
                <a:avLst/>
              </a:prstGeom>
              <a:blipFill>
                <a:blip r:embed="rId6"/>
                <a:stretch>
                  <a:fillRect r="-1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11094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Halbbogen 58">
            <a:extLst>
              <a:ext uri="{FF2B5EF4-FFF2-40B4-BE49-F238E27FC236}">
                <a16:creationId xmlns:a16="http://schemas.microsoft.com/office/drawing/2014/main" id="{3C27A718-C46C-F7AB-9F2E-0669FDCAD86E}"/>
              </a:ext>
            </a:extLst>
          </p:cNvPr>
          <p:cNvSpPr/>
          <p:nvPr/>
        </p:nvSpPr>
        <p:spPr>
          <a:xfrm rot="11163210" flipH="1" flipV="1">
            <a:off x="960080" y="2581452"/>
            <a:ext cx="3799364" cy="5436748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Kreis: nicht ausgefüllt 10">
            <a:extLst>
              <a:ext uri="{FF2B5EF4-FFF2-40B4-BE49-F238E27FC236}">
                <a16:creationId xmlns:a16="http://schemas.microsoft.com/office/drawing/2014/main" id="{13640E3B-FFA5-B7F1-EA8D-BF794177AEA5}"/>
              </a:ext>
            </a:extLst>
          </p:cNvPr>
          <p:cNvSpPr/>
          <p:nvPr/>
        </p:nvSpPr>
        <p:spPr>
          <a:xfrm>
            <a:off x="1236707" y="2696044"/>
            <a:ext cx="4384583" cy="438458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Stern: 6 Zacken 21">
            <a:extLst>
              <a:ext uri="{FF2B5EF4-FFF2-40B4-BE49-F238E27FC236}">
                <a16:creationId xmlns:a16="http://schemas.microsoft.com/office/drawing/2014/main" id="{7F97990E-759E-3E27-79A6-91DB2BBF683C}"/>
              </a:ext>
            </a:extLst>
          </p:cNvPr>
          <p:cNvSpPr/>
          <p:nvPr/>
        </p:nvSpPr>
        <p:spPr>
          <a:xfrm rot="227872">
            <a:off x="4146156" y="3288380"/>
            <a:ext cx="322937" cy="322937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Zylinder 23">
            <a:extLst>
              <a:ext uri="{FF2B5EF4-FFF2-40B4-BE49-F238E27FC236}">
                <a16:creationId xmlns:a16="http://schemas.microsoft.com/office/drawing/2014/main" id="{49901D90-2454-17E5-8F72-9D5CA3B0AC9B}"/>
              </a:ext>
            </a:extLst>
          </p:cNvPr>
          <p:cNvSpPr/>
          <p:nvPr/>
        </p:nvSpPr>
        <p:spPr>
          <a:xfrm>
            <a:off x="2811416" y="5597836"/>
            <a:ext cx="1235167" cy="819762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Zylinder 24">
            <a:extLst>
              <a:ext uri="{FF2B5EF4-FFF2-40B4-BE49-F238E27FC236}">
                <a16:creationId xmlns:a16="http://schemas.microsoft.com/office/drawing/2014/main" id="{D795926F-A4E4-AEEB-8849-3FD91CC3ED88}"/>
              </a:ext>
            </a:extLst>
          </p:cNvPr>
          <p:cNvSpPr/>
          <p:nvPr/>
        </p:nvSpPr>
        <p:spPr>
          <a:xfrm>
            <a:off x="3271237" y="4888336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6" name="Zylinder 25">
            <a:extLst>
              <a:ext uri="{FF2B5EF4-FFF2-40B4-BE49-F238E27FC236}">
                <a16:creationId xmlns:a16="http://schemas.microsoft.com/office/drawing/2014/main" id="{6B436E16-41BE-07D6-4405-140C4E4B3B32}"/>
              </a:ext>
            </a:extLst>
          </p:cNvPr>
          <p:cNvSpPr/>
          <p:nvPr/>
        </p:nvSpPr>
        <p:spPr>
          <a:xfrm rot="16200000">
            <a:off x="3262075" y="4405966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9" name="Kreis: nicht ausgefüllt 18">
            <a:extLst>
              <a:ext uri="{FF2B5EF4-FFF2-40B4-BE49-F238E27FC236}">
                <a16:creationId xmlns:a16="http://schemas.microsoft.com/office/drawing/2014/main" id="{1E10CCA1-7CA2-2C72-4A7C-1CE60F562C58}"/>
              </a:ext>
            </a:extLst>
          </p:cNvPr>
          <p:cNvSpPr/>
          <p:nvPr/>
        </p:nvSpPr>
        <p:spPr>
          <a:xfrm>
            <a:off x="1236706" y="4339622"/>
            <a:ext cx="4375819" cy="765794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Würfel 26">
            <a:extLst>
              <a:ext uri="{FF2B5EF4-FFF2-40B4-BE49-F238E27FC236}">
                <a16:creationId xmlns:a16="http://schemas.microsoft.com/office/drawing/2014/main" id="{8969DD0F-BE95-7E59-5E8C-2C9CFB073CCD}"/>
              </a:ext>
            </a:extLst>
          </p:cNvPr>
          <p:cNvSpPr/>
          <p:nvPr/>
        </p:nvSpPr>
        <p:spPr>
          <a:xfrm flipH="1">
            <a:off x="3255239" y="3385334"/>
            <a:ext cx="388447" cy="1350087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Zylinder 27">
            <a:extLst>
              <a:ext uri="{FF2B5EF4-FFF2-40B4-BE49-F238E27FC236}">
                <a16:creationId xmlns:a16="http://schemas.microsoft.com/office/drawing/2014/main" id="{724321DA-DA6A-7E20-3471-0E6F7AA446F2}"/>
              </a:ext>
            </a:extLst>
          </p:cNvPr>
          <p:cNvSpPr/>
          <p:nvPr/>
        </p:nvSpPr>
        <p:spPr>
          <a:xfrm rot="16200000">
            <a:off x="3262075" y="2880595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Würfel 28">
            <a:extLst>
              <a:ext uri="{FF2B5EF4-FFF2-40B4-BE49-F238E27FC236}">
                <a16:creationId xmlns:a16="http://schemas.microsoft.com/office/drawing/2014/main" id="{6319DB3E-3B58-9376-A3CF-50EE9C58EA49}"/>
              </a:ext>
            </a:extLst>
          </p:cNvPr>
          <p:cNvSpPr/>
          <p:nvPr/>
        </p:nvSpPr>
        <p:spPr>
          <a:xfrm flipH="1">
            <a:off x="3255239" y="1857236"/>
            <a:ext cx="388447" cy="1352813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A47D9419-BDDD-B25E-9E41-179FF5F5EED6}"/>
              </a:ext>
            </a:extLst>
          </p:cNvPr>
          <p:cNvCxnSpPr>
            <a:cxnSpLocks/>
          </p:cNvCxnSpPr>
          <p:nvPr/>
        </p:nvCxnSpPr>
        <p:spPr>
          <a:xfrm flipV="1">
            <a:off x="3463187" y="3449848"/>
            <a:ext cx="858442" cy="1373974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60AC4D86-F833-7D77-C1AA-F452809E553A}"/>
              </a:ext>
            </a:extLst>
          </p:cNvPr>
          <p:cNvCxnSpPr>
            <a:cxnSpLocks/>
            <a:endCxn id="19" idx="2"/>
          </p:cNvCxnSpPr>
          <p:nvPr/>
        </p:nvCxnSpPr>
        <p:spPr>
          <a:xfrm flipH="1" flipV="1">
            <a:off x="1236706" y="4722519"/>
            <a:ext cx="2183130" cy="77416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9CD758A6-03E7-3012-6544-7A3267A95AB8}"/>
              </a:ext>
            </a:extLst>
          </p:cNvPr>
          <p:cNvCxnSpPr>
            <a:cxnSpLocks/>
          </p:cNvCxnSpPr>
          <p:nvPr/>
        </p:nvCxnSpPr>
        <p:spPr>
          <a:xfrm>
            <a:off x="1236706" y="4133652"/>
            <a:ext cx="0" cy="1113520"/>
          </a:xfrm>
          <a:prstGeom prst="line">
            <a:avLst/>
          </a:prstGeom>
          <a:ln w="317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410C7318-1DDB-073D-3F5E-2CF7C0FE51AA}"/>
              </a:ext>
            </a:extLst>
          </p:cNvPr>
          <p:cNvSpPr txBox="1"/>
          <p:nvPr/>
        </p:nvSpPr>
        <p:spPr>
          <a:xfrm>
            <a:off x="3785776" y="3568377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DFE572F4-D16E-360F-1365-76C7F8B5619D}"/>
              </a:ext>
            </a:extLst>
          </p:cNvPr>
          <p:cNvSpPr txBox="1"/>
          <p:nvPr/>
        </p:nvSpPr>
        <p:spPr>
          <a:xfrm>
            <a:off x="2148790" y="4430603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5D29741A-BE94-E796-9218-82C2B8AA8E4A}"/>
              </a:ext>
            </a:extLst>
          </p:cNvPr>
          <p:cNvSpPr txBox="1"/>
          <p:nvPr/>
        </p:nvSpPr>
        <p:spPr>
          <a:xfrm>
            <a:off x="3890578" y="1885987"/>
            <a:ext cx="1627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Pose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1A555B80-5486-344E-D0B3-C04AE8DEFE53}"/>
              </a:ext>
            </a:extLst>
          </p:cNvPr>
          <p:cNvCxnSpPr>
            <a:cxnSpLocks/>
            <a:stCxn id="53" idx="2"/>
            <a:endCxn id="22" idx="5"/>
          </p:cNvCxnSpPr>
          <p:nvPr/>
        </p:nvCxnSpPr>
        <p:spPr>
          <a:xfrm flipH="1">
            <a:off x="4318320" y="2255319"/>
            <a:ext cx="386185" cy="1033416"/>
          </a:xfrm>
          <a:prstGeom prst="straightConnector1">
            <a:avLst/>
          </a:prstGeom>
          <a:ln w="381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47E72D41-C336-617C-E978-3370C556F321}"/>
              </a:ext>
            </a:extLst>
          </p:cNvPr>
          <p:cNvGrpSpPr/>
          <p:nvPr/>
        </p:nvGrpSpPr>
        <p:grpSpPr>
          <a:xfrm>
            <a:off x="2555893" y="1189896"/>
            <a:ext cx="1036945" cy="1178550"/>
            <a:chOff x="880797" y="243198"/>
            <a:chExt cx="2139743" cy="2431945"/>
          </a:xfrm>
        </p:grpSpPr>
        <p:cxnSp>
          <p:nvCxnSpPr>
            <p:cNvPr id="70" name="Gerade Verbindung mit Pfeil 69">
              <a:extLst>
                <a:ext uri="{FF2B5EF4-FFF2-40B4-BE49-F238E27FC236}">
                  <a16:creationId xmlns:a16="http://schemas.microsoft.com/office/drawing/2014/main" id="{5C30DC58-93DD-A08E-9B6F-59E254482A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 Verbindung mit Pfeil 70">
              <a:extLst>
                <a:ext uri="{FF2B5EF4-FFF2-40B4-BE49-F238E27FC236}">
                  <a16:creationId xmlns:a16="http://schemas.microsoft.com/office/drawing/2014/main" id="{0EEBCAE8-BB89-9EEB-28CA-4AC785872B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E4604905-B45D-F567-90CA-CDF9C967F66E}"/>
                    </a:ext>
                  </a:extLst>
                </p:cNvPr>
                <p:cNvSpPr txBox="1"/>
                <p:nvPr/>
              </p:nvSpPr>
              <p:spPr>
                <a:xfrm flipH="1">
                  <a:off x="2562600" y="243198"/>
                  <a:ext cx="457940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E4604905-B45D-F567-90CA-CDF9C967F6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62600" y="243198"/>
                  <a:ext cx="457940" cy="762119"/>
                </a:xfrm>
                <a:prstGeom prst="rect">
                  <a:avLst/>
                </a:prstGeom>
                <a:blipFill>
                  <a:blip r:embed="rId2"/>
                  <a:stretch>
                    <a:fillRect r="-130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feld 72">
                  <a:extLst>
                    <a:ext uri="{FF2B5EF4-FFF2-40B4-BE49-F238E27FC236}">
                      <a16:creationId xmlns:a16="http://schemas.microsoft.com/office/drawing/2014/main" id="{8F94A02A-456C-2C6B-FFD1-4423EBB066E4}"/>
                    </a:ext>
                  </a:extLst>
                </p:cNvPr>
                <p:cNvSpPr txBox="1"/>
                <p:nvPr/>
              </p:nvSpPr>
              <p:spPr>
                <a:xfrm flipH="1">
                  <a:off x="1414236" y="1913024"/>
                  <a:ext cx="576915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3" name="Textfeld 72">
                  <a:extLst>
                    <a:ext uri="{FF2B5EF4-FFF2-40B4-BE49-F238E27FC236}">
                      <a16:creationId xmlns:a16="http://schemas.microsoft.com/office/drawing/2014/main" id="{8F94A02A-456C-2C6B-FFD1-4423EBB066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14236" y="1913024"/>
                  <a:ext cx="576915" cy="762119"/>
                </a:xfrm>
                <a:prstGeom prst="rect">
                  <a:avLst/>
                </a:prstGeom>
                <a:blipFill>
                  <a:blip r:embed="rId3"/>
                  <a:stretch>
                    <a:fillRect r="-7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D1418115-B2B4-CD35-53EF-43B211746A27}"/>
                    </a:ext>
                  </a:extLst>
                </p:cNvPr>
                <p:cNvSpPr txBox="1"/>
                <p:nvPr/>
              </p:nvSpPr>
              <p:spPr>
                <a:xfrm flipH="1">
                  <a:off x="880797" y="945261"/>
                  <a:ext cx="373612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D1418115-B2B4-CD35-53EF-43B211746A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880797" y="945261"/>
                  <a:ext cx="373612" cy="762119"/>
                </a:xfrm>
                <a:prstGeom prst="rect">
                  <a:avLst/>
                </a:prstGeom>
                <a:blipFill>
                  <a:blip r:embed="rId4"/>
                  <a:stretch>
                    <a:fillRect r="-16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Gerade Verbindung mit Pfeil 74">
              <a:extLst>
                <a:ext uri="{FF2B5EF4-FFF2-40B4-BE49-F238E27FC236}">
                  <a16:creationId xmlns:a16="http://schemas.microsoft.com/office/drawing/2014/main" id="{1D60EE04-76B4-E951-A90A-C858BFE020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30793" y="1683556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48E9A160-3D19-AEAC-A899-0437F8203FDD}"/>
              </a:ext>
            </a:extLst>
          </p:cNvPr>
          <p:cNvGrpSpPr/>
          <p:nvPr/>
        </p:nvGrpSpPr>
        <p:grpSpPr>
          <a:xfrm>
            <a:off x="2913978" y="4013200"/>
            <a:ext cx="1260245" cy="1391985"/>
            <a:chOff x="1772257" y="233613"/>
            <a:chExt cx="2200017" cy="2429996"/>
          </a:xfrm>
        </p:grpSpPr>
        <p:cxnSp>
          <p:nvCxnSpPr>
            <p:cNvPr id="77" name="Gerade Verbindung mit Pfeil 76">
              <a:extLst>
                <a:ext uri="{FF2B5EF4-FFF2-40B4-BE49-F238E27FC236}">
                  <a16:creationId xmlns:a16="http://schemas.microsoft.com/office/drawing/2014/main" id="{8BBE44D6-A22D-FC1E-DE26-396CDC99BC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92A681E8-ABF4-4509-24DC-09ECABC9E5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feld 78">
                  <a:extLst>
                    <a:ext uri="{FF2B5EF4-FFF2-40B4-BE49-F238E27FC236}">
                      <a16:creationId xmlns:a16="http://schemas.microsoft.com/office/drawing/2014/main" id="{C77ED103-6225-7480-54C4-99E8DA93E2B8}"/>
                    </a:ext>
                  </a:extLst>
                </p:cNvPr>
                <p:cNvSpPr txBox="1"/>
                <p:nvPr/>
              </p:nvSpPr>
              <p:spPr>
                <a:xfrm flipH="1">
                  <a:off x="3514335" y="1468343"/>
                  <a:ext cx="457939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9" name="Textfeld 78">
                  <a:extLst>
                    <a:ext uri="{FF2B5EF4-FFF2-40B4-BE49-F238E27FC236}">
                      <a16:creationId xmlns:a16="http://schemas.microsoft.com/office/drawing/2014/main" id="{C77ED103-6225-7480-54C4-99E8DA93E2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14335" y="1468343"/>
                  <a:ext cx="457939" cy="644745"/>
                </a:xfrm>
                <a:prstGeom prst="rect">
                  <a:avLst/>
                </a:prstGeom>
                <a:blipFill>
                  <a:blip r:embed="rId5"/>
                  <a:stretch>
                    <a:fillRect r="-372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feld 79">
                  <a:extLst>
                    <a:ext uri="{FF2B5EF4-FFF2-40B4-BE49-F238E27FC236}">
                      <a16:creationId xmlns:a16="http://schemas.microsoft.com/office/drawing/2014/main" id="{5B62A720-1F72-B8C4-7687-8389C7048237}"/>
                    </a:ext>
                  </a:extLst>
                </p:cNvPr>
                <p:cNvSpPr txBox="1"/>
                <p:nvPr/>
              </p:nvSpPr>
              <p:spPr>
                <a:xfrm flipH="1">
                  <a:off x="1772257" y="2018864"/>
                  <a:ext cx="576915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0" name="Textfeld 79">
                  <a:extLst>
                    <a:ext uri="{FF2B5EF4-FFF2-40B4-BE49-F238E27FC236}">
                      <a16:creationId xmlns:a16="http://schemas.microsoft.com/office/drawing/2014/main" id="{5B62A720-1F72-B8C4-7687-8389C70482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772257" y="2018864"/>
                  <a:ext cx="576915" cy="644745"/>
                </a:xfrm>
                <a:prstGeom prst="rect">
                  <a:avLst/>
                </a:prstGeom>
                <a:blipFill>
                  <a:blip r:embed="rId6"/>
                  <a:stretch>
                    <a:fillRect r="-185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00D1C14F-E58C-F359-2768-34033755C029}"/>
                    </a:ext>
                  </a:extLst>
                </p:cNvPr>
                <p:cNvSpPr txBox="1"/>
                <p:nvPr/>
              </p:nvSpPr>
              <p:spPr>
                <a:xfrm flipH="1">
                  <a:off x="2544206" y="233613"/>
                  <a:ext cx="373612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00D1C14F-E58C-F359-2768-34033755C0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44206" y="233613"/>
                  <a:ext cx="373612" cy="644745"/>
                </a:xfrm>
                <a:prstGeom prst="rect">
                  <a:avLst/>
                </a:prstGeom>
                <a:blipFill>
                  <a:blip r:embed="rId7"/>
                  <a:stretch>
                    <a:fillRect r="-7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2" name="Gerade Verbindung mit Pfeil 81">
              <a:extLst>
                <a:ext uri="{FF2B5EF4-FFF2-40B4-BE49-F238E27FC236}">
                  <a16:creationId xmlns:a16="http://schemas.microsoft.com/office/drawing/2014/main" id="{A3DBB695-128E-3219-9D85-FAE6A8237C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38843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8" name="Gruppieren 197">
            <a:extLst>
              <a:ext uri="{FF2B5EF4-FFF2-40B4-BE49-F238E27FC236}">
                <a16:creationId xmlns:a16="http://schemas.microsoft.com/office/drawing/2014/main" id="{2553B057-2067-70AB-0C3B-61E7F4A9419F}"/>
              </a:ext>
            </a:extLst>
          </p:cNvPr>
          <p:cNvGrpSpPr/>
          <p:nvPr/>
        </p:nvGrpSpPr>
        <p:grpSpPr>
          <a:xfrm rot="20903149" flipH="1">
            <a:off x="8192418" y="6572956"/>
            <a:ext cx="1320867" cy="127809"/>
            <a:chOff x="6866189" y="5433137"/>
            <a:chExt cx="1320867" cy="127809"/>
          </a:xfrm>
        </p:grpSpPr>
        <p:sp>
          <p:nvSpPr>
            <p:cNvPr id="199" name="Rechteck 198">
              <a:extLst>
                <a:ext uri="{FF2B5EF4-FFF2-40B4-BE49-F238E27FC236}">
                  <a16:creationId xmlns:a16="http://schemas.microsoft.com/office/drawing/2014/main" id="{4D46C396-E02F-EC90-D45A-D763DBBDB7BD}"/>
                </a:ext>
              </a:extLst>
            </p:cNvPr>
            <p:cNvSpPr/>
            <p:nvPr/>
          </p:nvSpPr>
          <p:spPr>
            <a:xfrm rot="17519570" flipH="1">
              <a:off x="7464184" y="4844316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0" name="Rechteck 199">
              <a:extLst>
                <a:ext uri="{FF2B5EF4-FFF2-40B4-BE49-F238E27FC236}">
                  <a16:creationId xmlns:a16="http://schemas.microsoft.com/office/drawing/2014/main" id="{5B4FF96F-9D57-8D73-84CD-3AE8EAC968AB}"/>
                </a:ext>
              </a:extLst>
            </p:cNvPr>
            <p:cNvSpPr/>
            <p:nvPr/>
          </p:nvSpPr>
          <p:spPr>
            <a:xfrm rot="17519570" flipH="1">
              <a:off x="7493029" y="4812538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4" name="Gruppieren 193">
            <a:extLst>
              <a:ext uri="{FF2B5EF4-FFF2-40B4-BE49-F238E27FC236}">
                <a16:creationId xmlns:a16="http://schemas.microsoft.com/office/drawing/2014/main" id="{A1C8B8D8-C34C-FBA1-B75E-E10567287FC3}"/>
              </a:ext>
            </a:extLst>
          </p:cNvPr>
          <p:cNvGrpSpPr/>
          <p:nvPr/>
        </p:nvGrpSpPr>
        <p:grpSpPr>
          <a:xfrm rot="696851">
            <a:off x="6975301" y="6573203"/>
            <a:ext cx="1320121" cy="128010"/>
            <a:chOff x="6866189" y="5442311"/>
            <a:chExt cx="1320121" cy="128010"/>
          </a:xfrm>
        </p:grpSpPr>
        <p:sp>
          <p:nvSpPr>
            <p:cNvPr id="192" name="Rechteck 191">
              <a:extLst>
                <a:ext uri="{FF2B5EF4-FFF2-40B4-BE49-F238E27FC236}">
                  <a16:creationId xmlns:a16="http://schemas.microsoft.com/office/drawing/2014/main" id="{71E7E914-58D4-A8D8-F3E4-BCFBAE39FF07}"/>
                </a:ext>
              </a:extLst>
            </p:cNvPr>
            <p:cNvSpPr/>
            <p:nvPr/>
          </p:nvSpPr>
          <p:spPr>
            <a:xfrm rot="17519570" flipH="1">
              <a:off x="7464184" y="4844316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3" name="Rechteck 192">
              <a:extLst>
                <a:ext uri="{FF2B5EF4-FFF2-40B4-BE49-F238E27FC236}">
                  <a16:creationId xmlns:a16="http://schemas.microsoft.com/office/drawing/2014/main" id="{40999E93-48CB-1202-1907-523EE47CAD50}"/>
                </a:ext>
              </a:extLst>
            </p:cNvPr>
            <p:cNvSpPr/>
            <p:nvPr/>
          </p:nvSpPr>
          <p:spPr>
            <a:xfrm rot="17519570" flipH="1">
              <a:off x="7492283" y="4876295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4" name="Gruppieren 133">
            <a:extLst>
              <a:ext uri="{FF2B5EF4-FFF2-40B4-BE49-F238E27FC236}">
                <a16:creationId xmlns:a16="http://schemas.microsoft.com/office/drawing/2014/main" id="{6366EEA3-8F9C-6DF8-3371-68D2DF4AA8A1}"/>
              </a:ext>
            </a:extLst>
          </p:cNvPr>
          <p:cNvGrpSpPr/>
          <p:nvPr/>
        </p:nvGrpSpPr>
        <p:grpSpPr>
          <a:xfrm>
            <a:off x="3772464" y="2023076"/>
            <a:ext cx="2910830" cy="3230332"/>
            <a:chOff x="3772464" y="2099275"/>
            <a:chExt cx="2910830" cy="3230332"/>
          </a:xfrm>
        </p:grpSpPr>
        <p:sp>
          <p:nvSpPr>
            <p:cNvPr id="170" name="Rechteck 169">
              <a:extLst>
                <a:ext uri="{FF2B5EF4-FFF2-40B4-BE49-F238E27FC236}">
                  <a16:creationId xmlns:a16="http://schemas.microsoft.com/office/drawing/2014/main" id="{E93A02FC-8496-B670-CD2C-9446E657C91B}"/>
                </a:ext>
              </a:extLst>
            </p:cNvPr>
            <p:cNvSpPr/>
            <p:nvPr/>
          </p:nvSpPr>
          <p:spPr>
            <a:xfrm rot="19447489" flipH="1">
              <a:off x="4718856" y="2641458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9" name="Rechteck 168">
              <a:extLst>
                <a:ext uri="{FF2B5EF4-FFF2-40B4-BE49-F238E27FC236}">
                  <a16:creationId xmlns:a16="http://schemas.microsoft.com/office/drawing/2014/main" id="{329A123D-CEDF-B2AF-00F2-F5D645189394}"/>
                </a:ext>
              </a:extLst>
            </p:cNvPr>
            <p:cNvSpPr/>
            <p:nvPr/>
          </p:nvSpPr>
          <p:spPr>
            <a:xfrm rot="2152511">
              <a:off x="5611142" y="2620496"/>
              <a:ext cx="118635" cy="1314626"/>
            </a:xfrm>
            <a:prstGeom prst="rect">
              <a:avLst/>
            </a:prstGeom>
            <a:solidFill>
              <a:srgbClr val="FF00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6E21601-A57A-5494-1059-146A5FE5945B}"/>
                </a:ext>
              </a:extLst>
            </p:cNvPr>
            <p:cNvGrpSpPr/>
            <p:nvPr/>
          </p:nvGrpSpPr>
          <p:grpSpPr>
            <a:xfrm>
              <a:off x="3772464" y="2418777"/>
              <a:ext cx="2910830" cy="2910830"/>
              <a:chOff x="-60233" y="5230706"/>
              <a:chExt cx="6848475" cy="6848475"/>
            </a:xfrm>
          </p:grpSpPr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D01F29C1-375C-4015-BA1D-7EEC6D675147}"/>
                  </a:ext>
                </a:extLst>
              </p:cNvPr>
              <p:cNvSpPr/>
              <p:nvPr/>
            </p:nvSpPr>
            <p:spPr>
              <a:xfrm>
                <a:off x="2821080" y="9400413"/>
                <a:ext cx="1085850" cy="70628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E0744A26-5744-3005-474B-00FAE3361F04}"/>
                  </a:ext>
                </a:extLst>
              </p:cNvPr>
              <p:cNvSpPr/>
              <p:nvPr/>
            </p:nvSpPr>
            <p:spPr>
              <a:xfrm>
                <a:off x="3192555" y="8850157"/>
                <a:ext cx="315525" cy="550256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hteck 43">
                <a:extLst>
                  <a:ext uri="{FF2B5EF4-FFF2-40B4-BE49-F238E27FC236}">
                    <a16:creationId xmlns:a16="http://schemas.microsoft.com/office/drawing/2014/main" id="{198418F4-5B26-02F1-DEE3-15DEBF96AE03}"/>
                  </a:ext>
                </a:extLst>
              </p:cNvPr>
              <p:cNvSpPr/>
              <p:nvPr/>
            </p:nvSpPr>
            <p:spPr>
              <a:xfrm>
                <a:off x="3192555" y="6968022"/>
                <a:ext cx="315525" cy="149025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Ellipse 44">
                <a:extLst>
                  <a:ext uri="{FF2B5EF4-FFF2-40B4-BE49-F238E27FC236}">
                    <a16:creationId xmlns:a16="http://schemas.microsoft.com/office/drawing/2014/main" id="{7E35EE5F-7A2A-8F4C-11B3-07E2C3C6D2A5}"/>
                  </a:ext>
                </a:extLst>
              </p:cNvPr>
              <p:cNvSpPr/>
              <p:nvPr/>
            </p:nvSpPr>
            <p:spPr>
              <a:xfrm>
                <a:off x="3059205" y="8348790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Kreis: nicht ausgefüllt 45">
                <a:extLst>
                  <a:ext uri="{FF2B5EF4-FFF2-40B4-BE49-F238E27FC236}">
                    <a16:creationId xmlns:a16="http://schemas.microsoft.com/office/drawing/2014/main" id="{11F859BE-CD7F-6664-24EE-1C83A1D2D9EB}"/>
                  </a:ext>
                </a:extLst>
              </p:cNvPr>
              <p:cNvSpPr/>
              <p:nvPr/>
            </p:nvSpPr>
            <p:spPr>
              <a:xfrm>
                <a:off x="-60233" y="5230706"/>
                <a:ext cx="6848475" cy="6848475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hteck 46">
                <a:extLst>
                  <a:ext uri="{FF2B5EF4-FFF2-40B4-BE49-F238E27FC236}">
                    <a16:creationId xmlns:a16="http://schemas.microsoft.com/office/drawing/2014/main" id="{76B9A34F-0F42-7154-02DC-2F6575184DD2}"/>
                  </a:ext>
                </a:extLst>
              </p:cNvPr>
              <p:cNvSpPr/>
              <p:nvPr/>
            </p:nvSpPr>
            <p:spPr>
              <a:xfrm rot="4277537">
                <a:off x="4310046" y="5379165"/>
                <a:ext cx="315526" cy="191967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CDE698BE-B654-4320-4363-B4769F4B89DB}"/>
                  </a:ext>
                </a:extLst>
              </p:cNvPr>
              <p:cNvSpPr/>
              <p:nvPr/>
            </p:nvSpPr>
            <p:spPr>
              <a:xfrm rot="17322463" flipH="1">
                <a:off x="2085834" y="5359832"/>
                <a:ext cx="315526" cy="1919678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5EE551C2-E488-5708-320A-670649F44A67}"/>
                  </a:ext>
                </a:extLst>
              </p:cNvPr>
              <p:cNvSpPr/>
              <p:nvPr/>
            </p:nvSpPr>
            <p:spPr>
              <a:xfrm>
                <a:off x="3045517" y="6432288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61" name="Kreis: nicht ausgefüllt 60">
              <a:extLst>
                <a:ext uri="{FF2B5EF4-FFF2-40B4-BE49-F238E27FC236}">
                  <a16:creationId xmlns:a16="http://schemas.microsoft.com/office/drawing/2014/main" id="{96BB3E9C-276C-7AF3-4803-2B51E4E457B7}"/>
                </a:ext>
              </a:extLst>
            </p:cNvPr>
            <p:cNvSpPr/>
            <p:nvPr/>
          </p:nvSpPr>
          <p:spPr>
            <a:xfrm>
              <a:off x="4280045" y="2099275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42CF5C15-3330-F50C-6765-970FF031C13B}"/>
                </a:ext>
              </a:extLst>
            </p:cNvPr>
            <p:cNvSpPr txBox="1"/>
            <p:nvPr/>
          </p:nvSpPr>
          <p:spPr>
            <a:xfrm>
              <a:off x="5368655" y="3026788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/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blipFill>
                  <a:blip r:embed="rId2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Pfeil: gebogen 67">
              <a:extLst>
                <a:ext uri="{FF2B5EF4-FFF2-40B4-BE49-F238E27FC236}">
                  <a16:creationId xmlns:a16="http://schemas.microsoft.com/office/drawing/2014/main" id="{96EE1D96-5DCF-0604-C3D8-0D291722FEAC}"/>
                </a:ext>
              </a:extLst>
            </p:cNvPr>
            <p:cNvSpPr/>
            <p:nvPr/>
          </p:nvSpPr>
          <p:spPr>
            <a:xfrm rot="20304312" flipH="1">
              <a:off x="4962843" y="280569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/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Gerader Verbinder 70">
              <a:extLst>
                <a:ext uri="{FF2B5EF4-FFF2-40B4-BE49-F238E27FC236}">
                  <a16:creationId xmlns:a16="http://schemas.microsoft.com/office/drawing/2014/main" id="{F0D74BC9-7543-3D50-143A-09D5F1D186A2}"/>
                </a:ext>
              </a:extLst>
            </p:cNvPr>
            <p:cNvCxnSpPr>
              <a:cxnSpLocks/>
              <a:stCxn id="46" idx="0"/>
              <a:endCxn id="48" idx="0"/>
            </p:cNvCxnSpPr>
            <p:nvPr/>
          </p:nvCxnSpPr>
          <p:spPr>
            <a:xfrm flipH="1">
              <a:off x="5222061" y="2418777"/>
              <a:ext cx="5818" cy="51071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7" name="Gruppieren 136">
            <a:extLst>
              <a:ext uri="{FF2B5EF4-FFF2-40B4-BE49-F238E27FC236}">
                <a16:creationId xmlns:a16="http://schemas.microsoft.com/office/drawing/2014/main" id="{FBDE1C06-3A50-E455-2BDB-2D3F4931032C}"/>
              </a:ext>
            </a:extLst>
          </p:cNvPr>
          <p:cNvGrpSpPr/>
          <p:nvPr/>
        </p:nvGrpSpPr>
        <p:grpSpPr>
          <a:xfrm>
            <a:off x="3611867" y="5592850"/>
            <a:ext cx="2910830" cy="2910830"/>
            <a:chOff x="3619891" y="5592850"/>
            <a:chExt cx="2910830" cy="2910830"/>
          </a:xfrm>
        </p:grpSpPr>
        <p:grpSp>
          <p:nvGrpSpPr>
            <p:cNvPr id="83" name="Gruppieren 82">
              <a:extLst>
                <a:ext uri="{FF2B5EF4-FFF2-40B4-BE49-F238E27FC236}">
                  <a16:creationId xmlns:a16="http://schemas.microsoft.com/office/drawing/2014/main" id="{18B0E9E5-3EF6-BDD0-D7A6-31CE7BB1EC57}"/>
                </a:ext>
              </a:extLst>
            </p:cNvPr>
            <p:cNvGrpSpPr/>
            <p:nvPr/>
          </p:nvGrpSpPr>
          <p:grpSpPr>
            <a:xfrm rot="20016109" flipH="1">
              <a:off x="3963093" y="6277603"/>
              <a:ext cx="1105671" cy="988466"/>
              <a:chOff x="2677600" y="4983856"/>
              <a:chExt cx="982867" cy="962471"/>
            </a:xfrm>
          </p:grpSpPr>
          <p:sp>
            <p:nvSpPr>
              <p:cNvPr id="89" name="Rechteck 88">
                <a:extLst>
                  <a:ext uri="{FF2B5EF4-FFF2-40B4-BE49-F238E27FC236}">
                    <a16:creationId xmlns:a16="http://schemas.microsoft.com/office/drawing/2014/main" id="{3B3B3489-1DC6-CEB3-23B3-3032CE460017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hteck 89">
                <a:extLst>
                  <a:ext uri="{FF2B5EF4-FFF2-40B4-BE49-F238E27FC236}">
                    <a16:creationId xmlns:a16="http://schemas.microsoft.com/office/drawing/2014/main" id="{E09FF236-75CB-25AE-FCB0-EC880063BFAF}"/>
                  </a:ext>
                </a:extLst>
              </p:cNvPr>
              <p:cNvSpPr/>
              <p:nvPr/>
            </p:nvSpPr>
            <p:spPr>
              <a:xfrm rot="4277537">
                <a:off x="3200660" y="4658158"/>
                <a:ext cx="134109" cy="785505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1" name="Ellipse 90">
                <a:extLst>
                  <a:ext uri="{FF2B5EF4-FFF2-40B4-BE49-F238E27FC236}">
                    <a16:creationId xmlns:a16="http://schemas.microsoft.com/office/drawing/2014/main" id="{E4314889-13A1-FE91-EC10-F4EEF8AFE2A7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FC37DEA1-0957-7D48-78EA-0496F6924FD5}"/>
                </a:ext>
              </a:extLst>
            </p:cNvPr>
            <p:cNvGrpSpPr/>
            <p:nvPr/>
          </p:nvGrpSpPr>
          <p:grpSpPr>
            <a:xfrm rot="15255591">
              <a:off x="3952910" y="6329145"/>
              <a:ext cx="1039830" cy="1088741"/>
              <a:chOff x="2677600" y="4978510"/>
              <a:chExt cx="1012485" cy="967817"/>
            </a:xfrm>
          </p:grpSpPr>
          <p:sp>
            <p:nvSpPr>
              <p:cNvPr id="86" name="Rechteck 85">
                <a:extLst>
                  <a:ext uri="{FF2B5EF4-FFF2-40B4-BE49-F238E27FC236}">
                    <a16:creationId xmlns:a16="http://schemas.microsoft.com/office/drawing/2014/main" id="{0C71A5E2-77CE-EDC6-BA46-84A0A0F8A924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hteck 86">
                <a:extLst>
                  <a:ext uri="{FF2B5EF4-FFF2-40B4-BE49-F238E27FC236}">
                    <a16:creationId xmlns:a16="http://schemas.microsoft.com/office/drawing/2014/main" id="{FD2E6CE2-66B8-24C2-A53E-F76ACD0D6F86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8" name="Ellipse 87">
                <a:extLst>
                  <a:ext uri="{FF2B5EF4-FFF2-40B4-BE49-F238E27FC236}">
                    <a16:creationId xmlns:a16="http://schemas.microsoft.com/office/drawing/2014/main" id="{E7071BDC-2DFC-DB87-69CD-E873AB2BD890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85" name="Rechteck 84">
              <a:extLst>
                <a:ext uri="{FF2B5EF4-FFF2-40B4-BE49-F238E27FC236}">
                  <a16:creationId xmlns:a16="http://schemas.microsoft.com/office/drawing/2014/main" id="{69012B81-5B5F-3471-B292-81861C1A6851}"/>
                </a:ext>
              </a:extLst>
            </p:cNvPr>
            <p:cNvSpPr/>
            <p:nvPr/>
          </p:nvSpPr>
          <p:spPr>
            <a:xfrm rot="17519570" flipH="1">
              <a:off x="4292843" y="6124507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BD568864-1D1C-FA0E-E580-9E8205D92D72}"/>
                </a:ext>
              </a:extLst>
            </p:cNvPr>
            <p:cNvSpPr/>
            <p:nvPr/>
          </p:nvSpPr>
          <p:spPr>
            <a:xfrm rot="17519570" flipH="1">
              <a:off x="4320942" y="6156486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3689704F-38D3-F926-6758-EED0E1BE8CFD}"/>
                </a:ext>
              </a:extLst>
            </p:cNvPr>
            <p:cNvGrpSpPr/>
            <p:nvPr/>
          </p:nvGrpSpPr>
          <p:grpSpPr>
            <a:xfrm rot="2135896">
              <a:off x="5106757" y="6067050"/>
              <a:ext cx="1192093" cy="1328904"/>
              <a:chOff x="4794189" y="5737680"/>
              <a:chExt cx="1192093" cy="1328904"/>
            </a:xfrm>
          </p:grpSpPr>
          <p:grpSp>
            <p:nvGrpSpPr>
              <p:cNvPr id="25" name="Gruppieren 24">
                <a:extLst>
                  <a:ext uri="{FF2B5EF4-FFF2-40B4-BE49-F238E27FC236}">
                    <a16:creationId xmlns:a16="http://schemas.microsoft.com/office/drawing/2014/main" id="{E7368E0A-037A-6FBC-0DF8-E10C6C755677}"/>
                  </a:ext>
                </a:extLst>
              </p:cNvPr>
              <p:cNvGrpSpPr/>
              <p:nvPr/>
            </p:nvGrpSpPr>
            <p:grpSpPr>
              <a:xfrm rot="21047995">
                <a:off x="4794189" y="5979851"/>
                <a:ext cx="1138990" cy="993956"/>
                <a:chOff x="2677600" y="4978510"/>
                <a:chExt cx="1012485" cy="967817"/>
              </a:xfrm>
            </p:grpSpPr>
            <p:sp>
              <p:nvSpPr>
                <p:cNvPr id="39" name="Rechteck 38">
                  <a:extLst>
                    <a:ext uri="{FF2B5EF4-FFF2-40B4-BE49-F238E27FC236}">
                      <a16:creationId xmlns:a16="http://schemas.microsoft.com/office/drawing/2014/main" id="{94427025-C5B6-2E7C-A072-705F3CB31BCF}"/>
                    </a:ext>
                  </a:extLst>
                </p:cNvPr>
                <p:cNvSpPr/>
                <p:nvPr/>
              </p:nvSpPr>
              <p:spPr>
                <a:xfrm>
                  <a:off x="2740096" y="5312918"/>
                  <a:ext cx="134109" cy="633409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" name="Rechteck 41">
                  <a:extLst>
                    <a:ext uri="{FF2B5EF4-FFF2-40B4-BE49-F238E27FC236}">
                      <a16:creationId xmlns:a16="http://schemas.microsoft.com/office/drawing/2014/main" id="{55AD4AC9-024F-4784-8E97-AB9010229480}"/>
                    </a:ext>
                  </a:extLst>
                </p:cNvPr>
                <p:cNvSpPr/>
                <p:nvPr/>
              </p:nvSpPr>
              <p:spPr>
                <a:xfrm rot="4277537">
                  <a:off x="3215067" y="4637601"/>
                  <a:ext cx="134109" cy="815927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3" name="Ellipse 42">
                  <a:extLst>
                    <a:ext uri="{FF2B5EF4-FFF2-40B4-BE49-F238E27FC236}">
                      <a16:creationId xmlns:a16="http://schemas.microsoft.com/office/drawing/2014/main" id="{0D97C443-E2C1-9FF6-6EB7-C11706145EB6}"/>
                    </a:ext>
                  </a:extLst>
                </p:cNvPr>
                <p:cNvSpPr/>
                <p:nvPr/>
              </p:nvSpPr>
              <p:spPr>
                <a:xfrm>
                  <a:off x="2677600" y="5085213"/>
                  <a:ext cx="259100" cy="2591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28" name="Gruppieren 27">
                <a:extLst>
                  <a:ext uri="{FF2B5EF4-FFF2-40B4-BE49-F238E27FC236}">
                    <a16:creationId xmlns:a16="http://schemas.microsoft.com/office/drawing/2014/main" id="{06288E8D-3217-E8F7-2C4E-EC5D9064CF5E}"/>
                  </a:ext>
                </a:extLst>
              </p:cNvPr>
              <p:cNvGrpSpPr/>
              <p:nvPr/>
            </p:nvGrpSpPr>
            <p:grpSpPr>
              <a:xfrm rot="4208513" flipH="1">
                <a:off x="4921997" y="5995420"/>
                <a:ext cx="1039830" cy="1088741"/>
                <a:chOff x="2677600" y="4978510"/>
                <a:chExt cx="1012485" cy="967817"/>
              </a:xfrm>
            </p:grpSpPr>
            <p:sp>
              <p:nvSpPr>
                <p:cNvPr id="29" name="Rechteck 28">
                  <a:extLst>
                    <a:ext uri="{FF2B5EF4-FFF2-40B4-BE49-F238E27FC236}">
                      <a16:creationId xmlns:a16="http://schemas.microsoft.com/office/drawing/2014/main" id="{E008A416-4234-67CB-36C0-DA1ADD1F1761}"/>
                    </a:ext>
                  </a:extLst>
                </p:cNvPr>
                <p:cNvSpPr/>
                <p:nvPr/>
              </p:nvSpPr>
              <p:spPr>
                <a:xfrm>
                  <a:off x="2740096" y="5312918"/>
                  <a:ext cx="134109" cy="633409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Rechteck 29">
                  <a:extLst>
                    <a:ext uri="{FF2B5EF4-FFF2-40B4-BE49-F238E27FC236}">
                      <a16:creationId xmlns:a16="http://schemas.microsoft.com/office/drawing/2014/main" id="{2B16209E-4352-A178-41BC-E8F467364891}"/>
                    </a:ext>
                  </a:extLst>
                </p:cNvPr>
                <p:cNvSpPr/>
                <p:nvPr/>
              </p:nvSpPr>
              <p:spPr>
                <a:xfrm rot="4277537">
                  <a:off x="3215067" y="4637601"/>
                  <a:ext cx="134109" cy="815927"/>
                </a:xfrm>
                <a:prstGeom prst="rect">
                  <a:avLst/>
                </a:prstGeom>
                <a:pattFill prst="wdUpDiag">
                  <a:fgClr>
                    <a:schemeClr val="bg1">
                      <a:lumMod val="75000"/>
                    </a:schemeClr>
                  </a:fgClr>
                  <a:bgClr>
                    <a:schemeClr val="bg1"/>
                  </a:bgClr>
                </a:patt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2" name="Ellipse 31">
                  <a:extLst>
                    <a:ext uri="{FF2B5EF4-FFF2-40B4-BE49-F238E27FC236}">
                      <a16:creationId xmlns:a16="http://schemas.microsoft.com/office/drawing/2014/main" id="{CC879366-B39F-966E-C288-5AA399BD7CE8}"/>
                    </a:ext>
                  </a:extLst>
                </p:cNvPr>
                <p:cNvSpPr/>
                <p:nvPr/>
              </p:nvSpPr>
              <p:spPr>
                <a:xfrm>
                  <a:off x="2677600" y="5085213"/>
                  <a:ext cx="259100" cy="2591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111" name="Rechteck 110">
                <a:extLst>
                  <a:ext uri="{FF2B5EF4-FFF2-40B4-BE49-F238E27FC236}">
                    <a16:creationId xmlns:a16="http://schemas.microsoft.com/office/drawing/2014/main" id="{10F59D8D-12A8-D2EB-9AA7-8162C5BB60A3}"/>
                  </a:ext>
                </a:extLst>
              </p:cNvPr>
              <p:cNvSpPr/>
              <p:nvPr/>
            </p:nvSpPr>
            <p:spPr>
              <a:xfrm rot="1944534">
                <a:off x="5427334" y="5737680"/>
                <a:ext cx="118635" cy="1314626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3" name="Rechteck 132">
                <a:extLst>
                  <a:ext uri="{FF2B5EF4-FFF2-40B4-BE49-F238E27FC236}">
                    <a16:creationId xmlns:a16="http://schemas.microsoft.com/office/drawing/2014/main" id="{D0A3FBF1-7BE7-7705-F0D7-7042EB086E4E}"/>
                  </a:ext>
                </a:extLst>
              </p:cNvPr>
              <p:cNvSpPr/>
              <p:nvPr/>
            </p:nvSpPr>
            <p:spPr>
              <a:xfrm rot="1944534">
                <a:off x="5489344" y="5751958"/>
                <a:ext cx="55418" cy="1314626"/>
              </a:xfrm>
              <a:prstGeom prst="rect">
                <a:avLst/>
              </a:prstGeom>
              <a:pattFill prst="wdUpDiag">
                <a:fgClr>
                  <a:srgbClr val="FF0000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27" name="Rechteck 126">
              <a:extLst>
                <a:ext uri="{FF2B5EF4-FFF2-40B4-BE49-F238E27FC236}">
                  <a16:creationId xmlns:a16="http://schemas.microsoft.com/office/drawing/2014/main" id="{2997E124-D2CC-C2D3-1B45-EEA01F4188C9}"/>
                </a:ext>
              </a:extLst>
            </p:cNvPr>
            <p:cNvSpPr/>
            <p:nvPr/>
          </p:nvSpPr>
          <p:spPr>
            <a:xfrm>
              <a:off x="3876675" y="6248968"/>
              <a:ext cx="2381363" cy="579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F941617A-23FC-6034-DC49-1E609A306C7E}"/>
                </a:ext>
              </a:extLst>
            </p:cNvPr>
            <p:cNvSpPr/>
            <p:nvPr/>
          </p:nvSpPr>
          <p:spPr>
            <a:xfrm>
              <a:off x="4844545" y="7365114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8FB45004-3D04-ED75-0D9E-3F0C080D8EEB}"/>
                </a:ext>
              </a:extLst>
            </p:cNvPr>
            <p:cNvSpPr/>
            <p:nvPr/>
          </p:nvSpPr>
          <p:spPr>
            <a:xfrm>
              <a:off x="5002434" y="7131237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Ellipse 111">
              <a:extLst>
                <a:ext uri="{FF2B5EF4-FFF2-40B4-BE49-F238E27FC236}">
                  <a16:creationId xmlns:a16="http://schemas.microsoft.com/office/drawing/2014/main" id="{A1978827-2302-5FC8-6CB1-9EC114E12E3B}"/>
                </a:ext>
              </a:extLst>
            </p:cNvPr>
            <p:cNvSpPr/>
            <p:nvPr/>
          </p:nvSpPr>
          <p:spPr>
            <a:xfrm>
              <a:off x="4945756" y="691814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Kreis: nicht ausgefüllt 112">
              <a:extLst>
                <a:ext uri="{FF2B5EF4-FFF2-40B4-BE49-F238E27FC236}">
                  <a16:creationId xmlns:a16="http://schemas.microsoft.com/office/drawing/2014/main" id="{A8B4DB0C-5783-8BDE-B438-B921A88DC5D7}"/>
                </a:ext>
              </a:extLst>
            </p:cNvPr>
            <p:cNvSpPr/>
            <p:nvPr/>
          </p:nvSpPr>
          <p:spPr>
            <a:xfrm>
              <a:off x="3619891" y="5592850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0" name="Pfeil: gebogen 129">
              <a:extLst>
                <a:ext uri="{FF2B5EF4-FFF2-40B4-BE49-F238E27FC236}">
                  <a16:creationId xmlns:a16="http://schemas.microsoft.com/office/drawing/2014/main" id="{FA176C8C-F4FD-130B-23BD-53BB43C4CC23}"/>
                </a:ext>
              </a:extLst>
            </p:cNvPr>
            <p:cNvSpPr/>
            <p:nvPr/>
          </p:nvSpPr>
          <p:spPr>
            <a:xfrm rot="20304312" flipH="1">
              <a:off x="4811384" y="67872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1BB08DFD-5212-7F6C-1DE3-46083A10C7F6}"/>
              </a:ext>
            </a:extLst>
          </p:cNvPr>
          <p:cNvGrpSpPr/>
          <p:nvPr/>
        </p:nvGrpSpPr>
        <p:grpSpPr>
          <a:xfrm>
            <a:off x="276789" y="2023076"/>
            <a:ext cx="2910830" cy="3230332"/>
            <a:chOff x="276789" y="2023076"/>
            <a:chExt cx="2910830" cy="3230332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90172B6C-EDEB-1C14-7378-602E53215FBF}"/>
                </a:ext>
              </a:extLst>
            </p:cNvPr>
            <p:cNvSpPr/>
            <p:nvPr/>
          </p:nvSpPr>
          <p:spPr>
            <a:xfrm>
              <a:off x="1501443" y="4114842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1C3B4BA-FF39-814E-24DA-F7DDBE7C31FC}"/>
                </a:ext>
              </a:extLst>
            </p:cNvPr>
            <p:cNvSpPr/>
            <p:nvPr/>
          </p:nvSpPr>
          <p:spPr>
            <a:xfrm>
              <a:off x="1659332" y="3880965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E24FF80-B0BE-24B5-C232-D7C5FDCBD500}"/>
                </a:ext>
              </a:extLst>
            </p:cNvPr>
            <p:cNvSpPr/>
            <p:nvPr/>
          </p:nvSpPr>
          <p:spPr>
            <a:xfrm>
              <a:off x="1659332" y="3080995"/>
              <a:ext cx="134109" cy="6334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6FD7654D-6B40-7CC3-A63B-F25BB4C2F518}"/>
                </a:ext>
              </a:extLst>
            </p:cNvPr>
            <p:cNvSpPr/>
            <p:nvPr/>
          </p:nvSpPr>
          <p:spPr>
            <a:xfrm>
              <a:off x="1602654" y="3667867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Kreis: nicht ausgefüllt 8">
              <a:extLst>
                <a:ext uri="{FF2B5EF4-FFF2-40B4-BE49-F238E27FC236}">
                  <a16:creationId xmlns:a16="http://schemas.microsoft.com/office/drawing/2014/main" id="{D1A98818-CB39-00A8-4D73-B96EFB60A61F}"/>
                </a:ext>
              </a:extLst>
            </p:cNvPr>
            <p:cNvSpPr/>
            <p:nvPr/>
          </p:nvSpPr>
          <p:spPr>
            <a:xfrm>
              <a:off x="276789" y="2342578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0A59DCF6-BB57-4104-3FF7-2DBF8ED28245}"/>
                </a:ext>
              </a:extLst>
            </p:cNvPr>
            <p:cNvSpPr/>
            <p:nvPr/>
          </p:nvSpPr>
          <p:spPr>
            <a:xfrm>
              <a:off x="1659332" y="2078543"/>
              <a:ext cx="134109" cy="81592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3BE67E0C-DCF5-B9C7-907A-58EDF042FC0C}"/>
                </a:ext>
              </a:extLst>
            </p:cNvPr>
            <p:cNvSpPr/>
            <p:nvPr/>
          </p:nvSpPr>
          <p:spPr>
            <a:xfrm>
              <a:off x="1596836" y="285329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D02E4AB8-0A78-FBF5-8706-0776D18F3DB8}"/>
                </a:ext>
              </a:extLst>
            </p:cNvPr>
            <p:cNvGrpSpPr/>
            <p:nvPr/>
          </p:nvGrpSpPr>
          <p:grpSpPr>
            <a:xfrm rot="900000">
              <a:off x="1697037" y="3790621"/>
              <a:ext cx="1440188" cy="379146"/>
              <a:chOff x="1721420" y="3596663"/>
              <a:chExt cx="1442192" cy="379146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A912CEC5-1423-7465-16D6-0FF3A59628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EA4E3043-A0FA-2137-2C5D-05499BB5B1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A88E6AAF-D8F2-549A-894D-22A2B78B8D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454CE33-3B82-0498-7513-D1C9DE37DB32}"/>
                </a:ext>
              </a:extLst>
            </p:cNvPr>
            <p:cNvSpPr txBox="1"/>
            <p:nvPr/>
          </p:nvSpPr>
          <p:spPr>
            <a:xfrm>
              <a:off x="2376937" y="3714404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p:sp>
          <p:nvSpPr>
            <p:cNvPr id="50" name="Kreis: nicht ausgefüllt 49">
              <a:extLst>
                <a:ext uri="{FF2B5EF4-FFF2-40B4-BE49-F238E27FC236}">
                  <a16:creationId xmlns:a16="http://schemas.microsoft.com/office/drawing/2014/main" id="{96805F6D-2615-0E9A-1E5D-EC539635625F}"/>
                </a:ext>
              </a:extLst>
            </p:cNvPr>
            <p:cNvSpPr/>
            <p:nvPr/>
          </p:nvSpPr>
          <p:spPr>
            <a:xfrm>
              <a:off x="778343" y="2023076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C811964F-8D3D-300C-407B-31667CA0EDD8}"/>
                </a:ext>
              </a:extLst>
            </p:cNvPr>
            <p:cNvGrpSpPr/>
            <p:nvPr/>
          </p:nvGrpSpPr>
          <p:grpSpPr>
            <a:xfrm rot="900000">
              <a:off x="1706538" y="2922671"/>
              <a:ext cx="882543" cy="379146"/>
              <a:chOff x="1721420" y="3596663"/>
              <a:chExt cx="1442192" cy="379146"/>
            </a:xfrm>
          </p:grpSpPr>
          <p:cxnSp>
            <p:nvCxnSpPr>
              <p:cNvPr id="57" name="Gerade Verbindung mit Pfeil 56">
                <a:extLst>
                  <a:ext uri="{FF2B5EF4-FFF2-40B4-BE49-F238E27FC236}">
                    <a16:creationId xmlns:a16="http://schemas.microsoft.com/office/drawing/2014/main" id="{57B1E8EC-F7F4-A2CF-BA0E-9D4F11E1A2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8B95C89A-4526-CCC4-B4E1-58C8A7DEDA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B482D74-D3B4-F750-0BE5-1DDEFA61FF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/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2" name="Pfeil: gebogen 131">
              <a:extLst>
                <a:ext uri="{FF2B5EF4-FFF2-40B4-BE49-F238E27FC236}">
                  <a16:creationId xmlns:a16="http://schemas.microsoft.com/office/drawing/2014/main" id="{F966A198-1799-FCC5-4C94-F1C27E172E18}"/>
                </a:ext>
              </a:extLst>
            </p:cNvPr>
            <p:cNvSpPr/>
            <p:nvPr/>
          </p:nvSpPr>
          <p:spPr>
            <a:xfrm rot="20304312" flipH="1">
              <a:off x="1476485" y="27386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D8FCF065-36E1-780B-6056-20641BDE789D}"/>
              </a:ext>
            </a:extLst>
          </p:cNvPr>
          <p:cNvGrpSpPr/>
          <p:nvPr/>
        </p:nvGrpSpPr>
        <p:grpSpPr>
          <a:xfrm rot="15701359">
            <a:off x="8351023" y="3397057"/>
            <a:ext cx="1012485" cy="967817"/>
            <a:chOff x="2677600" y="4978510"/>
            <a:chExt cx="1012485" cy="967817"/>
          </a:xfrm>
        </p:grpSpPr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C384D5CE-B7D9-5E5D-A802-9F917FCD553F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C944F9C8-2D97-13EB-E5C7-B2A228A95FEF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D074778-E0E8-275F-79D7-B473372708A6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A6B1117-4832-5F73-FA23-2C281BBAFDAD}"/>
              </a:ext>
            </a:extLst>
          </p:cNvPr>
          <p:cNvGrpSpPr/>
          <p:nvPr/>
        </p:nvGrpSpPr>
        <p:grpSpPr>
          <a:xfrm rot="20461877" flipH="1">
            <a:off x="9206964" y="3142638"/>
            <a:ext cx="1012485" cy="967817"/>
            <a:chOff x="2677600" y="4978510"/>
            <a:chExt cx="1012485" cy="967817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18419040-FE8D-859E-11E7-44FF6A2D8C7D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36B6EF24-CD47-B9D7-CBAE-D97F2187C544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BA69D26F-6B32-882E-38B6-70E68EE230C3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8" name="Gruppieren 137">
            <a:extLst>
              <a:ext uri="{FF2B5EF4-FFF2-40B4-BE49-F238E27FC236}">
                <a16:creationId xmlns:a16="http://schemas.microsoft.com/office/drawing/2014/main" id="{804D9EC1-3CBA-936E-930C-48417F920679}"/>
              </a:ext>
            </a:extLst>
          </p:cNvPr>
          <p:cNvGrpSpPr/>
          <p:nvPr/>
        </p:nvGrpSpPr>
        <p:grpSpPr>
          <a:xfrm>
            <a:off x="225788" y="5545537"/>
            <a:ext cx="3104976" cy="3603510"/>
            <a:chOff x="482046" y="5795124"/>
            <a:chExt cx="2705573" cy="3139979"/>
          </a:xfrm>
        </p:grpSpPr>
        <p:sp>
          <p:nvSpPr>
            <p:cNvPr id="75" name="Halbbogen 74">
              <a:extLst>
                <a:ext uri="{FF2B5EF4-FFF2-40B4-BE49-F238E27FC236}">
                  <a16:creationId xmlns:a16="http://schemas.microsoft.com/office/drawing/2014/main" id="{A87049D7-3010-EEC8-401E-967D1885C80E}"/>
                </a:ext>
              </a:extLst>
            </p:cNvPr>
            <p:cNvSpPr/>
            <p:nvPr/>
          </p:nvSpPr>
          <p:spPr>
            <a:xfrm rot="11163210" flipH="1" flipV="1">
              <a:off x="482046" y="5795124"/>
              <a:ext cx="2194312" cy="3139979"/>
            </a:xfrm>
            <a:prstGeom prst="blockArc">
              <a:avLst>
                <a:gd name="adj1" fmla="val 16811896"/>
                <a:gd name="adj2" fmla="val 19710707"/>
                <a:gd name="adj3" fmla="val 1687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Kreis: nicht ausgefüllt 94">
              <a:extLst>
                <a:ext uri="{FF2B5EF4-FFF2-40B4-BE49-F238E27FC236}">
                  <a16:creationId xmlns:a16="http://schemas.microsoft.com/office/drawing/2014/main" id="{8A3213FE-F572-FC9B-2A9F-C812B562EDF4}"/>
                </a:ext>
              </a:extLst>
            </p:cNvPr>
            <p:cNvSpPr/>
            <p:nvPr/>
          </p:nvSpPr>
          <p:spPr>
            <a:xfrm>
              <a:off x="876300" y="6268508"/>
              <a:ext cx="2028825" cy="212491"/>
            </a:xfrm>
            <a:prstGeom prst="donut">
              <a:avLst>
                <a:gd name="adj" fmla="val 28646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7" name="Stern: 6 Zacken 76">
              <a:extLst>
                <a:ext uri="{FF2B5EF4-FFF2-40B4-BE49-F238E27FC236}">
                  <a16:creationId xmlns:a16="http://schemas.microsoft.com/office/drawing/2014/main" id="{7418235B-9F6C-0AC4-F35E-CFA68279AF4D}"/>
                </a:ext>
              </a:extLst>
            </p:cNvPr>
            <p:cNvSpPr/>
            <p:nvPr/>
          </p:nvSpPr>
          <p:spPr>
            <a:xfrm rot="227872">
              <a:off x="2316735" y="6193965"/>
              <a:ext cx="190654" cy="190654"/>
            </a:xfrm>
            <a:prstGeom prst="star6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uppieren 99">
              <a:extLst>
                <a:ext uri="{FF2B5EF4-FFF2-40B4-BE49-F238E27FC236}">
                  <a16:creationId xmlns:a16="http://schemas.microsoft.com/office/drawing/2014/main" id="{379EF47B-EA6A-1E22-9D8C-8DFD978D5302}"/>
                </a:ext>
              </a:extLst>
            </p:cNvPr>
            <p:cNvGrpSpPr/>
            <p:nvPr/>
          </p:nvGrpSpPr>
          <p:grpSpPr>
            <a:xfrm>
              <a:off x="1750267" y="6417438"/>
              <a:ext cx="326303" cy="61293"/>
              <a:chOff x="1672508" y="7200899"/>
              <a:chExt cx="326303" cy="61293"/>
            </a:xfrm>
          </p:grpSpPr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C382E6F7-C039-50AE-150C-5EE7F45FAE34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7" name="Gerader Verbinder 96">
                <a:extLst>
                  <a:ext uri="{FF2B5EF4-FFF2-40B4-BE49-F238E27FC236}">
                    <a16:creationId xmlns:a16="http://schemas.microsoft.com/office/drawing/2014/main" id="{A44D37B5-DBE3-9D90-D82F-03E75CFDA3C2}"/>
                  </a:ext>
                </a:extLst>
              </p:cNvPr>
              <p:cNvCxnSpPr/>
              <p:nvPr/>
            </p:nvCxnSpPr>
            <p:spPr>
              <a:xfrm>
                <a:off x="1672508" y="7203280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2AB01BDB-7D7D-251B-7D29-42BEDE03360D}"/>
                  </a:ext>
                </a:extLst>
              </p:cNvPr>
              <p:cNvCxnSpPr/>
              <p:nvPr/>
            </p:nvCxnSpPr>
            <p:spPr>
              <a:xfrm>
                <a:off x="1678213" y="7262079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Gruppieren 100">
              <a:extLst>
                <a:ext uri="{FF2B5EF4-FFF2-40B4-BE49-F238E27FC236}">
                  <a16:creationId xmlns:a16="http://schemas.microsoft.com/office/drawing/2014/main" id="{2FBBB546-EAEE-7D1C-FB87-08A84EB1ADFD}"/>
                </a:ext>
              </a:extLst>
            </p:cNvPr>
            <p:cNvGrpSpPr/>
            <p:nvPr/>
          </p:nvGrpSpPr>
          <p:grpSpPr>
            <a:xfrm rot="21088293">
              <a:off x="2307764" y="6404917"/>
              <a:ext cx="279618" cy="66525"/>
              <a:chOff x="1535064" y="7193970"/>
              <a:chExt cx="462865" cy="76314"/>
            </a:xfrm>
          </p:grpSpPr>
          <p:sp>
            <p:nvSpPr>
              <p:cNvPr id="102" name="Rechteck 101">
                <a:extLst>
                  <a:ext uri="{FF2B5EF4-FFF2-40B4-BE49-F238E27FC236}">
                    <a16:creationId xmlns:a16="http://schemas.microsoft.com/office/drawing/2014/main" id="{73BF76DA-0AC6-6F67-99F1-E0BF5004B199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6EAB9F40-507C-227E-680B-A2A6E649B3C0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611647" y="7193985"/>
                <a:ext cx="358257" cy="1116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r Verbinder 103">
                <a:extLst>
                  <a:ext uri="{FF2B5EF4-FFF2-40B4-BE49-F238E27FC236}">
                    <a16:creationId xmlns:a16="http://schemas.microsoft.com/office/drawing/2014/main" id="{A0E65FF3-AF3F-1B4D-2690-463D948EBCF5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535064" y="7238118"/>
                <a:ext cx="462865" cy="321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6" name="Kreis: nicht ausgefüllt 75">
              <a:extLst>
                <a:ext uri="{FF2B5EF4-FFF2-40B4-BE49-F238E27FC236}">
                  <a16:creationId xmlns:a16="http://schemas.microsoft.com/office/drawing/2014/main" id="{99BCE46F-AB3C-7300-8813-2B6E91A3130B}"/>
                </a:ext>
              </a:extLst>
            </p:cNvPr>
            <p:cNvSpPr/>
            <p:nvPr/>
          </p:nvSpPr>
          <p:spPr>
            <a:xfrm>
              <a:off x="599066" y="5844264"/>
              <a:ext cx="2588553" cy="2588553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69EAE154-37FE-B315-0769-672108639033}"/>
                </a:ext>
              </a:extLst>
            </p:cNvPr>
            <p:cNvSpPr>
              <a:spLocks/>
            </p:cNvSpPr>
            <p:nvPr/>
          </p:nvSpPr>
          <p:spPr>
            <a:xfrm rot="4040379">
              <a:off x="2451237" y="6286473"/>
              <a:ext cx="87063" cy="1137962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Zylinder 78">
              <a:extLst>
                <a:ext uri="{FF2B5EF4-FFF2-40B4-BE49-F238E27FC236}">
                  <a16:creationId xmlns:a16="http://schemas.microsoft.com/office/drawing/2014/main" id="{3B4896B6-525A-FECE-5295-74E15069D462}"/>
                </a:ext>
              </a:extLst>
            </p:cNvPr>
            <p:cNvSpPr/>
            <p:nvPr/>
          </p:nvSpPr>
          <p:spPr>
            <a:xfrm>
              <a:off x="1800204" y="7138541"/>
              <a:ext cx="186278" cy="485868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FE8D1956-265A-0285-8263-321516A36EE5}"/>
                </a:ext>
              </a:extLst>
            </p:cNvPr>
            <p:cNvSpPr/>
            <p:nvPr/>
          </p:nvSpPr>
          <p:spPr>
            <a:xfrm>
              <a:off x="1755752" y="6979241"/>
              <a:ext cx="299343" cy="29934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Kreis: nicht ausgefüllt 80">
              <a:extLst>
                <a:ext uri="{FF2B5EF4-FFF2-40B4-BE49-F238E27FC236}">
                  <a16:creationId xmlns:a16="http://schemas.microsoft.com/office/drawing/2014/main" id="{6EB8249B-7406-B5F5-6F8C-E352BEDE619E}"/>
                </a:ext>
              </a:extLst>
            </p:cNvPr>
            <p:cNvSpPr/>
            <p:nvPr/>
          </p:nvSpPr>
          <p:spPr>
            <a:xfrm>
              <a:off x="611981" y="6814593"/>
              <a:ext cx="2575638" cy="452107"/>
            </a:xfrm>
            <a:prstGeom prst="donut">
              <a:avLst>
                <a:gd name="adj" fmla="val 13391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348FD1F5-5B37-618A-8839-D3035BB0E29B}"/>
                </a:ext>
              </a:extLst>
            </p:cNvPr>
            <p:cNvSpPr/>
            <p:nvPr/>
          </p:nvSpPr>
          <p:spPr>
            <a:xfrm>
              <a:off x="1507336" y="7578323"/>
              <a:ext cx="803294" cy="2993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81506B75-A274-58F0-77F2-798FA32E901D}"/>
                </a:ext>
              </a:extLst>
            </p:cNvPr>
            <p:cNvSpPr/>
            <p:nvPr/>
          </p:nvSpPr>
          <p:spPr>
            <a:xfrm rot="4076129">
              <a:off x="2413435" y="6711034"/>
              <a:ext cx="87732" cy="31935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0B5CE55F-DE13-8282-9EAF-C4CDF24715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2663" y="6746370"/>
              <a:ext cx="386678" cy="16385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81051765-59AC-F95D-005D-9682885BE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0630" y="6827136"/>
              <a:ext cx="363279" cy="1513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hteck 117">
            <a:extLst>
              <a:ext uri="{FF2B5EF4-FFF2-40B4-BE49-F238E27FC236}">
                <a16:creationId xmlns:a16="http://schemas.microsoft.com/office/drawing/2014/main" id="{C6A49A0C-C460-DA8F-9B51-2E162C396133}"/>
              </a:ext>
            </a:extLst>
          </p:cNvPr>
          <p:cNvSpPr/>
          <p:nvPr/>
        </p:nvSpPr>
        <p:spPr>
          <a:xfrm>
            <a:off x="7060584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19" name="Gruppieren 118">
            <a:extLst>
              <a:ext uri="{FF2B5EF4-FFF2-40B4-BE49-F238E27FC236}">
                <a16:creationId xmlns:a16="http://schemas.microsoft.com/office/drawing/2014/main" id="{44910A80-FA5D-5DDE-A683-4F1DA655349F}"/>
              </a:ext>
            </a:extLst>
          </p:cNvPr>
          <p:cNvGrpSpPr/>
          <p:nvPr/>
        </p:nvGrpSpPr>
        <p:grpSpPr>
          <a:xfrm>
            <a:off x="6803800" y="5592850"/>
            <a:ext cx="2910830" cy="2910830"/>
            <a:chOff x="-60233" y="5230706"/>
            <a:chExt cx="6848475" cy="6848475"/>
          </a:xfrm>
        </p:grpSpPr>
        <p:sp>
          <p:nvSpPr>
            <p:cNvPr id="121" name="Rechteck 120">
              <a:extLst>
                <a:ext uri="{FF2B5EF4-FFF2-40B4-BE49-F238E27FC236}">
                  <a16:creationId xmlns:a16="http://schemas.microsoft.com/office/drawing/2014/main" id="{F0ABE8E2-8811-C01E-A92C-B2E2A855CBC1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hteck 121">
              <a:extLst>
                <a:ext uri="{FF2B5EF4-FFF2-40B4-BE49-F238E27FC236}">
                  <a16:creationId xmlns:a16="http://schemas.microsoft.com/office/drawing/2014/main" id="{1BDA47AC-0AC5-403F-8096-166751AE0808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A1664D22-5D7A-6139-C593-41F7C70D2912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Kreis: nicht ausgefüllt 124">
              <a:extLst>
                <a:ext uri="{FF2B5EF4-FFF2-40B4-BE49-F238E27FC236}">
                  <a16:creationId xmlns:a16="http://schemas.microsoft.com/office/drawing/2014/main" id="{2122957E-60AD-AADD-E8E9-A077E9380858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6" name="Pfeil: gebogen 125">
            <a:extLst>
              <a:ext uri="{FF2B5EF4-FFF2-40B4-BE49-F238E27FC236}">
                <a16:creationId xmlns:a16="http://schemas.microsoft.com/office/drawing/2014/main" id="{E8F9BDFF-9B84-473F-F9D6-C0272B9D0CEF}"/>
              </a:ext>
            </a:extLst>
          </p:cNvPr>
          <p:cNvSpPr/>
          <p:nvPr/>
        </p:nvSpPr>
        <p:spPr>
          <a:xfrm rot="20304312" flipH="1">
            <a:off x="7994729" y="6793953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/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blipFill>
                <a:blip r:embed="rId5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/>
              <p:nvPr/>
            </p:nvSpPr>
            <p:spPr>
              <a:xfrm>
                <a:off x="7196397" y="6617224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6397" y="6617224"/>
                <a:ext cx="410280" cy="317203"/>
              </a:xfrm>
              <a:prstGeom prst="rect">
                <a:avLst/>
              </a:prstGeom>
              <a:blipFill>
                <a:blip r:embed="rId6"/>
                <a:stretch>
                  <a:fillRect r="-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4D112BCF-E2B7-2C01-8C54-081739EA9730}"/>
              </a:ext>
            </a:extLst>
          </p:cNvPr>
          <p:cNvGrpSpPr/>
          <p:nvPr/>
        </p:nvGrpSpPr>
        <p:grpSpPr>
          <a:xfrm>
            <a:off x="218348" y="9173819"/>
            <a:ext cx="2969271" cy="3603510"/>
            <a:chOff x="218348" y="9173819"/>
            <a:chExt cx="2969271" cy="3603510"/>
          </a:xfrm>
        </p:grpSpPr>
        <p:sp>
          <p:nvSpPr>
            <p:cNvPr id="140" name="Halbbogen 139">
              <a:extLst>
                <a:ext uri="{FF2B5EF4-FFF2-40B4-BE49-F238E27FC236}">
                  <a16:creationId xmlns:a16="http://schemas.microsoft.com/office/drawing/2014/main" id="{92E4002A-0CCC-4C0F-D000-D03D8F017D26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05" name="Gruppieren 204">
              <a:extLst>
                <a:ext uri="{FF2B5EF4-FFF2-40B4-BE49-F238E27FC236}">
                  <a16:creationId xmlns:a16="http://schemas.microsoft.com/office/drawing/2014/main" id="{D38EE206-80B9-074E-C239-EE05065F18F7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60" name="Rechteck 159">
                <a:extLst>
                  <a:ext uri="{FF2B5EF4-FFF2-40B4-BE49-F238E27FC236}">
                    <a16:creationId xmlns:a16="http://schemas.microsoft.com/office/drawing/2014/main" id="{FBC82358-6027-577F-A6BF-FDFF8CF187E6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Kreis: nicht ausgefüllt 153">
                <a:extLst>
                  <a:ext uri="{FF2B5EF4-FFF2-40B4-BE49-F238E27FC236}">
                    <a16:creationId xmlns:a16="http://schemas.microsoft.com/office/drawing/2014/main" id="{17B1056E-7435-76DC-C273-9FBA576DEC7F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Stern: 6 Zacken 154">
                <a:extLst>
                  <a:ext uri="{FF2B5EF4-FFF2-40B4-BE49-F238E27FC236}">
                    <a16:creationId xmlns:a16="http://schemas.microsoft.com/office/drawing/2014/main" id="{C5453CFB-CC07-7DFB-622E-A39E2C8FC227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57F186A8-4DD8-CC5F-B0DA-59CE80FC9FD8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83" name="Rechteck 182">
                  <a:extLst>
                    <a:ext uri="{FF2B5EF4-FFF2-40B4-BE49-F238E27FC236}">
                      <a16:creationId xmlns:a16="http://schemas.microsoft.com/office/drawing/2014/main" id="{5A6F00D7-F703-F4F6-F986-0A0891E98BAB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4" name="Gerader Verbinder 183">
                  <a:extLst>
                    <a:ext uri="{FF2B5EF4-FFF2-40B4-BE49-F238E27FC236}">
                      <a16:creationId xmlns:a16="http://schemas.microsoft.com/office/drawing/2014/main" id="{D0BC3448-DDE9-010D-3671-6630DEC85562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Gerader Verbinder 184">
                  <a:extLst>
                    <a:ext uri="{FF2B5EF4-FFF2-40B4-BE49-F238E27FC236}">
                      <a16:creationId xmlns:a16="http://schemas.microsoft.com/office/drawing/2014/main" id="{B317F74F-D45F-6E88-7382-5E0CFCFEC101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" name="Gruppieren 156">
                <a:extLst>
                  <a:ext uri="{FF2B5EF4-FFF2-40B4-BE49-F238E27FC236}">
                    <a16:creationId xmlns:a16="http://schemas.microsoft.com/office/drawing/2014/main" id="{426CAD6D-22F7-263F-BC64-9D5DD852989F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80" name="Rechteck 179">
                  <a:extLst>
                    <a:ext uri="{FF2B5EF4-FFF2-40B4-BE49-F238E27FC236}">
                      <a16:creationId xmlns:a16="http://schemas.microsoft.com/office/drawing/2014/main" id="{C4A13D9D-87D9-5C14-7A62-57FF2B4F50A7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DAD2A3B9-D276-1687-A4FC-AD9465C7E6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Gerader Verbinder 181">
                  <a:extLst>
                    <a:ext uri="{FF2B5EF4-FFF2-40B4-BE49-F238E27FC236}">
                      <a16:creationId xmlns:a16="http://schemas.microsoft.com/office/drawing/2014/main" id="{0F40AE3D-67E8-B14C-1A1E-0D7023B29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9" name="Kreis: nicht ausgefüllt 158">
                <a:extLst>
                  <a:ext uri="{FF2B5EF4-FFF2-40B4-BE49-F238E27FC236}">
                    <a16:creationId xmlns:a16="http://schemas.microsoft.com/office/drawing/2014/main" id="{1D495140-BD43-F32E-5319-FACFD9B33D5A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1" name="Zylinder 160">
                <a:extLst>
                  <a:ext uri="{FF2B5EF4-FFF2-40B4-BE49-F238E27FC236}">
                    <a16:creationId xmlns:a16="http://schemas.microsoft.com/office/drawing/2014/main" id="{B60AC3A0-E397-F956-B617-23E810AE9CEE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62" name="Ellipse 161">
                <a:extLst>
                  <a:ext uri="{FF2B5EF4-FFF2-40B4-BE49-F238E27FC236}">
                    <a16:creationId xmlns:a16="http://schemas.microsoft.com/office/drawing/2014/main" id="{61B3CC89-65EA-7492-E92A-D62E8311AB26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Kreis: nicht ausgefüllt 164">
                <a:extLst>
                  <a:ext uri="{FF2B5EF4-FFF2-40B4-BE49-F238E27FC236}">
                    <a16:creationId xmlns:a16="http://schemas.microsoft.com/office/drawing/2014/main" id="{180F920A-7311-0467-492B-251C68E64EB0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66" name="Rechteck 165">
                <a:extLst>
                  <a:ext uri="{FF2B5EF4-FFF2-40B4-BE49-F238E27FC236}">
                    <a16:creationId xmlns:a16="http://schemas.microsoft.com/office/drawing/2014/main" id="{DF4405EE-3627-4A90-572E-AFD910C7068E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7" name="Gruppieren 186">
                <a:extLst>
                  <a:ext uri="{FF2B5EF4-FFF2-40B4-BE49-F238E27FC236}">
                    <a16:creationId xmlns:a16="http://schemas.microsoft.com/office/drawing/2014/main" id="{19268443-C325-13A4-E5BD-BE19262C026C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67" name="Rechteck 166">
                  <a:extLst>
                    <a:ext uri="{FF2B5EF4-FFF2-40B4-BE49-F238E27FC236}">
                      <a16:creationId xmlns:a16="http://schemas.microsoft.com/office/drawing/2014/main" id="{4E7C6A27-74A1-BC56-B412-54F3D9DEE302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68" name="Gerader Verbinder 167">
                  <a:extLst>
                    <a:ext uri="{FF2B5EF4-FFF2-40B4-BE49-F238E27FC236}">
                      <a16:creationId xmlns:a16="http://schemas.microsoft.com/office/drawing/2014/main" id="{8A91469B-BE4B-FF18-FB25-79EC16743E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Gerader Verbinder 178">
                  <a:extLst>
                    <a:ext uri="{FF2B5EF4-FFF2-40B4-BE49-F238E27FC236}">
                      <a16:creationId xmlns:a16="http://schemas.microsoft.com/office/drawing/2014/main" id="{0B188657-704D-59C9-396A-9D962C8146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/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/>
              <p:nvPr/>
            </p:nvSpPr>
            <p:spPr>
              <a:xfrm>
                <a:off x="8427237" y="6313995"/>
                <a:ext cx="511347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IV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7237" y="6313995"/>
                <a:ext cx="511347" cy="3172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33200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hteck 50">
            <a:extLst>
              <a:ext uri="{FF2B5EF4-FFF2-40B4-BE49-F238E27FC236}">
                <a16:creationId xmlns:a16="http://schemas.microsoft.com/office/drawing/2014/main" id="{72B53BA9-7CA4-6FCB-3088-A7EB342C2DC9}"/>
              </a:ext>
            </a:extLst>
          </p:cNvPr>
          <p:cNvSpPr/>
          <p:nvPr/>
        </p:nvSpPr>
        <p:spPr>
          <a:xfrm rot="4080430">
            <a:off x="5683805" y="6105081"/>
            <a:ext cx="118635" cy="131462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3689704F-38D3-F926-6758-EED0E1BE8CFD}"/>
              </a:ext>
            </a:extLst>
          </p:cNvPr>
          <p:cNvGrpSpPr/>
          <p:nvPr/>
        </p:nvGrpSpPr>
        <p:grpSpPr>
          <a:xfrm rot="1398042">
            <a:off x="8290443" y="5974989"/>
            <a:ext cx="1107300" cy="1234380"/>
            <a:chOff x="4794189" y="5737680"/>
            <a:chExt cx="1192093" cy="1328904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E7368E0A-037A-6FBC-0DF8-E10C6C755677}"/>
                </a:ext>
              </a:extLst>
            </p:cNvPr>
            <p:cNvGrpSpPr/>
            <p:nvPr/>
          </p:nvGrpSpPr>
          <p:grpSpPr>
            <a:xfrm rot="21047995">
              <a:off x="4794189" y="5979851"/>
              <a:ext cx="1138990" cy="993956"/>
              <a:chOff x="2677600" y="4978510"/>
              <a:chExt cx="1012485" cy="967817"/>
            </a:xfrm>
          </p:grpSpPr>
          <p:sp>
            <p:nvSpPr>
              <p:cNvPr id="39" name="Rechteck 38">
                <a:extLst>
                  <a:ext uri="{FF2B5EF4-FFF2-40B4-BE49-F238E27FC236}">
                    <a16:creationId xmlns:a16="http://schemas.microsoft.com/office/drawing/2014/main" id="{94427025-C5B6-2E7C-A072-705F3CB31BCF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hteck 41">
                <a:extLst>
                  <a:ext uri="{FF2B5EF4-FFF2-40B4-BE49-F238E27FC236}">
                    <a16:creationId xmlns:a16="http://schemas.microsoft.com/office/drawing/2014/main" id="{55AD4AC9-024F-4784-8E97-AB9010229480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0D97C443-E2C1-9FF6-6EB7-C11706145EB6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06288E8D-3217-E8F7-2C4E-EC5D9064CF5E}"/>
                </a:ext>
              </a:extLst>
            </p:cNvPr>
            <p:cNvGrpSpPr/>
            <p:nvPr/>
          </p:nvGrpSpPr>
          <p:grpSpPr>
            <a:xfrm rot="4208513" flipH="1">
              <a:off x="4921997" y="5995420"/>
              <a:ext cx="1039830" cy="1088741"/>
              <a:chOff x="2677600" y="4978510"/>
              <a:chExt cx="1012485" cy="967817"/>
            </a:xfrm>
          </p:grpSpPr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E008A416-4234-67CB-36C0-DA1ADD1F1761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B16209E-4352-A178-41BC-E8F467364891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CC879366-B39F-966E-C288-5AA399BD7CE8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11" name="Rechteck 110">
              <a:extLst>
                <a:ext uri="{FF2B5EF4-FFF2-40B4-BE49-F238E27FC236}">
                  <a16:creationId xmlns:a16="http://schemas.microsoft.com/office/drawing/2014/main" id="{10F59D8D-12A8-D2EB-9AA7-8162C5BB60A3}"/>
                </a:ext>
              </a:extLst>
            </p:cNvPr>
            <p:cNvSpPr/>
            <p:nvPr/>
          </p:nvSpPr>
          <p:spPr>
            <a:xfrm rot="1944534">
              <a:off x="5427334" y="5737680"/>
              <a:ext cx="118635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3" name="Rechteck 132">
              <a:extLst>
                <a:ext uri="{FF2B5EF4-FFF2-40B4-BE49-F238E27FC236}">
                  <a16:creationId xmlns:a16="http://schemas.microsoft.com/office/drawing/2014/main" id="{D0A3FBF1-7BE7-7705-F0D7-7042EB086E4E}"/>
                </a:ext>
              </a:extLst>
            </p:cNvPr>
            <p:cNvSpPr/>
            <p:nvPr/>
          </p:nvSpPr>
          <p:spPr>
            <a:xfrm rot="1944534">
              <a:off x="5489344" y="5751958"/>
              <a:ext cx="55418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41437742-2600-922D-9F60-105FC9D9D769}"/>
              </a:ext>
            </a:extLst>
          </p:cNvPr>
          <p:cNvGrpSpPr/>
          <p:nvPr/>
        </p:nvGrpSpPr>
        <p:grpSpPr>
          <a:xfrm rot="16200000">
            <a:off x="7044993" y="6062567"/>
            <a:ext cx="1107300" cy="1234380"/>
            <a:chOff x="4794189" y="5737680"/>
            <a:chExt cx="1192093" cy="1328904"/>
          </a:xfrm>
        </p:grpSpPr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BC8E7049-6966-1A5E-A9F0-9FAFA3E964DE}"/>
                </a:ext>
              </a:extLst>
            </p:cNvPr>
            <p:cNvGrpSpPr/>
            <p:nvPr/>
          </p:nvGrpSpPr>
          <p:grpSpPr>
            <a:xfrm rot="21047995">
              <a:off x="4794189" y="5979851"/>
              <a:ext cx="1138990" cy="993956"/>
              <a:chOff x="2677600" y="4978510"/>
              <a:chExt cx="1012485" cy="967817"/>
            </a:xfrm>
          </p:grpSpPr>
          <p:sp>
            <p:nvSpPr>
              <p:cNvPr id="20" name="Rechteck 19">
                <a:extLst>
                  <a:ext uri="{FF2B5EF4-FFF2-40B4-BE49-F238E27FC236}">
                    <a16:creationId xmlns:a16="http://schemas.microsoft.com/office/drawing/2014/main" id="{B46769E6-0FCA-3FA5-5DAE-6DCDFE6BCFAB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2B3C9E70-264B-63BB-04FA-F27323258D59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Ellipse 22">
                <a:extLst>
                  <a:ext uri="{FF2B5EF4-FFF2-40B4-BE49-F238E27FC236}">
                    <a16:creationId xmlns:a16="http://schemas.microsoft.com/office/drawing/2014/main" id="{58B44068-5C57-943A-4E01-426934E906E4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756EAF78-A6F4-8FE7-58F1-5C8573BAC88B}"/>
                </a:ext>
              </a:extLst>
            </p:cNvPr>
            <p:cNvGrpSpPr/>
            <p:nvPr/>
          </p:nvGrpSpPr>
          <p:grpSpPr>
            <a:xfrm rot="4208513" flipH="1">
              <a:off x="4921997" y="5995420"/>
              <a:ext cx="1039830" cy="1088741"/>
              <a:chOff x="2677600" y="4978510"/>
              <a:chExt cx="1012485" cy="967817"/>
            </a:xfrm>
          </p:grpSpPr>
          <p:sp>
            <p:nvSpPr>
              <p:cNvPr id="17" name="Rechteck 16">
                <a:extLst>
                  <a:ext uri="{FF2B5EF4-FFF2-40B4-BE49-F238E27FC236}">
                    <a16:creationId xmlns:a16="http://schemas.microsoft.com/office/drawing/2014/main" id="{CDAB68B0-8D19-2C49-4297-51C54F878BC6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hteck 17">
                <a:extLst>
                  <a:ext uri="{FF2B5EF4-FFF2-40B4-BE49-F238E27FC236}">
                    <a16:creationId xmlns:a16="http://schemas.microsoft.com/office/drawing/2014/main" id="{2FE8D6AF-0466-3236-096E-8FDAED1B7EFB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Ellipse 18">
                <a:extLst>
                  <a:ext uri="{FF2B5EF4-FFF2-40B4-BE49-F238E27FC236}">
                    <a16:creationId xmlns:a16="http://schemas.microsoft.com/office/drawing/2014/main" id="{4F6EB3C1-EA65-1D7C-13AD-2BBE66DCDE56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71DC0CDE-9778-474C-E904-48D855DA0C2E}"/>
                </a:ext>
              </a:extLst>
            </p:cNvPr>
            <p:cNvSpPr/>
            <p:nvPr/>
          </p:nvSpPr>
          <p:spPr>
            <a:xfrm rot="1944534">
              <a:off x="5427334" y="5737680"/>
              <a:ext cx="118635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256FBAED-4F63-957D-EC70-7EAA7E83C4AC}"/>
                </a:ext>
              </a:extLst>
            </p:cNvPr>
            <p:cNvSpPr/>
            <p:nvPr/>
          </p:nvSpPr>
          <p:spPr>
            <a:xfrm rot="1944534">
              <a:off x="5489344" y="5751958"/>
              <a:ext cx="55418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4" name="Gruppieren 133">
            <a:extLst>
              <a:ext uri="{FF2B5EF4-FFF2-40B4-BE49-F238E27FC236}">
                <a16:creationId xmlns:a16="http://schemas.microsoft.com/office/drawing/2014/main" id="{6366EEA3-8F9C-6DF8-3371-68D2DF4AA8A1}"/>
              </a:ext>
            </a:extLst>
          </p:cNvPr>
          <p:cNvGrpSpPr/>
          <p:nvPr/>
        </p:nvGrpSpPr>
        <p:grpSpPr>
          <a:xfrm>
            <a:off x="3772464" y="2023076"/>
            <a:ext cx="2910830" cy="3230332"/>
            <a:chOff x="3772464" y="2099275"/>
            <a:chExt cx="2910830" cy="3230332"/>
          </a:xfrm>
        </p:grpSpPr>
        <p:sp>
          <p:nvSpPr>
            <p:cNvPr id="170" name="Rechteck 169">
              <a:extLst>
                <a:ext uri="{FF2B5EF4-FFF2-40B4-BE49-F238E27FC236}">
                  <a16:creationId xmlns:a16="http://schemas.microsoft.com/office/drawing/2014/main" id="{E93A02FC-8496-B670-CD2C-9446E657C91B}"/>
                </a:ext>
              </a:extLst>
            </p:cNvPr>
            <p:cNvSpPr/>
            <p:nvPr/>
          </p:nvSpPr>
          <p:spPr>
            <a:xfrm rot="19447489" flipH="1">
              <a:off x="4718856" y="2641458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9" name="Rechteck 168">
              <a:extLst>
                <a:ext uri="{FF2B5EF4-FFF2-40B4-BE49-F238E27FC236}">
                  <a16:creationId xmlns:a16="http://schemas.microsoft.com/office/drawing/2014/main" id="{329A123D-CEDF-B2AF-00F2-F5D645189394}"/>
                </a:ext>
              </a:extLst>
            </p:cNvPr>
            <p:cNvSpPr/>
            <p:nvPr/>
          </p:nvSpPr>
          <p:spPr>
            <a:xfrm rot="2152511">
              <a:off x="5611142" y="2620496"/>
              <a:ext cx="118635" cy="1314626"/>
            </a:xfrm>
            <a:prstGeom prst="rect">
              <a:avLst/>
            </a:prstGeom>
            <a:solidFill>
              <a:srgbClr val="FF00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6E21601-A57A-5494-1059-146A5FE5945B}"/>
                </a:ext>
              </a:extLst>
            </p:cNvPr>
            <p:cNvGrpSpPr/>
            <p:nvPr/>
          </p:nvGrpSpPr>
          <p:grpSpPr>
            <a:xfrm>
              <a:off x="3772464" y="2418777"/>
              <a:ext cx="2910830" cy="2910830"/>
              <a:chOff x="-60233" y="5230706"/>
              <a:chExt cx="6848475" cy="6848475"/>
            </a:xfrm>
          </p:grpSpPr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D01F29C1-375C-4015-BA1D-7EEC6D675147}"/>
                  </a:ext>
                </a:extLst>
              </p:cNvPr>
              <p:cNvSpPr/>
              <p:nvPr/>
            </p:nvSpPr>
            <p:spPr>
              <a:xfrm>
                <a:off x="2821080" y="9400413"/>
                <a:ext cx="1085850" cy="70628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E0744A26-5744-3005-474B-00FAE3361F04}"/>
                  </a:ext>
                </a:extLst>
              </p:cNvPr>
              <p:cNvSpPr/>
              <p:nvPr/>
            </p:nvSpPr>
            <p:spPr>
              <a:xfrm>
                <a:off x="3192555" y="8850157"/>
                <a:ext cx="315525" cy="550256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hteck 43">
                <a:extLst>
                  <a:ext uri="{FF2B5EF4-FFF2-40B4-BE49-F238E27FC236}">
                    <a16:creationId xmlns:a16="http://schemas.microsoft.com/office/drawing/2014/main" id="{198418F4-5B26-02F1-DEE3-15DEBF96AE03}"/>
                  </a:ext>
                </a:extLst>
              </p:cNvPr>
              <p:cNvSpPr/>
              <p:nvPr/>
            </p:nvSpPr>
            <p:spPr>
              <a:xfrm>
                <a:off x="3192555" y="6968022"/>
                <a:ext cx="315525" cy="149025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Ellipse 44">
                <a:extLst>
                  <a:ext uri="{FF2B5EF4-FFF2-40B4-BE49-F238E27FC236}">
                    <a16:creationId xmlns:a16="http://schemas.microsoft.com/office/drawing/2014/main" id="{7E35EE5F-7A2A-8F4C-11B3-07E2C3C6D2A5}"/>
                  </a:ext>
                </a:extLst>
              </p:cNvPr>
              <p:cNvSpPr/>
              <p:nvPr/>
            </p:nvSpPr>
            <p:spPr>
              <a:xfrm>
                <a:off x="3059205" y="8348790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Kreis: nicht ausgefüllt 45">
                <a:extLst>
                  <a:ext uri="{FF2B5EF4-FFF2-40B4-BE49-F238E27FC236}">
                    <a16:creationId xmlns:a16="http://schemas.microsoft.com/office/drawing/2014/main" id="{11F859BE-CD7F-6664-24EE-1C83A1D2D9EB}"/>
                  </a:ext>
                </a:extLst>
              </p:cNvPr>
              <p:cNvSpPr/>
              <p:nvPr/>
            </p:nvSpPr>
            <p:spPr>
              <a:xfrm>
                <a:off x="-60233" y="5230706"/>
                <a:ext cx="6848475" cy="6848475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hteck 46">
                <a:extLst>
                  <a:ext uri="{FF2B5EF4-FFF2-40B4-BE49-F238E27FC236}">
                    <a16:creationId xmlns:a16="http://schemas.microsoft.com/office/drawing/2014/main" id="{76B9A34F-0F42-7154-02DC-2F6575184DD2}"/>
                  </a:ext>
                </a:extLst>
              </p:cNvPr>
              <p:cNvSpPr/>
              <p:nvPr/>
            </p:nvSpPr>
            <p:spPr>
              <a:xfrm rot="4277537">
                <a:off x="4310046" y="5379165"/>
                <a:ext cx="315526" cy="191967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CDE698BE-B654-4320-4363-B4769F4B89DB}"/>
                  </a:ext>
                </a:extLst>
              </p:cNvPr>
              <p:cNvSpPr/>
              <p:nvPr/>
            </p:nvSpPr>
            <p:spPr>
              <a:xfrm rot="17322463" flipH="1">
                <a:off x="2085834" y="5359832"/>
                <a:ext cx="315526" cy="1919678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5EE551C2-E488-5708-320A-670649F44A67}"/>
                  </a:ext>
                </a:extLst>
              </p:cNvPr>
              <p:cNvSpPr/>
              <p:nvPr/>
            </p:nvSpPr>
            <p:spPr>
              <a:xfrm>
                <a:off x="3045517" y="6432288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61" name="Kreis: nicht ausgefüllt 60">
              <a:extLst>
                <a:ext uri="{FF2B5EF4-FFF2-40B4-BE49-F238E27FC236}">
                  <a16:creationId xmlns:a16="http://schemas.microsoft.com/office/drawing/2014/main" id="{96BB3E9C-276C-7AF3-4803-2B51E4E457B7}"/>
                </a:ext>
              </a:extLst>
            </p:cNvPr>
            <p:cNvSpPr/>
            <p:nvPr/>
          </p:nvSpPr>
          <p:spPr>
            <a:xfrm>
              <a:off x="4280045" y="2099275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42CF5C15-3330-F50C-6765-970FF031C13B}"/>
                </a:ext>
              </a:extLst>
            </p:cNvPr>
            <p:cNvSpPr txBox="1"/>
            <p:nvPr/>
          </p:nvSpPr>
          <p:spPr>
            <a:xfrm>
              <a:off x="5368655" y="3026788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/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blipFill>
                  <a:blip r:embed="rId2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Pfeil: gebogen 67">
              <a:extLst>
                <a:ext uri="{FF2B5EF4-FFF2-40B4-BE49-F238E27FC236}">
                  <a16:creationId xmlns:a16="http://schemas.microsoft.com/office/drawing/2014/main" id="{96EE1D96-5DCF-0604-C3D8-0D291722FEAC}"/>
                </a:ext>
              </a:extLst>
            </p:cNvPr>
            <p:cNvSpPr/>
            <p:nvPr/>
          </p:nvSpPr>
          <p:spPr>
            <a:xfrm rot="20304312" flipH="1">
              <a:off x="4962843" y="280569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/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Gerader Verbinder 70">
              <a:extLst>
                <a:ext uri="{FF2B5EF4-FFF2-40B4-BE49-F238E27FC236}">
                  <a16:creationId xmlns:a16="http://schemas.microsoft.com/office/drawing/2014/main" id="{F0D74BC9-7543-3D50-143A-09D5F1D186A2}"/>
                </a:ext>
              </a:extLst>
            </p:cNvPr>
            <p:cNvCxnSpPr>
              <a:cxnSpLocks/>
              <a:stCxn id="46" idx="0"/>
              <a:endCxn id="48" idx="0"/>
            </p:cNvCxnSpPr>
            <p:nvPr/>
          </p:nvCxnSpPr>
          <p:spPr>
            <a:xfrm flipH="1">
              <a:off x="5222061" y="2418777"/>
              <a:ext cx="5818" cy="51071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5" name="Rechteck 84">
            <a:extLst>
              <a:ext uri="{FF2B5EF4-FFF2-40B4-BE49-F238E27FC236}">
                <a16:creationId xmlns:a16="http://schemas.microsoft.com/office/drawing/2014/main" id="{69012B81-5B5F-3471-B292-81861C1A6851}"/>
              </a:ext>
            </a:extLst>
          </p:cNvPr>
          <p:cNvSpPr/>
          <p:nvPr/>
        </p:nvSpPr>
        <p:spPr>
          <a:xfrm rot="17519570" flipH="1">
            <a:off x="4284819" y="6124507"/>
            <a:ext cx="118635" cy="1314626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7" name="Rechteck 126">
            <a:extLst>
              <a:ext uri="{FF2B5EF4-FFF2-40B4-BE49-F238E27FC236}">
                <a16:creationId xmlns:a16="http://schemas.microsoft.com/office/drawing/2014/main" id="{2997E124-D2CC-C2D3-1B45-EEA01F4188C9}"/>
              </a:ext>
            </a:extLst>
          </p:cNvPr>
          <p:cNvSpPr/>
          <p:nvPr/>
        </p:nvSpPr>
        <p:spPr>
          <a:xfrm>
            <a:off x="3868651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9" name="Rechteck 108">
            <a:extLst>
              <a:ext uri="{FF2B5EF4-FFF2-40B4-BE49-F238E27FC236}">
                <a16:creationId xmlns:a16="http://schemas.microsoft.com/office/drawing/2014/main" id="{F941617A-23FC-6034-DC49-1E609A306C7E}"/>
              </a:ext>
            </a:extLst>
          </p:cNvPr>
          <p:cNvSpPr/>
          <p:nvPr/>
        </p:nvSpPr>
        <p:spPr>
          <a:xfrm>
            <a:off x="4836521" y="7365114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hteck 109">
            <a:extLst>
              <a:ext uri="{FF2B5EF4-FFF2-40B4-BE49-F238E27FC236}">
                <a16:creationId xmlns:a16="http://schemas.microsoft.com/office/drawing/2014/main" id="{8FB45004-3D04-ED75-0D9E-3F0C080D8EEB}"/>
              </a:ext>
            </a:extLst>
          </p:cNvPr>
          <p:cNvSpPr/>
          <p:nvPr/>
        </p:nvSpPr>
        <p:spPr>
          <a:xfrm>
            <a:off x="4994410" y="7131237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Ellipse 111">
            <a:extLst>
              <a:ext uri="{FF2B5EF4-FFF2-40B4-BE49-F238E27FC236}">
                <a16:creationId xmlns:a16="http://schemas.microsoft.com/office/drawing/2014/main" id="{A1978827-2302-5FC8-6CB1-9EC114E12E3B}"/>
              </a:ext>
            </a:extLst>
          </p:cNvPr>
          <p:cNvSpPr/>
          <p:nvPr/>
        </p:nvSpPr>
        <p:spPr>
          <a:xfrm>
            <a:off x="4937732" y="691814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Kreis: nicht ausgefüllt 112">
            <a:extLst>
              <a:ext uri="{FF2B5EF4-FFF2-40B4-BE49-F238E27FC236}">
                <a16:creationId xmlns:a16="http://schemas.microsoft.com/office/drawing/2014/main" id="{A8B4DB0C-5783-8BDE-B438-B921A88DC5D7}"/>
              </a:ext>
            </a:extLst>
          </p:cNvPr>
          <p:cNvSpPr/>
          <p:nvPr/>
        </p:nvSpPr>
        <p:spPr>
          <a:xfrm>
            <a:off x="3611867" y="5592850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0" name="Pfeil: gebogen 129">
            <a:extLst>
              <a:ext uri="{FF2B5EF4-FFF2-40B4-BE49-F238E27FC236}">
                <a16:creationId xmlns:a16="http://schemas.microsoft.com/office/drawing/2014/main" id="{FA176C8C-F4FD-130B-23BD-53BB43C4CC23}"/>
              </a:ext>
            </a:extLst>
          </p:cNvPr>
          <p:cNvSpPr/>
          <p:nvPr/>
        </p:nvSpPr>
        <p:spPr>
          <a:xfrm rot="20304312" flipH="1">
            <a:off x="4803360" y="67872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1BB08DFD-5212-7F6C-1DE3-46083A10C7F6}"/>
              </a:ext>
            </a:extLst>
          </p:cNvPr>
          <p:cNvGrpSpPr/>
          <p:nvPr/>
        </p:nvGrpSpPr>
        <p:grpSpPr>
          <a:xfrm>
            <a:off x="276789" y="2023076"/>
            <a:ext cx="2910830" cy="3230332"/>
            <a:chOff x="276789" y="2023076"/>
            <a:chExt cx="2910830" cy="3230332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90172B6C-EDEB-1C14-7378-602E53215FBF}"/>
                </a:ext>
              </a:extLst>
            </p:cNvPr>
            <p:cNvSpPr/>
            <p:nvPr/>
          </p:nvSpPr>
          <p:spPr>
            <a:xfrm>
              <a:off x="1501443" y="4114842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1C3B4BA-FF39-814E-24DA-F7DDBE7C31FC}"/>
                </a:ext>
              </a:extLst>
            </p:cNvPr>
            <p:cNvSpPr/>
            <p:nvPr/>
          </p:nvSpPr>
          <p:spPr>
            <a:xfrm>
              <a:off x="1659332" y="3880965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E24FF80-B0BE-24B5-C232-D7C5FDCBD500}"/>
                </a:ext>
              </a:extLst>
            </p:cNvPr>
            <p:cNvSpPr/>
            <p:nvPr/>
          </p:nvSpPr>
          <p:spPr>
            <a:xfrm>
              <a:off x="1659332" y="3080995"/>
              <a:ext cx="134109" cy="6334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6FD7654D-6B40-7CC3-A63B-F25BB4C2F518}"/>
                </a:ext>
              </a:extLst>
            </p:cNvPr>
            <p:cNvSpPr/>
            <p:nvPr/>
          </p:nvSpPr>
          <p:spPr>
            <a:xfrm>
              <a:off x="1602654" y="3667867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Kreis: nicht ausgefüllt 8">
              <a:extLst>
                <a:ext uri="{FF2B5EF4-FFF2-40B4-BE49-F238E27FC236}">
                  <a16:creationId xmlns:a16="http://schemas.microsoft.com/office/drawing/2014/main" id="{D1A98818-CB39-00A8-4D73-B96EFB60A61F}"/>
                </a:ext>
              </a:extLst>
            </p:cNvPr>
            <p:cNvSpPr/>
            <p:nvPr/>
          </p:nvSpPr>
          <p:spPr>
            <a:xfrm>
              <a:off x="276789" y="2342578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0A59DCF6-BB57-4104-3FF7-2DBF8ED28245}"/>
                </a:ext>
              </a:extLst>
            </p:cNvPr>
            <p:cNvSpPr/>
            <p:nvPr/>
          </p:nvSpPr>
          <p:spPr>
            <a:xfrm>
              <a:off x="1659332" y="2078543"/>
              <a:ext cx="134109" cy="81592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3BE67E0C-DCF5-B9C7-907A-58EDF042FC0C}"/>
                </a:ext>
              </a:extLst>
            </p:cNvPr>
            <p:cNvSpPr/>
            <p:nvPr/>
          </p:nvSpPr>
          <p:spPr>
            <a:xfrm>
              <a:off x="1596836" y="285329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D02E4AB8-0A78-FBF5-8706-0776D18F3DB8}"/>
                </a:ext>
              </a:extLst>
            </p:cNvPr>
            <p:cNvGrpSpPr/>
            <p:nvPr/>
          </p:nvGrpSpPr>
          <p:grpSpPr>
            <a:xfrm rot="900000">
              <a:off x="1697037" y="3790621"/>
              <a:ext cx="1440188" cy="379146"/>
              <a:chOff x="1721420" y="3596663"/>
              <a:chExt cx="1442192" cy="379146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A912CEC5-1423-7465-16D6-0FF3A59628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EA4E3043-A0FA-2137-2C5D-05499BB5B1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A88E6AAF-D8F2-549A-894D-22A2B78B8D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454CE33-3B82-0498-7513-D1C9DE37DB32}"/>
                </a:ext>
              </a:extLst>
            </p:cNvPr>
            <p:cNvSpPr txBox="1"/>
            <p:nvPr/>
          </p:nvSpPr>
          <p:spPr>
            <a:xfrm>
              <a:off x="2376937" y="3714404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p:sp>
          <p:nvSpPr>
            <p:cNvPr id="50" name="Kreis: nicht ausgefüllt 49">
              <a:extLst>
                <a:ext uri="{FF2B5EF4-FFF2-40B4-BE49-F238E27FC236}">
                  <a16:creationId xmlns:a16="http://schemas.microsoft.com/office/drawing/2014/main" id="{96805F6D-2615-0E9A-1E5D-EC539635625F}"/>
                </a:ext>
              </a:extLst>
            </p:cNvPr>
            <p:cNvSpPr/>
            <p:nvPr/>
          </p:nvSpPr>
          <p:spPr>
            <a:xfrm>
              <a:off x="778343" y="2023076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C811964F-8D3D-300C-407B-31667CA0EDD8}"/>
                </a:ext>
              </a:extLst>
            </p:cNvPr>
            <p:cNvGrpSpPr/>
            <p:nvPr/>
          </p:nvGrpSpPr>
          <p:grpSpPr>
            <a:xfrm rot="900000">
              <a:off x="1706538" y="2922671"/>
              <a:ext cx="882543" cy="379146"/>
              <a:chOff x="1721420" y="3596663"/>
              <a:chExt cx="1442192" cy="379146"/>
            </a:xfrm>
          </p:grpSpPr>
          <p:cxnSp>
            <p:nvCxnSpPr>
              <p:cNvPr id="57" name="Gerade Verbindung mit Pfeil 56">
                <a:extLst>
                  <a:ext uri="{FF2B5EF4-FFF2-40B4-BE49-F238E27FC236}">
                    <a16:creationId xmlns:a16="http://schemas.microsoft.com/office/drawing/2014/main" id="{57B1E8EC-F7F4-A2CF-BA0E-9D4F11E1A2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8B95C89A-4526-CCC4-B4E1-58C8A7DEDA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B482D74-D3B4-F750-0BE5-1DDEFA61FF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/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2" name="Pfeil: gebogen 131">
              <a:extLst>
                <a:ext uri="{FF2B5EF4-FFF2-40B4-BE49-F238E27FC236}">
                  <a16:creationId xmlns:a16="http://schemas.microsoft.com/office/drawing/2014/main" id="{F966A198-1799-FCC5-4C94-F1C27E172E18}"/>
                </a:ext>
              </a:extLst>
            </p:cNvPr>
            <p:cNvSpPr/>
            <p:nvPr/>
          </p:nvSpPr>
          <p:spPr>
            <a:xfrm rot="20304312" flipH="1">
              <a:off x="1476485" y="27386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D8FCF065-36E1-780B-6056-20641BDE789D}"/>
              </a:ext>
            </a:extLst>
          </p:cNvPr>
          <p:cNvGrpSpPr/>
          <p:nvPr/>
        </p:nvGrpSpPr>
        <p:grpSpPr>
          <a:xfrm rot="15701359">
            <a:off x="8351023" y="3397057"/>
            <a:ext cx="1012485" cy="967817"/>
            <a:chOff x="2677600" y="4978510"/>
            <a:chExt cx="1012485" cy="967817"/>
          </a:xfrm>
        </p:grpSpPr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C384D5CE-B7D9-5E5D-A802-9F917FCD553F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C944F9C8-2D97-13EB-E5C7-B2A228A95FEF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D074778-E0E8-275F-79D7-B473372708A6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A6B1117-4832-5F73-FA23-2C281BBAFDAD}"/>
              </a:ext>
            </a:extLst>
          </p:cNvPr>
          <p:cNvGrpSpPr/>
          <p:nvPr/>
        </p:nvGrpSpPr>
        <p:grpSpPr>
          <a:xfrm rot="20461877" flipH="1">
            <a:off x="9206964" y="3142638"/>
            <a:ext cx="1012485" cy="967817"/>
            <a:chOff x="2677600" y="4978510"/>
            <a:chExt cx="1012485" cy="967817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18419040-FE8D-859E-11E7-44FF6A2D8C7D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36B6EF24-CD47-B9D7-CBAE-D97F2187C544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BA69D26F-6B32-882E-38B6-70E68EE230C3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8" name="Gruppieren 137">
            <a:extLst>
              <a:ext uri="{FF2B5EF4-FFF2-40B4-BE49-F238E27FC236}">
                <a16:creationId xmlns:a16="http://schemas.microsoft.com/office/drawing/2014/main" id="{804D9EC1-3CBA-936E-930C-48417F920679}"/>
              </a:ext>
            </a:extLst>
          </p:cNvPr>
          <p:cNvGrpSpPr/>
          <p:nvPr/>
        </p:nvGrpSpPr>
        <p:grpSpPr>
          <a:xfrm>
            <a:off x="225788" y="5545537"/>
            <a:ext cx="3104976" cy="3603510"/>
            <a:chOff x="482046" y="5795124"/>
            <a:chExt cx="2705573" cy="3139979"/>
          </a:xfrm>
        </p:grpSpPr>
        <p:sp>
          <p:nvSpPr>
            <p:cNvPr id="75" name="Halbbogen 74">
              <a:extLst>
                <a:ext uri="{FF2B5EF4-FFF2-40B4-BE49-F238E27FC236}">
                  <a16:creationId xmlns:a16="http://schemas.microsoft.com/office/drawing/2014/main" id="{A87049D7-3010-EEC8-401E-967D1885C80E}"/>
                </a:ext>
              </a:extLst>
            </p:cNvPr>
            <p:cNvSpPr/>
            <p:nvPr/>
          </p:nvSpPr>
          <p:spPr>
            <a:xfrm rot="11163210" flipH="1" flipV="1">
              <a:off x="482046" y="5795124"/>
              <a:ext cx="2194312" cy="3139979"/>
            </a:xfrm>
            <a:prstGeom prst="blockArc">
              <a:avLst>
                <a:gd name="adj1" fmla="val 16811896"/>
                <a:gd name="adj2" fmla="val 19710707"/>
                <a:gd name="adj3" fmla="val 1687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Kreis: nicht ausgefüllt 94">
              <a:extLst>
                <a:ext uri="{FF2B5EF4-FFF2-40B4-BE49-F238E27FC236}">
                  <a16:creationId xmlns:a16="http://schemas.microsoft.com/office/drawing/2014/main" id="{8A3213FE-F572-FC9B-2A9F-C812B562EDF4}"/>
                </a:ext>
              </a:extLst>
            </p:cNvPr>
            <p:cNvSpPr/>
            <p:nvPr/>
          </p:nvSpPr>
          <p:spPr>
            <a:xfrm>
              <a:off x="876300" y="6268508"/>
              <a:ext cx="2028825" cy="212491"/>
            </a:xfrm>
            <a:prstGeom prst="donut">
              <a:avLst>
                <a:gd name="adj" fmla="val 28646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7" name="Stern: 6 Zacken 76">
              <a:extLst>
                <a:ext uri="{FF2B5EF4-FFF2-40B4-BE49-F238E27FC236}">
                  <a16:creationId xmlns:a16="http://schemas.microsoft.com/office/drawing/2014/main" id="{7418235B-9F6C-0AC4-F35E-CFA68279AF4D}"/>
                </a:ext>
              </a:extLst>
            </p:cNvPr>
            <p:cNvSpPr/>
            <p:nvPr/>
          </p:nvSpPr>
          <p:spPr>
            <a:xfrm rot="227872">
              <a:off x="2316735" y="6193965"/>
              <a:ext cx="190654" cy="190654"/>
            </a:xfrm>
            <a:prstGeom prst="star6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uppieren 99">
              <a:extLst>
                <a:ext uri="{FF2B5EF4-FFF2-40B4-BE49-F238E27FC236}">
                  <a16:creationId xmlns:a16="http://schemas.microsoft.com/office/drawing/2014/main" id="{379EF47B-EA6A-1E22-9D8C-8DFD978D5302}"/>
                </a:ext>
              </a:extLst>
            </p:cNvPr>
            <p:cNvGrpSpPr/>
            <p:nvPr/>
          </p:nvGrpSpPr>
          <p:grpSpPr>
            <a:xfrm>
              <a:off x="1750267" y="6417438"/>
              <a:ext cx="326303" cy="61293"/>
              <a:chOff x="1672508" y="7200899"/>
              <a:chExt cx="326303" cy="61293"/>
            </a:xfrm>
          </p:grpSpPr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C382E6F7-C039-50AE-150C-5EE7F45FAE34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7" name="Gerader Verbinder 96">
                <a:extLst>
                  <a:ext uri="{FF2B5EF4-FFF2-40B4-BE49-F238E27FC236}">
                    <a16:creationId xmlns:a16="http://schemas.microsoft.com/office/drawing/2014/main" id="{A44D37B5-DBE3-9D90-D82F-03E75CFDA3C2}"/>
                  </a:ext>
                </a:extLst>
              </p:cNvPr>
              <p:cNvCxnSpPr/>
              <p:nvPr/>
            </p:nvCxnSpPr>
            <p:spPr>
              <a:xfrm>
                <a:off x="1672508" y="7203280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2AB01BDB-7D7D-251B-7D29-42BEDE03360D}"/>
                  </a:ext>
                </a:extLst>
              </p:cNvPr>
              <p:cNvCxnSpPr/>
              <p:nvPr/>
            </p:nvCxnSpPr>
            <p:spPr>
              <a:xfrm>
                <a:off x="1678213" y="7262079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Gruppieren 100">
              <a:extLst>
                <a:ext uri="{FF2B5EF4-FFF2-40B4-BE49-F238E27FC236}">
                  <a16:creationId xmlns:a16="http://schemas.microsoft.com/office/drawing/2014/main" id="{2FBBB546-EAEE-7D1C-FB87-08A84EB1ADFD}"/>
                </a:ext>
              </a:extLst>
            </p:cNvPr>
            <p:cNvGrpSpPr/>
            <p:nvPr/>
          </p:nvGrpSpPr>
          <p:grpSpPr>
            <a:xfrm rot="21088293">
              <a:off x="2307764" y="6404917"/>
              <a:ext cx="279618" cy="66525"/>
              <a:chOff x="1535064" y="7193970"/>
              <a:chExt cx="462865" cy="76314"/>
            </a:xfrm>
          </p:grpSpPr>
          <p:sp>
            <p:nvSpPr>
              <p:cNvPr id="102" name="Rechteck 101">
                <a:extLst>
                  <a:ext uri="{FF2B5EF4-FFF2-40B4-BE49-F238E27FC236}">
                    <a16:creationId xmlns:a16="http://schemas.microsoft.com/office/drawing/2014/main" id="{73BF76DA-0AC6-6F67-99F1-E0BF5004B199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6EAB9F40-507C-227E-680B-A2A6E649B3C0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611647" y="7193985"/>
                <a:ext cx="358257" cy="1116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r Verbinder 103">
                <a:extLst>
                  <a:ext uri="{FF2B5EF4-FFF2-40B4-BE49-F238E27FC236}">
                    <a16:creationId xmlns:a16="http://schemas.microsoft.com/office/drawing/2014/main" id="{A0E65FF3-AF3F-1B4D-2690-463D948EBCF5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535064" y="7238118"/>
                <a:ext cx="462865" cy="321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6" name="Kreis: nicht ausgefüllt 75">
              <a:extLst>
                <a:ext uri="{FF2B5EF4-FFF2-40B4-BE49-F238E27FC236}">
                  <a16:creationId xmlns:a16="http://schemas.microsoft.com/office/drawing/2014/main" id="{99BCE46F-AB3C-7300-8813-2B6E91A3130B}"/>
                </a:ext>
              </a:extLst>
            </p:cNvPr>
            <p:cNvSpPr/>
            <p:nvPr/>
          </p:nvSpPr>
          <p:spPr>
            <a:xfrm>
              <a:off x="599066" y="5844264"/>
              <a:ext cx="2588553" cy="2588553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69EAE154-37FE-B315-0769-672108639033}"/>
                </a:ext>
              </a:extLst>
            </p:cNvPr>
            <p:cNvSpPr>
              <a:spLocks/>
            </p:cNvSpPr>
            <p:nvPr/>
          </p:nvSpPr>
          <p:spPr>
            <a:xfrm rot="4040379">
              <a:off x="2451237" y="6286473"/>
              <a:ext cx="87063" cy="1137962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Zylinder 78">
              <a:extLst>
                <a:ext uri="{FF2B5EF4-FFF2-40B4-BE49-F238E27FC236}">
                  <a16:creationId xmlns:a16="http://schemas.microsoft.com/office/drawing/2014/main" id="{3B4896B6-525A-FECE-5295-74E15069D462}"/>
                </a:ext>
              </a:extLst>
            </p:cNvPr>
            <p:cNvSpPr/>
            <p:nvPr/>
          </p:nvSpPr>
          <p:spPr>
            <a:xfrm>
              <a:off x="1800204" y="7138541"/>
              <a:ext cx="186278" cy="485868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FE8D1956-265A-0285-8263-321516A36EE5}"/>
                </a:ext>
              </a:extLst>
            </p:cNvPr>
            <p:cNvSpPr/>
            <p:nvPr/>
          </p:nvSpPr>
          <p:spPr>
            <a:xfrm>
              <a:off x="1755752" y="6979241"/>
              <a:ext cx="299343" cy="29934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Kreis: nicht ausgefüllt 80">
              <a:extLst>
                <a:ext uri="{FF2B5EF4-FFF2-40B4-BE49-F238E27FC236}">
                  <a16:creationId xmlns:a16="http://schemas.microsoft.com/office/drawing/2014/main" id="{6EB8249B-7406-B5F5-6F8C-E352BEDE619E}"/>
                </a:ext>
              </a:extLst>
            </p:cNvPr>
            <p:cNvSpPr/>
            <p:nvPr/>
          </p:nvSpPr>
          <p:spPr>
            <a:xfrm>
              <a:off x="611981" y="6814593"/>
              <a:ext cx="2575638" cy="452107"/>
            </a:xfrm>
            <a:prstGeom prst="donut">
              <a:avLst>
                <a:gd name="adj" fmla="val 13391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348FD1F5-5B37-618A-8839-D3035BB0E29B}"/>
                </a:ext>
              </a:extLst>
            </p:cNvPr>
            <p:cNvSpPr/>
            <p:nvPr/>
          </p:nvSpPr>
          <p:spPr>
            <a:xfrm>
              <a:off x="1507336" y="7578323"/>
              <a:ext cx="803294" cy="2993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81506B75-A274-58F0-77F2-798FA32E901D}"/>
                </a:ext>
              </a:extLst>
            </p:cNvPr>
            <p:cNvSpPr/>
            <p:nvPr/>
          </p:nvSpPr>
          <p:spPr>
            <a:xfrm rot="4076129">
              <a:off x="2413435" y="6711034"/>
              <a:ext cx="87732" cy="31935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0B5CE55F-DE13-8282-9EAF-C4CDF24715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2663" y="6746370"/>
              <a:ext cx="386678" cy="16385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81051765-59AC-F95D-005D-9682885BE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0630" y="6827136"/>
              <a:ext cx="363279" cy="1513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hteck 117">
            <a:extLst>
              <a:ext uri="{FF2B5EF4-FFF2-40B4-BE49-F238E27FC236}">
                <a16:creationId xmlns:a16="http://schemas.microsoft.com/office/drawing/2014/main" id="{C6A49A0C-C460-DA8F-9B51-2E162C396133}"/>
              </a:ext>
            </a:extLst>
          </p:cNvPr>
          <p:cNvSpPr/>
          <p:nvPr/>
        </p:nvSpPr>
        <p:spPr>
          <a:xfrm>
            <a:off x="7060584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1" name="Rechteck 120">
            <a:extLst>
              <a:ext uri="{FF2B5EF4-FFF2-40B4-BE49-F238E27FC236}">
                <a16:creationId xmlns:a16="http://schemas.microsoft.com/office/drawing/2014/main" id="{F0ABE8E2-8811-C01E-A92C-B2E2A855CBC1}"/>
              </a:ext>
            </a:extLst>
          </p:cNvPr>
          <p:cNvSpPr/>
          <p:nvPr/>
        </p:nvSpPr>
        <p:spPr>
          <a:xfrm>
            <a:off x="8028454" y="7365114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hteck 121">
            <a:extLst>
              <a:ext uri="{FF2B5EF4-FFF2-40B4-BE49-F238E27FC236}">
                <a16:creationId xmlns:a16="http://schemas.microsoft.com/office/drawing/2014/main" id="{1BDA47AC-0AC5-403F-8096-166751AE0808}"/>
              </a:ext>
            </a:extLst>
          </p:cNvPr>
          <p:cNvSpPr/>
          <p:nvPr/>
        </p:nvSpPr>
        <p:spPr>
          <a:xfrm>
            <a:off x="8186343" y="7131237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Ellipse 123">
            <a:extLst>
              <a:ext uri="{FF2B5EF4-FFF2-40B4-BE49-F238E27FC236}">
                <a16:creationId xmlns:a16="http://schemas.microsoft.com/office/drawing/2014/main" id="{A1664D22-5D7A-6139-C593-41F7C70D2912}"/>
              </a:ext>
            </a:extLst>
          </p:cNvPr>
          <p:cNvSpPr/>
          <p:nvPr/>
        </p:nvSpPr>
        <p:spPr>
          <a:xfrm>
            <a:off x="8129665" y="691814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Kreis: nicht ausgefüllt 124">
            <a:extLst>
              <a:ext uri="{FF2B5EF4-FFF2-40B4-BE49-F238E27FC236}">
                <a16:creationId xmlns:a16="http://schemas.microsoft.com/office/drawing/2014/main" id="{2122957E-60AD-AADD-E8E9-A077E9380858}"/>
              </a:ext>
            </a:extLst>
          </p:cNvPr>
          <p:cNvSpPr/>
          <p:nvPr/>
        </p:nvSpPr>
        <p:spPr>
          <a:xfrm>
            <a:off x="6803800" y="5592850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6" name="Pfeil: gebogen 125">
            <a:extLst>
              <a:ext uri="{FF2B5EF4-FFF2-40B4-BE49-F238E27FC236}">
                <a16:creationId xmlns:a16="http://schemas.microsoft.com/office/drawing/2014/main" id="{E8F9BDFF-9B84-473F-F9D6-C0272B9D0CEF}"/>
              </a:ext>
            </a:extLst>
          </p:cNvPr>
          <p:cNvSpPr/>
          <p:nvPr/>
        </p:nvSpPr>
        <p:spPr>
          <a:xfrm rot="20304312" flipH="1">
            <a:off x="7994729" y="6793953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/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blipFill>
                <a:blip r:embed="rId5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/>
              <p:nvPr/>
            </p:nvSpPr>
            <p:spPr>
              <a:xfrm>
                <a:off x="7361769" y="66699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769" y="6669920"/>
                <a:ext cx="410280" cy="317203"/>
              </a:xfrm>
              <a:prstGeom prst="rect">
                <a:avLst/>
              </a:prstGeom>
              <a:blipFill>
                <a:blip r:embed="rId6"/>
                <a:stretch>
                  <a:fillRect r="-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4D112BCF-E2B7-2C01-8C54-081739EA9730}"/>
              </a:ext>
            </a:extLst>
          </p:cNvPr>
          <p:cNvGrpSpPr/>
          <p:nvPr/>
        </p:nvGrpSpPr>
        <p:grpSpPr>
          <a:xfrm>
            <a:off x="218348" y="9173819"/>
            <a:ext cx="2969271" cy="3603510"/>
            <a:chOff x="218348" y="9173819"/>
            <a:chExt cx="2969271" cy="3603510"/>
          </a:xfrm>
        </p:grpSpPr>
        <p:sp>
          <p:nvSpPr>
            <p:cNvPr id="140" name="Halbbogen 139">
              <a:extLst>
                <a:ext uri="{FF2B5EF4-FFF2-40B4-BE49-F238E27FC236}">
                  <a16:creationId xmlns:a16="http://schemas.microsoft.com/office/drawing/2014/main" id="{92E4002A-0CCC-4C0F-D000-D03D8F017D26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05" name="Gruppieren 204">
              <a:extLst>
                <a:ext uri="{FF2B5EF4-FFF2-40B4-BE49-F238E27FC236}">
                  <a16:creationId xmlns:a16="http://schemas.microsoft.com/office/drawing/2014/main" id="{D38EE206-80B9-074E-C239-EE05065F18F7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60" name="Rechteck 159">
                <a:extLst>
                  <a:ext uri="{FF2B5EF4-FFF2-40B4-BE49-F238E27FC236}">
                    <a16:creationId xmlns:a16="http://schemas.microsoft.com/office/drawing/2014/main" id="{FBC82358-6027-577F-A6BF-FDFF8CF187E6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Kreis: nicht ausgefüllt 153">
                <a:extLst>
                  <a:ext uri="{FF2B5EF4-FFF2-40B4-BE49-F238E27FC236}">
                    <a16:creationId xmlns:a16="http://schemas.microsoft.com/office/drawing/2014/main" id="{17B1056E-7435-76DC-C273-9FBA576DEC7F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Stern: 6 Zacken 154">
                <a:extLst>
                  <a:ext uri="{FF2B5EF4-FFF2-40B4-BE49-F238E27FC236}">
                    <a16:creationId xmlns:a16="http://schemas.microsoft.com/office/drawing/2014/main" id="{C5453CFB-CC07-7DFB-622E-A39E2C8FC227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57F186A8-4DD8-CC5F-B0DA-59CE80FC9FD8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83" name="Rechteck 182">
                  <a:extLst>
                    <a:ext uri="{FF2B5EF4-FFF2-40B4-BE49-F238E27FC236}">
                      <a16:creationId xmlns:a16="http://schemas.microsoft.com/office/drawing/2014/main" id="{5A6F00D7-F703-F4F6-F986-0A0891E98BAB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4" name="Gerader Verbinder 183">
                  <a:extLst>
                    <a:ext uri="{FF2B5EF4-FFF2-40B4-BE49-F238E27FC236}">
                      <a16:creationId xmlns:a16="http://schemas.microsoft.com/office/drawing/2014/main" id="{D0BC3448-DDE9-010D-3671-6630DEC85562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Gerader Verbinder 184">
                  <a:extLst>
                    <a:ext uri="{FF2B5EF4-FFF2-40B4-BE49-F238E27FC236}">
                      <a16:creationId xmlns:a16="http://schemas.microsoft.com/office/drawing/2014/main" id="{B317F74F-D45F-6E88-7382-5E0CFCFEC101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" name="Gruppieren 156">
                <a:extLst>
                  <a:ext uri="{FF2B5EF4-FFF2-40B4-BE49-F238E27FC236}">
                    <a16:creationId xmlns:a16="http://schemas.microsoft.com/office/drawing/2014/main" id="{426CAD6D-22F7-263F-BC64-9D5DD852989F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80" name="Rechteck 179">
                  <a:extLst>
                    <a:ext uri="{FF2B5EF4-FFF2-40B4-BE49-F238E27FC236}">
                      <a16:creationId xmlns:a16="http://schemas.microsoft.com/office/drawing/2014/main" id="{C4A13D9D-87D9-5C14-7A62-57FF2B4F50A7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DAD2A3B9-D276-1687-A4FC-AD9465C7E6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Gerader Verbinder 181">
                  <a:extLst>
                    <a:ext uri="{FF2B5EF4-FFF2-40B4-BE49-F238E27FC236}">
                      <a16:creationId xmlns:a16="http://schemas.microsoft.com/office/drawing/2014/main" id="{0F40AE3D-67E8-B14C-1A1E-0D7023B29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9" name="Kreis: nicht ausgefüllt 158">
                <a:extLst>
                  <a:ext uri="{FF2B5EF4-FFF2-40B4-BE49-F238E27FC236}">
                    <a16:creationId xmlns:a16="http://schemas.microsoft.com/office/drawing/2014/main" id="{1D495140-BD43-F32E-5319-FACFD9B33D5A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1" name="Zylinder 160">
                <a:extLst>
                  <a:ext uri="{FF2B5EF4-FFF2-40B4-BE49-F238E27FC236}">
                    <a16:creationId xmlns:a16="http://schemas.microsoft.com/office/drawing/2014/main" id="{B60AC3A0-E397-F956-B617-23E810AE9CEE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62" name="Ellipse 161">
                <a:extLst>
                  <a:ext uri="{FF2B5EF4-FFF2-40B4-BE49-F238E27FC236}">
                    <a16:creationId xmlns:a16="http://schemas.microsoft.com/office/drawing/2014/main" id="{61B3CC89-65EA-7492-E92A-D62E8311AB26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Kreis: nicht ausgefüllt 164">
                <a:extLst>
                  <a:ext uri="{FF2B5EF4-FFF2-40B4-BE49-F238E27FC236}">
                    <a16:creationId xmlns:a16="http://schemas.microsoft.com/office/drawing/2014/main" id="{180F920A-7311-0467-492B-251C68E64EB0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66" name="Rechteck 165">
                <a:extLst>
                  <a:ext uri="{FF2B5EF4-FFF2-40B4-BE49-F238E27FC236}">
                    <a16:creationId xmlns:a16="http://schemas.microsoft.com/office/drawing/2014/main" id="{DF4405EE-3627-4A90-572E-AFD910C7068E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7" name="Gruppieren 186">
                <a:extLst>
                  <a:ext uri="{FF2B5EF4-FFF2-40B4-BE49-F238E27FC236}">
                    <a16:creationId xmlns:a16="http://schemas.microsoft.com/office/drawing/2014/main" id="{19268443-C325-13A4-E5BD-BE19262C026C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67" name="Rechteck 166">
                  <a:extLst>
                    <a:ext uri="{FF2B5EF4-FFF2-40B4-BE49-F238E27FC236}">
                      <a16:creationId xmlns:a16="http://schemas.microsoft.com/office/drawing/2014/main" id="{4E7C6A27-74A1-BC56-B412-54F3D9DEE302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68" name="Gerader Verbinder 167">
                  <a:extLst>
                    <a:ext uri="{FF2B5EF4-FFF2-40B4-BE49-F238E27FC236}">
                      <a16:creationId xmlns:a16="http://schemas.microsoft.com/office/drawing/2014/main" id="{8A91469B-BE4B-FF18-FB25-79EC16743E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Gerader Verbinder 178">
                  <a:extLst>
                    <a:ext uri="{FF2B5EF4-FFF2-40B4-BE49-F238E27FC236}">
                      <a16:creationId xmlns:a16="http://schemas.microsoft.com/office/drawing/2014/main" id="{0B188657-704D-59C9-396A-9D962C8146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/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/>
              <p:nvPr/>
            </p:nvSpPr>
            <p:spPr>
              <a:xfrm>
                <a:off x="8489976" y="6289045"/>
                <a:ext cx="511347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IV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9976" y="6289045"/>
                <a:ext cx="511347" cy="3172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46299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Gruppieren 139">
            <a:extLst>
              <a:ext uri="{FF2B5EF4-FFF2-40B4-BE49-F238E27FC236}">
                <a16:creationId xmlns:a16="http://schemas.microsoft.com/office/drawing/2014/main" id="{B6627CC4-10C4-08EB-1411-34EF5DA4DD47}"/>
              </a:ext>
            </a:extLst>
          </p:cNvPr>
          <p:cNvGrpSpPr/>
          <p:nvPr/>
        </p:nvGrpSpPr>
        <p:grpSpPr>
          <a:xfrm rot="21353473" flipH="1">
            <a:off x="3257610" y="1770148"/>
            <a:ext cx="1230842" cy="141193"/>
            <a:chOff x="4347492" y="1721425"/>
            <a:chExt cx="1231107" cy="141193"/>
          </a:xfrm>
        </p:grpSpPr>
        <p:sp>
          <p:nvSpPr>
            <p:cNvPr id="154" name="Rechteck 153">
              <a:extLst>
                <a:ext uri="{FF2B5EF4-FFF2-40B4-BE49-F238E27FC236}">
                  <a16:creationId xmlns:a16="http://schemas.microsoft.com/office/drawing/2014/main" id="{A76B4466-611B-2E67-EA72-1873FA2C059F}"/>
                </a:ext>
              </a:extLst>
            </p:cNvPr>
            <p:cNvSpPr/>
            <p:nvPr/>
          </p:nvSpPr>
          <p:spPr>
            <a:xfrm rot="3951443">
              <a:off x="4891803" y="1178031"/>
              <a:ext cx="140276" cy="122889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Rechteck 154">
              <a:extLst>
                <a:ext uri="{FF2B5EF4-FFF2-40B4-BE49-F238E27FC236}">
                  <a16:creationId xmlns:a16="http://schemas.microsoft.com/office/drawing/2014/main" id="{3B72AE71-7F49-3E07-96A6-F07540C6EADF}"/>
                </a:ext>
              </a:extLst>
            </p:cNvPr>
            <p:cNvSpPr/>
            <p:nvPr/>
          </p:nvSpPr>
          <p:spPr>
            <a:xfrm rot="3951443">
              <a:off x="4928876" y="1142250"/>
              <a:ext cx="70547" cy="1228898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400D598B-E1E4-8E90-523E-12CB22D80F82}"/>
              </a:ext>
            </a:extLst>
          </p:cNvPr>
          <p:cNvGrpSpPr/>
          <p:nvPr/>
        </p:nvGrpSpPr>
        <p:grpSpPr>
          <a:xfrm rot="21353473">
            <a:off x="4393692" y="1707147"/>
            <a:ext cx="1235066" cy="140276"/>
            <a:chOff x="4347492" y="1722342"/>
            <a:chExt cx="1235066" cy="140276"/>
          </a:xfrm>
        </p:grpSpPr>
        <p:sp>
          <p:nvSpPr>
            <p:cNvPr id="163" name="Rechteck 162">
              <a:extLst>
                <a:ext uri="{FF2B5EF4-FFF2-40B4-BE49-F238E27FC236}">
                  <a16:creationId xmlns:a16="http://schemas.microsoft.com/office/drawing/2014/main" id="{CCD71996-AFA7-0D4A-B5B9-2FF720B1CAB0}"/>
                </a:ext>
              </a:extLst>
            </p:cNvPr>
            <p:cNvSpPr/>
            <p:nvPr/>
          </p:nvSpPr>
          <p:spPr>
            <a:xfrm rot="3951443">
              <a:off x="4891803" y="1178031"/>
              <a:ext cx="140276" cy="122889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hteck 104">
              <a:extLst>
                <a:ext uri="{FF2B5EF4-FFF2-40B4-BE49-F238E27FC236}">
                  <a16:creationId xmlns:a16="http://schemas.microsoft.com/office/drawing/2014/main" id="{8F968DFB-C5CE-BA0D-8096-08E0108F5C30}"/>
                </a:ext>
              </a:extLst>
            </p:cNvPr>
            <p:cNvSpPr/>
            <p:nvPr/>
          </p:nvSpPr>
          <p:spPr>
            <a:xfrm rot="3951443">
              <a:off x="4932835" y="1209846"/>
              <a:ext cx="70547" cy="1228898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1" name="Halbbogen 50">
            <a:extLst>
              <a:ext uri="{FF2B5EF4-FFF2-40B4-BE49-F238E27FC236}">
                <a16:creationId xmlns:a16="http://schemas.microsoft.com/office/drawing/2014/main" id="{2047C6B2-4907-46D8-FEF0-502E3775EA4F}"/>
              </a:ext>
            </a:extLst>
          </p:cNvPr>
          <p:cNvSpPr/>
          <p:nvPr/>
        </p:nvSpPr>
        <p:spPr>
          <a:xfrm rot="11163210" flipH="1" flipV="1">
            <a:off x="825248" y="5618049"/>
            <a:ext cx="3799364" cy="5436748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Stern: 6 Zacken 52">
            <a:extLst>
              <a:ext uri="{FF2B5EF4-FFF2-40B4-BE49-F238E27FC236}">
                <a16:creationId xmlns:a16="http://schemas.microsoft.com/office/drawing/2014/main" id="{1387696C-5EAB-9890-7B16-57ECB2A4A69F}"/>
              </a:ext>
            </a:extLst>
          </p:cNvPr>
          <p:cNvSpPr/>
          <p:nvPr/>
        </p:nvSpPr>
        <p:spPr>
          <a:xfrm rot="227872">
            <a:off x="4011324" y="6324977"/>
            <a:ext cx="322937" cy="322937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Würfel 95">
            <a:extLst>
              <a:ext uri="{FF2B5EF4-FFF2-40B4-BE49-F238E27FC236}">
                <a16:creationId xmlns:a16="http://schemas.microsoft.com/office/drawing/2014/main" id="{B7645D6A-758A-ED15-EFA0-8BDE3CF6D3BB}"/>
              </a:ext>
            </a:extLst>
          </p:cNvPr>
          <p:cNvSpPr/>
          <p:nvPr/>
        </p:nvSpPr>
        <p:spPr>
          <a:xfrm rot="13735647" flipH="1">
            <a:off x="3538363" y="6218139"/>
            <a:ext cx="365019" cy="1324990"/>
          </a:xfrm>
          <a:custGeom>
            <a:avLst/>
            <a:gdLst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0 w 388447"/>
              <a:gd name="connsiteY3" fmla="*/ 1348545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0 w 388447"/>
              <a:gd name="connsiteY5" fmla="*/ 1348545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0 w 388447"/>
              <a:gd name="connsiteY3" fmla="*/ 1348545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268955 w 388447"/>
              <a:gd name="connsiteY4" fmla="*/ 1278161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276121 w 388447"/>
              <a:gd name="connsiteY3" fmla="*/ 1265387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268955 w 388447"/>
              <a:gd name="connsiteY4" fmla="*/ 1278161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288904"/>
              <a:gd name="connsiteX1" fmla="*/ 319078 w 388447"/>
              <a:gd name="connsiteY1" fmla="*/ 69369 h 1288904"/>
              <a:gd name="connsiteX2" fmla="*/ 264966 w 388447"/>
              <a:gd name="connsiteY2" fmla="*/ 1288904 h 1288904"/>
              <a:gd name="connsiteX3" fmla="*/ 5455 w 388447"/>
              <a:gd name="connsiteY3" fmla="*/ 1006867 h 1288904"/>
              <a:gd name="connsiteX4" fmla="*/ 0 w 388447"/>
              <a:gd name="connsiteY4" fmla="*/ 69369 h 1288904"/>
              <a:gd name="connsiteX0" fmla="*/ 319078 w 388447"/>
              <a:gd name="connsiteY0" fmla="*/ 69369 h 1288904"/>
              <a:gd name="connsiteX1" fmla="*/ 388447 w 388447"/>
              <a:gd name="connsiteY1" fmla="*/ 0 h 1288904"/>
              <a:gd name="connsiteX2" fmla="*/ 388447 w 388447"/>
              <a:gd name="connsiteY2" fmla="*/ 1279176 h 1288904"/>
              <a:gd name="connsiteX3" fmla="*/ 276121 w 388447"/>
              <a:gd name="connsiteY3" fmla="*/ 1265387 h 1288904"/>
              <a:gd name="connsiteX4" fmla="*/ 319078 w 388447"/>
              <a:gd name="connsiteY4" fmla="*/ 69369 h 1288904"/>
              <a:gd name="connsiteX0" fmla="*/ 0 w 388447"/>
              <a:gd name="connsiteY0" fmla="*/ 69369 h 1288904"/>
              <a:gd name="connsiteX1" fmla="*/ 69369 w 388447"/>
              <a:gd name="connsiteY1" fmla="*/ 0 h 1288904"/>
              <a:gd name="connsiteX2" fmla="*/ 388447 w 388447"/>
              <a:gd name="connsiteY2" fmla="*/ 0 h 1288904"/>
              <a:gd name="connsiteX3" fmla="*/ 319078 w 388447"/>
              <a:gd name="connsiteY3" fmla="*/ 69369 h 1288904"/>
              <a:gd name="connsiteX4" fmla="*/ 0 w 388447"/>
              <a:gd name="connsiteY4" fmla="*/ 69369 h 1288904"/>
              <a:gd name="connsiteX0" fmla="*/ 0 w 388447"/>
              <a:gd name="connsiteY0" fmla="*/ 69369 h 1288904"/>
              <a:gd name="connsiteX1" fmla="*/ 69369 w 388447"/>
              <a:gd name="connsiteY1" fmla="*/ 0 h 1288904"/>
              <a:gd name="connsiteX2" fmla="*/ 388447 w 388447"/>
              <a:gd name="connsiteY2" fmla="*/ 0 h 1288904"/>
              <a:gd name="connsiteX3" fmla="*/ 388447 w 388447"/>
              <a:gd name="connsiteY3" fmla="*/ 1279176 h 1288904"/>
              <a:gd name="connsiteX4" fmla="*/ 268955 w 388447"/>
              <a:gd name="connsiteY4" fmla="*/ 1278161 h 1288904"/>
              <a:gd name="connsiteX5" fmla="*/ 5455 w 388447"/>
              <a:gd name="connsiteY5" fmla="*/ 1006867 h 1288904"/>
              <a:gd name="connsiteX6" fmla="*/ 0 w 388447"/>
              <a:gd name="connsiteY6" fmla="*/ 69369 h 1288904"/>
              <a:gd name="connsiteX7" fmla="*/ 0 w 388447"/>
              <a:gd name="connsiteY7" fmla="*/ 69369 h 1288904"/>
              <a:gd name="connsiteX8" fmla="*/ 319078 w 388447"/>
              <a:gd name="connsiteY8" fmla="*/ 69369 h 1288904"/>
              <a:gd name="connsiteX9" fmla="*/ 388447 w 388447"/>
              <a:gd name="connsiteY9" fmla="*/ 0 h 1288904"/>
              <a:gd name="connsiteX10" fmla="*/ 319078 w 388447"/>
              <a:gd name="connsiteY10" fmla="*/ 69369 h 1288904"/>
              <a:gd name="connsiteX11" fmla="*/ 275714 w 388447"/>
              <a:gd name="connsiteY11" fmla="*/ 1269744 h 1288904"/>
              <a:gd name="connsiteX0" fmla="*/ 0 w 436210"/>
              <a:gd name="connsiteY0" fmla="*/ 69369 h 1288904"/>
              <a:gd name="connsiteX1" fmla="*/ 319078 w 436210"/>
              <a:gd name="connsiteY1" fmla="*/ 69369 h 1288904"/>
              <a:gd name="connsiteX2" fmla="*/ 264966 w 436210"/>
              <a:gd name="connsiteY2" fmla="*/ 1288904 h 1288904"/>
              <a:gd name="connsiteX3" fmla="*/ 5455 w 436210"/>
              <a:gd name="connsiteY3" fmla="*/ 1006867 h 1288904"/>
              <a:gd name="connsiteX4" fmla="*/ 0 w 436210"/>
              <a:gd name="connsiteY4" fmla="*/ 69369 h 1288904"/>
              <a:gd name="connsiteX0" fmla="*/ 319078 w 436210"/>
              <a:gd name="connsiteY0" fmla="*/ 69369 h 1288904"/>
              <a:gd name="connsiteX1" fmla="*/ 388447 w 436210"/>
              <a:gd name="connsiteY1" fmla="*/ 0 h 1288904"/>
              <a:gd name="connsiteX2" fmla="*/ 388447 w 436210"/>
              <a:gd name="connsiteY2" fmla="*/ 1279176 h 1288904"/>
              <a:gd name="connsiteX3" fmla="*/ 276121 w 436210"/>
              <a:gd name="connsiteY3" fmla="*/ 1265387 h 1288904"/>
              <a:gd name="connsiteX4" fmla="*/ 319078 w 436210"/>
              <a:gd name="connsiteY4" fmla="*/ 69369 h 1288904"/>
              <a:gd name="connsiteX0" fmla="*/ 0 w 436210"/>
              <a:gd name="connsiteY0" fmla="*/ 69369 h 1288904"/>
              <a:gd name="connsiteX1" fmla="*/ 69369 w 436210"/>
              <a:gd name="connsiteY1" fmla="*/ 0 h 1288904"/>
              <a:gd name="connsiteX2" fmla="*/ 388447 w 436210"/>
              <a:gd name="connsiteY2" fmla="*/ 0 h 1288904"/>
              <a:gd name="connsiteX3" fmla="*/ 319078 w 436210"/>
              <a:gd name="connsiteY3" fmla="*/ 69369 h 1288904"/>
              <a:gd name="connsiteX4" fmla="*/ 0 w 436210"/>
              <a:gd name="connsiteY4" fmla="*/ 69369 h 1288904"/>
              <a:gd name="connsiteX0" fmla="*/ 0 w 436210"/>
              <a:gd name="connsiteY0" fmla="*/ 69369 h 1288904"/>
              <a:gd name="connsiteX1" fmla="*/ 69369 w 436210"/>
              <a:gd name="connsiteY1" fmla="*/ 0 h 1288904"/>
              <a:gd name="connsiteX2" fmla="*/ 388447 w 436210"/>
              <a:gd name="connsiteY2" fmla="*/ 0 h 1288904"/>
              <a:gd name="connsiteX3" fmla="*/ 388447 w 436210"/>
              <a:gd name="connsiteY3" fmla="*/ 1279176 h 1288904"/>
              <a:gd name="connsiteX4" fmla="*/ 268955 w 436210"/>
              <a:gd name="connsiteY4" fmla="*/ 1278161 h 1288904"/>
              <a:gd name="connsiteX5" fmla="*/ 5455 w 436210"/>
              <a:gd name="connsiteY5" fmla="*/ 1006867 h 1288904"/>
              <a:gd name="connsiteX6" fmla="*/ 0 w 436210"/>
              <a:gd name="connsiteY6" fmla="*/ 69369 h 1288904"/>
              <a:gd name="connsiteX7" fmla="*/ 0 w 436210"/>
              <a:gd name="connsiteY7" fmla="*/ 69369 h 1288904"/>
              <a:gd name="connsiteX8" fmla="*/ 319078 w 436210"/>
              <a:gd name="connsiteY8" fmla="*/ 69369 h 1288904"/>
              <a:gd name="connsiteX9" fmla="*/ 436210 w 436210"/>
              <a:gd name="connsiteY9" fmla="*/ 63698 h 1288904"/>
              <a:gd name="connsiteX10" fmla="*/ 319078 w 436210"/>
              <a:gd name="connsiteY10" fmla="*/ 69369 h 1288904"/>
              <a:gd name="connsiteX11" fmla="*/ 275714 w 43621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536 w 484150"/>
              <a:gd name="connsiteY3" fmla="*/ 1246344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407584 w 484150"/>
              <a:gd name="connsiteY2" fmla="*/ 1234169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536 w 484150"/>
              <a:gd name="connsiteY3" fmla="*/ 1246344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84150" h="1288904" stroke="0" extrusionOk="0">
                <a:moveTo>
                  <a:pt x="0" y="69369"/>
                </a:moveTo>
                <a:lnTo>
                  <a:pt x="319078" y="69369"/>
                </a:lnTo>
                <a:lnTo>
                  <a:pt x="264966" y="1288904"/>
                </a:lnTo>
                <a:lnTo>
                  <a:pt x="5455" y="1006867"/>
                </a:lnTo>
                <a:cubicBezTo>
                  <a:pt x="3637" y="694368"/>
                  <a:pt x="1818" y="381868"/>
                  <a:pt x="0" y="69369"/>
                </a:cubicBezTo>
                <a:close/>
              </a:path>
              <a:path w="484150" h="1288904" fill="darkenLess" stroke="0" extrusionOk="0">
                <a:moveTo>
                  <a:pt x="319078" y="69369"/>
                </a:moveTo>
                <a:lnTo>
                  <a:pt x="483663" y="58973"/>
                </a:lnTo>
                <a:lnTo>
                  <a:pt x="407584" y="1234169"/>
                </a:lnTo>
                <a:lnTo>
                  <a:pt x="276121" y="1265387"/>
                </a:lnTo>
                <a:lnTo>
                  <a:pt x="319078" y="69369"/>
                </a:lnTo>
                <a:close/>
              </a:path>
              <a:path w="484150" h="1288904" fill="lightenLess" stroke="0" extrusionOk="0">
                <a:moveTo>
                  <a:pt x="0" y="69369"/>
                </a:moveTo>
                <a:lnTo>
                  <a:pt x="69369" y="0"/>
                </a:lnTo>
                <a:lnTo>
                  <a:pt x="478210" y="61436"/>
                </a:lnTo>
                <a:lnTo>
                  <a:pt x="319078" y="69369"/>
                </a:lnTo>
                <a:lnTo>
                  <a:pt x="0" y="69369"/>
                </a:lnTo>
                <a:close/>
              </a:path>
              <a:path w="484150" h="1288904" fill="none" extrusionOk="0">
                <a:moveTo>
                  <a:pt x="0" y="69369"/>
                </a:moveTo>
                <a:lnTo>
                  <a:pt x="69369" y="0"/>
                </a:lnTo>
                <a:lnTo>
                  <a:pt x="460792" y="56180"/>
                </a:lnTo>
                <a:lnTo>
                  <a:pt x="388536" y="1246344"/>
                </a:lnTo>
                <a:lnTo>
                  <a:pt x="268955" y="1278161"/>
                </a:lnTo>
                <a:lnTo>
                  <a:pt x="5455" y="1006867"/>
                </a:lnTo>
                <a:cubicBezTo>
                  <a:pt x="5455" y="580475"/>
                  <a:pt x="0" y="495761"/>
                  <a:pt x="0" y="69369"/>
                </a:cubicBezTo>
                <a:close/>
                <a:moveTo>
                  <a:pt x="0" y="69369"/>
                </a:moveTo>
                <a:lnTo>
                  <a:pt x="319078" y="69369"/>
                </a:lnTo>
                <a:lnTo>
                  <a:pt x="484150" y="61733"/>
                </a:lnTo>
                <a:moveTo>
                  <a:pt x="319078" y="69369"/>
                </a:moveTo>
                <a:lnTo>
                  <a:pt x="275714" y="1269744"/>
                </a:lnTo>
              </a:path>
            </a:pathLst>
          </a:cu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06D3ADE-F525-F341-72F5-B5DAD210D7CD}"/>
              </a:ext>
            </a:extLst>
          </p:cNvPr>
          <p:cNvSpPr/>
          <p:nvPr/>
        </p:nvSpPr>
        <p:spPr>
          <a:xfrm>
            <a:off x="7419024" y="785798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2CC2017-88FE-B3DB-129E-AA202D23F0E2}"/>
              </a:ext>
            </a:extLst>
          </p:cNvPr>
          <p:cNvSpPr/>
          <p:nvPr/>
        </p:nvSpPr>
        <p:spPr>
          <a:xfrm>
            <a:off x="7489161" y="815011"/>
            <a:ext cx="63566" cy="1228898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4315423" y="1921880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3179341" y="785798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295170" y="730226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136292" y="1762900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Textfeld 164">
                <a:extLst>
                  <a:ext uri="{FF2B5EF4-FFF2-40B4-BE49-F238E27FC236}">
                    <a16:creationId xmlns:a16="http://schemas.microsoft.com/office/drawing/2014/main" id="{9EF1DD06-D1EC-7911-662D-CC1503D64BB7}"/>
                  </a:ext>
                </a:extLst>
              </p:cNvPr>
              <p:cNvSpPr txBox="1"/>
              <p:nvPr/>
            </p:nvSpPr>
            <p:spPr>
              <a:xfrm>
                <a:off x="6892957" y="1407090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65" name="Textfeld 164">
                <a:extLst>
                  <a:ext uri="{FF2B5EF4-FFF2-40B4-BE49-F238E27FC236}">
                    <a16:creationId xmlns:a16="http://schemas.microsoft.com/office/drawing/2014/main" id="{9EF1DD06-D1EC-7911-662D-CC1503D64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2957" y="1407090"/>
                <a:ext cx="410280" cy="646267"/>
              </a:xfrm>
              <a:prstGeom prst="rect">
                <a:avLst/>
              </a:prstGeom>
              <a:blipFill>
                <a:blip r:embed="rId2"/>
                <a:stretch>
                  <a:fillRect r="-134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llipse 10">
            <a:extLst>
              <a:ext uri="{FF2B5EF4-FFF2-40B4-BE49-F238E27FC236}">
                <a16:creationId xmlns:a16="http://schemas.microsoft.com/office/drawing/2014/main" id="{00EA8A0B-7556-A679-0D25-1F707E906B26}"/>
              </a:ext>
            </a:extLst>
          </p:cNvPr>
          <p:cNvSpPr/>
          <p:nvPr/>
        </p:nvSpPr>
        <p:spPr>
          <a:xfrm>
            <a:off x="7336267" y="1921880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Kreis: nicht ausgefüllt 11">
            <a:extLst>
              <a:ext uri="{FF2B5EF4-FFF2-40B4-BE49-F238E27FC236}">
                <a16:creationId xmlns:a16="http://schemas.microsoft.com/office/drawing/2014/main" id="{D87EFFC7-33EB-4819-07B4-B63F36747480}"/>
              </a:ext>
            </a:extLst>
          </p:cNvPr>
          <p:cNvSpPr/>
          <p:nvPr/>
        </p:nvSpPr>
        <p:spPr>
          <a:xfrm>
            <a:off x="6200185" y="785798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Stern: 6 Zacken 15">
            <a:extLst>
              <a:ext uri="{FF2B5EF4-FFF2-40B4-BE49-F238E27FC236}">
                <a16:creationId xmlns:a16="http://schemas.microsoft.com/office/drawing/2014/main" id="{03E30A7A-4141-6204-AC26-4D4A4F816309}"/>
              </a:ext>
            </a:extLst>
          </p:cNvPr>
          <p:cNvSpPr/>
          <p:nvPr/>
        </p:nvSpPr>
        <p:spPr>
          <a:xfrm rot="227872">
            <a:off x="7393834" y="730226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feil: gebogen 16">
            <a:extLst>
              <a:ext uri="{FF2B5EF4-FFF2-40B4-BE49-F238E27FC236}">
                <a16:creationId xmlns:a16="http://schemas.microsoft.com/office/drawing/2014/main" id="{1D73B5C7-A74B-FABA-3764-7822C211B10C}"/>
              </a:ext>
            </a:extLst>
          </p:cNvPr>
          <p:cNvSpPr/>
          <p:nvPr/>
        </p:nvSpPr>
        <p:spPr>
          <a:xfrm rot="20304312" flipH="1">
            <a:off x="7176144" y="1762901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B29305C7-2D58-4565-B3B5-9B3178DC4791}"/>
                  </a:ext>
                </a:extLst>
              </p:cNvPr>
              <p:cNvSpPr txBox="1"/>
              <p:nvPr/>
            </p:nvSpPr>
            <p:spPr>
              <a:xfrm>
                <a:off x="7592330" y="1395949"/>
                <a:ext cx="4876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B29305C7-2D58-4565-B3B5-9B3178DC47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2330" y="1395949"/>
                <a:ext cx="487680" cy="31720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Kreis: nicht ausgefüllt 51">
            <a:extLst>
              <a:ext uri="{FF2B5EF4-FFF2-40B4-BE49-F238E27FC236}">
                <a16:creationId xmlns:a16="http://schemas.microsoft.com/office/drawing/2014/main" id="{EF89DCB4-C6F1-1DED-7BFA-CD6F110D4291}"/>
              </a:ext>
            </a:extLst>
          </p:cNvPr>
          <p:cNvSpPr/>
          <p:nvPr/>
        </p:nvSpPr>
        <p:spPr>
          <a:xfrm>
            <a:off x="1101875" y="5732641"/>
            <a:ext cx="4384583" cy="438458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5" name="Zylinder 54">
            <a:extLst>
              <a:ext uri="{FF2B5EF4-FFF2-40B4-BE49-F238E27FC236}">
                <a16:creationId xmlns:a16="http://schemas.microsoft.com/office/drawing/2014/main" id="{05C4857F-2622-CF5E-2D4E-E4B6B28B614F}"/>
              </a:ext>
            </a:extLst>
          </p:cNvPr>
          <p:cNvSpPr/>
          <p:nvPr/>
        </p:nvSpPr>
        <p:spPr>
          <a:xfrm>
            <a:off x="2676584" y="8634433"/>
            <a:ext cx="1235167" cy="819762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2" name="Zylinder 71">
            <a:extLst>
              <a:ext uri="{FF2B5EF4-FFF2-40B4-BE49-F238E27FC236}">
                <a16:creationId xmlns:a16="http://schemas.microsoft.com/office/drawing/2014/main" id="{7430A4C7-55C0-0593-ABF1-3083E539B35A}"/>
              </a:ext>
            </a:extLst>
          </p:cNvPr>
          <p:cNvSpPr/>
          <p:nvPr/>
        </p:nvSpPr>
        <p:spPr>
          <a:xfrm>
            <a:off x="3136405" y="7924933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3" name="Zylinder 72">
            <a:extLst>
              <a:ext uri="{FF2B5EF4-FFF2-40B4-BE49-F238E27FC236}">
                <a16:creationId xmlns:a16="http://schemas.microsoft.com/office/drawing/2014/main" id="{52F84EED-BDB6-83B4-8908-33F573B409A8}"/>
              </a:ext>
            </a:extLst>
          </p:cNvPr>
          <p:cNvSpPr/>
          <p:nvPr/>
        </p:nvSpPr>
        <p:spPr>
          <a:xfrm rot="5400000" flipH="1">
            <a:off x="3127243" y="7442563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4" name="Kreis: nicht ausgefüllt 73">
            <a:extLst>
              <a:ext uri="{FF2B5EF4-FFF2-40B4-BE49-F238E27FC236}">
                <a16:creationId xmlns:a16="http://schemas.microsoft.com/office/drawing/2014/main" id="{D4C1FC85-BF50-A4DE-8808-D7798660E703}"/>
              </a:ext>
            </a:extLst>
          </p:cNvPr>
          <p:cNvSpPr/>
          <p:nvPr/>
        </p:nvSpPr>
        <p:spPr>
          <a:xfrm>
            <a:off x="1101874" y="7376219"/>
            <a:ext cx="4375819" cy="765794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3" name="Würfel 82">
            <a:extLst>
              <a:ext uri="{FF2B5EF4-FFF2-40B4-BE49-F238E27FC236}">
                <a16:creationId xmlns:a16="http://schemas.microsoft.com/office/drawing/2014/main" id="{5691A1E2-8E6E-C185-446B-D3949879BC2F}"/>
              </a:ext>
            </a:extLst>
          </p:cNvPr>
          <p:cNvSpPr/>
          <p:nvPr/>
        </p:nvSpPr>
        <p:spPr>
          <a:xfrm>
            <a:off x="3120407" y="7274969"/>
            <a:ext cx="388447" cy="497049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  <a:scene3d>
            <a:camera prst="orthographicFront">
              <a:rot lat="600000" lon="0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4" name="Zylinder 83">
            <a:extLst>
              <a:ext uri="{FF2B5EF4-FFF2-40B4-BE49-F238E27FC236}">
                <a16:creationId xmlns:a16="http://schemas.microsoft.com/office/drawing/2014/main" id="{7AE9E80C-1BF7-DD8E-2244-38EF13A0F2A2}"/>
              </a:ext>
            </a:extLst>
          </p:cNvPr>
          <p:cNvSpPr/>
          <p:nvPr/>
        </p:nvSpPr>
        <p:spPr>
          <a:xfrm rot="5400000" flipH="1">
            <a:off x="3124816" y="6822761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125ED952-D8FA-D0B7-5CFB-4E9308328BBB}"/>
              </a:ext>
            </a:extLst>
          </p:cNvPr>
          <p:cNvGrpSpPr/>
          <p:nvPr/>
        </p:nvGrpSpPr>
        <p:grpSpPr>
          <a:xfrm>
            <a:off x="-232819" y="647967"/>
            <a:ext cx="2969271" cy="3603510"/>
            <a:chOff x="218348" y="9173819"/>
            <a:chExt cx="2969271" cy="3603510"/>
          </a:xfrm>
        </p:grpSpPr>
        <p:sp>
          <p:nvSpPr>
            <p:cNvPr id="114" name="Halbbogen 113">
              <a:extLst>
                <a:ext uri="{FF2B5EF4-FFF2-40B4-BE49-F238E27FC236}">
                  <a16:creationId xmlns:a16="http://schemas.microsoft.com/office/drawing/2014/main" id="{4767BDC6-FD81-DA57-7B5C-973EA892D779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5" name="Gruppieren 114">
              <a:extLst>
                <a:ext uri="{FF2B5EF4-FFF2-40B4-BE49-F238E27FC236}">
                  <a16:creationId xmlns:a16="http://schemas.microsoft.com/office/drawing/2014/main" id="{6BF2E007-2D40-E039-A510-958A6B86CB1D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16" name="Rechteck 115">
                <a:extLst>
                  <a:ext uri="{FF2B5EF4-FFF2-40B4-BE49-F238E27FC236}">
                    <a16:creationId xmlns:a16="http://schemas.microsoft.com/office/drawing/2014/main" id="{1147689F-E571-F191-179F-73A2E7D40B09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Kreis: nicht ausgefüllt 116">
                <a:extLst>
                  <a:ext uri="{FF2B5EF4-FFF2-40B4-BE49-F238E27FC236}">
                    <a16:creationId xmlns:a16="http://schemas.microsoft.com/office/drawing/2014/main" id="{C3C322B4-EEC3-F96A-8A21-9065489A3010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18" name="Stern: 6 Zacken 117">
                <a:extLst>
                  <a:ext uri="{FF2B5EF4-FFF2-40B4-BE49-F238E27FC236}">
                    <a16:creationId xmlns:a16="http://schemas.microsoft.com/office/drawing/2014/main" id="{1CB6AAF7-2353-F805-320C-4DB78BA6F5B6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9" name="Gruppieren 118">
                <a:extLst>
                  <a:ext uri="{FF2B5EF4-FFF2-40B4-BE49-F238E27FC236}">
                    <a16:creationId xmlns:a16="http://schemas.microsoft.com/office/drawing/2014/main" id="{9F85C831-6E70-A0F1-A55D-FE1737980BCE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36" name="Rechteck 135">
                  <a:extLst>
                    <a:ext uri="{FF2B5EF4-FFF2-40B4-BE49-F238E27FC236}">
                      <a16:creationId xmlns:a16="http://schemas.microsoft.com/office/drawing/2014/main" id="{72C610B2-7CBF-6F68-34E8-486B0276882E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7" name="Gerader Verbinder 136">
                  <a:extLst>
                    <a:ext uri="{FF2B5EF4-FFF2-40B4-BE49-F238E27FC236}">
                      <a16:creationId xmlns:a16="http://schemas.microsoft.com/office/drawing/2014/main" id="{5F37FF3A-2B0F-C155-4040-8B71CCC8DF5E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Gerader Verbinder 137">
                  <a:extLst>
                    <a:ext uri="{FF2B5EF4-FFF2-40B4-BE49-F238E27FC236}">
                      <a16:creationId xmlns:a16="http://schemas.microsoft.com/office/drawing/2014/main" id="{03E371B4-43D9-FC43-D59F-E1309082F984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0" name="Gruppieren 119">
                <a:extLst>
                  <a:ext uri="{FF2B5EF4-FFF2-40B4-BE49-F238E27FC236}">
                    <a16:creationId xmlns:a16="http://schemas.microsoft.com/office/drawing/2014/main" id="{2F4B57DC-64A8-F6FE-ED72-859282FCE3F8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33" name="Rechteck 132">
                  <a:extLst>
                    <a:ext uri="{FF2B5EF4-FFF2-40B4-BE49-F238E27FC236}">
                      <a16:creationId xmlns:a16="http://schemas.microsoft.com/office/drawing/2014/main" id="{E10861CD-9975-3F52-9049-D8F344E89AEC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4" name="Gerader Verbinder 133">
                  <a:extLst>
                    <a:ext uri="{FF2B5EF4-FFF2-40B4-BE49-F238E27FC236}">
                      <a16:creationId xmlns:a16="http://schemas.microsoft.com/office/drawing/2014/main" id="{8AD2D526-40CF-C962-2A57-52124E582B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" name="Gerader Verbinder 134">
                  <a:extLst>
                    <a:ext uri="{FF2B5EF4-FFF2-40B4-BE49-F238E27FC236}">
                      <a16:creationId xmlns:a16="http://schemas.microsoft.com/office/drawing/2014/main" id="{6AFBEFF7-F8D1-A161-6450-F9F73E5167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1" name="Kreis: nicht ausgefüllt 120">
                <a:extLst>
                  <a:ext uri="{FF2B5EF4-FFF2-40B4-BE49-F238E27FC236}">
                    <a16:creationId xmlns:a16="http://schemas.microsoft.com/office/drawing/2014/main" id="{4841D256-7618-53EF-993C-F1400AF17196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2" name="Zylinder 121">
                <a:extLst>
                  <a:ext uri="{FF2B5EF4-FFF2-40B4-BE49-F238E27FC236}">
                    <a16:creationId xmlns:a16="http://schemas.microsoft.com/office/drawing/2014/main" id="{A8701020-C60D-6EA6-41A8-489C89CF85A8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23" name="Ellipse 122">
                <a:extLst>
                  <a:ext uri="{FF2B5EF4-FFF2-40B4-BE49-F238E27FC236}">
                    <a16:creationId xmlns:a16="http://schemas.microsoft.com/office/drawing/2014/main" id="{4081EB57-B83D-6826-91ED-211A4EA2113C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Kreis: nicht ausgefüllt 123">
                <a:extLst>
                  <a:ext uri="{FF2B5EF4-FFF2-40B4-BE49-F238E27FC236}">
                    <a16:creationId xmlns:a16="http://schemas.microsoft.com/office/drawing/2014/main" id="{C7B9B1E1-C30C-2913-4946-84D7FA09B673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25" name="Rechteck 124">
                <a:extLst>
                  <a:ext uri="{FF2B5EF4-FFF2-40B4-BE49-F238E27FC236}">
                    <a16:creationId xmlns:a16="http://schemas.microsoft.com/office/drawing/2014/main" id="{A051B69B-5022-3181-7E1B-7B3282E37CA3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6" name="Gruppieren 125">
                <a:extLst>
                  <a:ext uri="{FF2B5EF4-FFF2-40B4-BE49-F238E27FC236}">
                    <a16:creationId xmlns:a16="http://schemas.microsoft.com/office/drawing/2014/main" id="{18AA1E4B-57AE-F34B-780A-B82158D0B948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28" name="Rechteck 127">
                  <a:extLst>
                    <a:ext uri="{FF2B5EF4-FFF2-40B4-BE49-F238E27FC236}">
                      <a16:creationId xmlns:a16="http://schemas.microsoft.com/office/drawing/2014/main" id="{FF4C59F0-9362-611C-2496-B8BABF32A177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29" name="Gerader Verbinder 128">
                  <a:extLst>
                    <a:ext uri="{FF2B5EF4-FFF2-40B4-BE49-F238E27FC236}">
                      <a16:creationId xmlns:a16="http://schemas.microsoft.com/office/drawing/2014/main" id="{5A3E9F04-92B9-8794-6782-5F666FBA8B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Gerader Verbinder 130">
                  <a:extLst>
                    <a:ext uri="{FF2B5EF4-FFF2-40B4-BE49-F238E27FC236}">
                      <a16:creationId xmlns:a16="http://schemas.microsoft.com/office/drawing/2014/main" id="{EC98913A-3202-4F86-A486-D4CA67CF88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8445986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296</Words>
  <Application>Microsoft Office PowerPoint</Application>
  <PresentationFormat>Breitbild</PresentationFormat>
  <Paragraphs>254</Paragraphs>
  <Slides>17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Cambria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Constantin Valentin Sul</dc:creator>
  <cp:lastModifiedBy>Constantin Valentin Sul</cp:lastModifiedBy>
  <cp:revision>15</cp:revision>
  <dcterms:created xsi:type="dcterms:W3CDTF">2025-06-24T11:29:39Z</dcterms:created>
  <dcterms:modified xsi:type="dcterms:W3CDTF">2025-07-10T13:43:41Z</dcterms:modified>
</cp:coreProperties>
</file>