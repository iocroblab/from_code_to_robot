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63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3330" y="-228"/>
      </p:cViewPr>
      <p:guideLst>
        <p:guide orient="horz" pos="3863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C5A61-552C-42C3-9674-8FC1DC59153A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98B5-E007-4C49-B5CE-40FC8635010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193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C5A61-552C-42C3-9674-8FC1DC59153A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98B5-E007-4C49-B5CE-40FC8635010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181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C5A61-552C-42C3-9674-8FC1DC59153A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98B5-E007-4C49-B5CE-40FC8635010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307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C5A61-552C-42C3-9674-8FC1DC59153A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98B5-E007-4C49-B5CE-40FC8635010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898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C5A61-552C-42C3-9674-8FC1DC59153A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98B5-E007-4C49-B5CE-40FC8635010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159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C5A61-552C-42C3-9674-8FC1DC59153A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98B5-E007-4C49-B5CE-40FC8635010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950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C5A61-552C-42C3-9674-8FC1DC59153A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98B5-E007-4C49-B5CE-40FC8635010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331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C5A61-552C-42C3-9674-8FC1DC59153A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98B5-E007-4C49-B5CE-40FC8635010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3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C5A61-552C-42C3-9674-8FC1DC59153A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98B5-E007-4C49-B5CE-40FC8635010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026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C5A61-552C-42C3-9674-8FC1DC59153A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98B5-E007-4C49-B5CE-40FC8635010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327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C5A61-552C-42C3-9674-8FC1DC59153A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98B5-E007-4C49-B5CE-40FC8635010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211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AC5A61-552C-42C3-9674-8FC1DC59153A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7F98B5-E007-4C49-B5CE-40FC8635010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478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0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0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4" Type="http://schemas.openxmlformats.org/officeDocument/2006/relationships/image" Target="../media/image34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8.png"/><Relationship Id="rId18" Type="http://schemas.openxmlformats.org/officeDocument/2006/relationships/image" Target="../media/image63.png"/><Relationship Id="rId26" Type="http://schemas.openxmlformats.org/officeDocument/2006/relationships/image" Target="../media/image71.png"/><Relationship Id="rId21" Type="http://schemas.openxmlformats.org/officeDocument/2006/relationships/image" Target="../media/image66.png"/><Relationship Id="rId34" Type="http://schemas.openxmlformats.org/officeDocument/2006/relationships/image" Target="../media/image79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17" Type="http://schemas.openxmlformats.org/officeDocument/2006/relationships/image" Target="../media/image62.png"/><Relationship Id="rId25" Type="http://schemas.openxmlformats.org/officeDocument/2006/relationships/image" Target="../media/image70.png"/><Relationship Id="rId33" Type="http://schemas.openxmlformats.org/officeDocument/2006/relationships/image" Target="../media/image78.png"/><Relationship Id="rId2" Type="http://schemas.openxmlformats.org/officeDocument/2006/relationships/image" Target="../media/image47.png"/><Relationship Id="rId16" Type="http://schemas.openxmlformats.org/officeDocument/2006/relationships/image" Target="../media/image61.png"/><Relationship Id="rId20" Type="http://schemas.openxmlformats.org/officeDocument/2006/relationships/image" Target="../media/image65.png"/><Relationship Id="rId29" Type="http://schemas.openxmlformats.org/officeDocument/2006/relationships/image" Target="../media/image7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24" Type="http://schemas.openxmlformats.org/officeDocument/2006/relationships/image" Target="../media/image69.png"/><Relationship Id="rId32" Type="http://schemas.openxmlformats.org/officeDocument/2006/relationships/image" Target="../media/image77.png"/><Relationship Id="rId37" Type="http://schemas.openxmlformats.org/officeDocument/2006/relationships/image" Target="../media/image82.png"/><Relationship Id="rId5" Type="http://schemas.openxmlformats.org/officeDocument/2006/relationships/image" Target="../media/image50.png"/><Relationship Id="rId15" Type="http://schemas.openxmlformats.org/officeDocument/2006/relationships/image" Target="../media/image60.png"/><Relationship Id="rId23" Type="http://schemas.openxmlformats.org/officeDocument/2006/relationships/image" Target="../media/image68.png"/><Relationship Id="rId28" Type="http://schemas.openxmlformats.org/officeDocument/2006/relationships/image" Target="../media/image73.png"/><Relationship Id="rId36" Type="http://schemas.openxmlformats.org/officeDocument/2006/relationships/image" Target="../media/image81.png"/><Relationship Id="rId10" Type="http://schemas.openxmlformats.org/officeDocument/2006/relationships/image" Target="../media/image55.png"/><Relationship Id="rId19" Type="http://schemas.openxmlformats.org/officeDocument/2006/relationships/image" Target="../media/image64.png"/><Relationship Id="rId31" Type="http://schemas.openxmlformats.org/officeDocument/2006/relationships/image" Target="../media/image76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Relationship Id="rId22" Type="http://schemas.openxmlformats.org/officeDocument/2006/relationships/image" Target="../media/image67.png"/><Relationship Id="rId27" Type="http://schemas.openxmlformats.org/officeDocument/2006/relationships/image" Target="../media/image72.png"/><Relationship Id="rId30" Type="http://schemas.openxmlformats.org/officeDocument/2006/relationships/image" Target="../media/image75.png"/><Relationship Id="rId35" Type="http://schemas.openxmlformats.org/officeDocument/2006/relationships/image" Target="../media/image80.png"/><Relationship Id="rId8" Type="http://schemas.openxmlformats.org/officeDocument/2006/relationships/image" Target="../media/image53.png"/><Relationship Id="rId3" Type="http://schemas.openxmlformats.org/officeDocument/2006/relationships/image" Target="../media/image4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94.png"/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12" Type="http://schemas.openxmlformats.org/officeDocument/2006/relationships/image" Target="../media/image93.png"/><Relationship Id="rId17" Type="http://schemas.openxmlformats.org/officeDocument/2006/relationships/image" Target="../media/image98.png"/><Relationship Id="rId2" Type="http://schemas.openxmlformats.org/officeDocument/2006/relationships/image" Target="../media/image83.png"/><Relationship Id="rId16" Type="http://schemas.openxmlformats.org/officeDocument/2006/relationships/image" Target="../media/image9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11" Type="http://schemas.openxmlformats.org/officeDocument/2006/relationships/image" Target="../media/image92.png"/><Relationship Id="rId5" Type="http://schemas.openxmlformats.org/officeDocument/2006/relationships/image" Target="../media/image86.png"/><Relationship Id="rId15" Type="http://schemas.openxmlformats.org/officeDocument/2006/relationships/image" Target="../media/image96.png"/><Relationship Id="rId10" Type="http://schemas.openxmlformats.org/officeDocument/2006/relationships/image" Target="../media/image91.png"/><Relationship Id="rId4" Type="http://schemas.openxmlformats.org/officeDocument/2006/relationships/image" Target="../media/image85.png"/><Relationship Id="rId9" Type="http://schemas.openxmlformats.org/officeDocument/2006/relationships/image" Target="../media/image90.png"/><Relationship Id="rId14" Type="http://schemas.openxmlformats.org/officeDocument/2006/relationships/image" Target="../media/image9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Zylinder 122">
            <a:extLst>
              <a:ext uri="{FF2B5EF4-FFF2-40B4-BE49-F238E27FC236}">
                <a16:creationId xmlns:a16="http://schemas.microsoft.com/office/drawing/2014/main" id="{CBF02764-9737-1E05-5415-565BF38155D8}"/>
              </a:ext>
            </a:extLst>
          </p:cNvPr>
          <p:cNvSpPr/>
          <p:nvPr/>
        </p:nvSpPr>
        <p:spPr>
          <a:xfrm>
            <a:off x="988332" y="9011220"/>
            <a:ext cx="1284696" cy="889568"/>
          </a:xfrm>
          <a:prstGeom prst="can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Würfel 123">
            <a:extLst>
              <a:ext uri="{FF2B5EF4-FFF2-40B4-BE49-F238E27FC236}">
                <a16:creationId xmlns:a16="http://schemas.microsoft.com/office/drawing/2014/main" id="{04D6890C-0C5A-47CC-C7BA-AFE783E9F95B}"/>
              </a:ext>
            </a:extLst>
          </p:cNvPr>
          <p:cNvSpPr/>
          <p:nvPr/>
        </p:nvSpPr>
        <p:spPr>
          <a:xfrm flipH="1">
            <a:off x="1413302" y="8338753"/>
            <a:ext cx="404023" cy="834235"/>
          </a:xfrm>
          <a:prstGeom prst="cube">
            <a:avLst>
              <a:gd name="adj" fmla="val 17858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A733B518-DF60-7F2A-8EB9-872D5E5AEBC3}"/>
              </a:ext>
            </a:extLst>
          </p:cNvPr>
          <p:cNvSpPr/>
          <p:nvPr/>
        </p:nvSpPr>
        <p:spPr>
          <a:xfrm>
            <a:off x="5186796" y="8049490"/>
            <a:ext cx="519547" cy="5195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ylinder 3">
            <a:extLst>
              <a:ext uri="{FF2B5EF4-FFF2-40B4-BE49-F238E27FC236}">
                <a16:creationId xmlns:a16="http://schemas.microsoft.com/office/drawing/2014/main" id="{E2B37896-680D-305F-F309-8EB729150505}"/>
              </a:ext>
            </a:extLst>
          </p:cNvPr>
          <p:cNvSpPr/>
          <p:nvPr/>
        </p:nvSpPr>
        <p:spPr>
          <a:xfrm rot="16200000">
            <a:off x="1421154" y="7847929"/>
            <a:ext cx="342393" cy="855982"/>
          </a:xfrm>
          <a:prstGeom prst="ca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Würfel 6">
            <a:extLst>
              <a:ext uri="{FF2B5EF4-FFF2-40B4-BE49-F238E27FC236}">
                <a16:creationId xmlns:a16="http://schemas.microsoft.com/office/drawing/2014/main" id="{7783CC95-3B0E-2EBC-3759-89C5EF63403D}"/>
              </a:ext>
            </a:extLst>
          </p:cNvPr>
          <p:cNvSpPr/>
          <p:nvPr/>
        </p:nvSpPr>
        <p:spPr>
          <a:xfrm flipH="1">
            <a:off x="1421153" y="6214716"/>
            <a:ext cx="404023" cy="1972182"/>
          </a:xfrm>
          <a:prstGeom prst="cube">
            <a:avLst>
              <a:gd name="adj" fmla="val 17858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Zylinder 7">
            <a:extLst>
              <a:ext uri="{FF2B5EF4-FFF2-40B4-BE49-F238E27FC236}">
                <a16:creationId xmlns:a16="http://schemas.microsoft.com/office/drawing/2014/main" id="{E5676AC1-EC7E-2CE8-D48C-B6A55B3DF2E7}"/>
              </a:ext>
            </a:extLst>
          </p:cNvPr>
          <p:cNvSpPr/>
          <p:nvPr/>
        </p:nvSpPr>
        <p:spPr>
          <a:xfrm rot="16200000">
            <a:off x="1421154" y="5697703"/>
            <a:ext cx="342393" cy="855982"/>
          </a:xfrm>
          <a:prstGeom prst="ca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Würfel 8">
            <a:extLst>
              <a:ext uri="{FF2B5EF4-FFF2-40B4-BE49-F238E27FC236}">
                <a16:creationId xmlns:a16="http://schemas.microsoft.com/office/drawing/2014/main" id="{D5D370D3-7F65-F532-DAB8-332320913891}"/>
              </a:ext>
            </a:extLst>
          </p:cNvPr>
          <p:cNvSpPr/>
          <p:nvPr/>
        </p:nvSpPr>
        <p:spPr>
          <a:xfrm flipH="1">
            <a:off x="1421153" y="4064490"/>
            <a:ext cx="404023" cy="1972182"/>
          </a:xfrm>
          <a:prstGeom prst="cube">
            <a:avLst>
              <a:gd name="adj" fmla="val 17858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Würfel 10">
            <a:extLst>
              <a:ext uri="{FF2B5EF4-FFF2-40B4-BE49-F238E27FC236}">
                <a16:creationId xmlns:a16="http://schemas.microsoft.com/office/drawing/2014/main" id="{2F9BFD56-A899-679C-E669-A5D098F16869}"/>
              </a:ext>
            </a:extLst>
          </p:cNvPr>
          <p:cNvSpPr/>
          <p:nvPr/>
        </p:nvSpPr>
        <p:spPr>
          <a:xfrm flipH="1">
            <a:off x="2496307" y="3309289"/>
            <a:ext cx="1028700" cy="349041"/>
          </a:xfrm>
          <a:prstGeom prst="cube">
            <a:avLst>
              <a:gd name="adj" fmla="val 46034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Würfel 11">
            <a:extLst>
              <a:ext uri="{FF2B5EF4-FFF2-40B4-BE49-F238E27FC236}">
                <a16:creationId xmlns:a16="http://schemas.microsoft.com/office/drawing/2014/main" id="{C348AD00-8FDD-9434-7A52-9EB6400A8419}"/>
              </a:ext>
            </a:extLst>
          </p:cNvPr>
          <p:cNvSpPr/>
          <p:nvPr/>
        </p:nvSpPr>
        <p:spPr>
          <a:xfrm flipH="1">
            <a:off x="3239257" y="2478709"/>
            <a:ext cx="285750" cy="986790"/>
          </a:xfrm>
          <a:prstGeom prst="cube">
            <a:avLst>
              <a:gd name="adj" fmla="val 58333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Würfel 12">
            <a:extLst>
              <a:ext uri="{FF2B5EF4-FFF2-40B4-BE49-F238E27FC236}">
                <a16:creationId xmlns:a16="http://schemas.microsoft.com/office/drawing/2014/main" id="{A6F9F139-59F9-5BB9-ECD4-C67643840283}"/>
              </a:ext>
            </a:extLst>
          </p:cNvPr>
          <p:cNvSpPr/>
          <p:nvPr/>
        </p:nvSpPr>
        <p:spPr>
          <a:xfrm flipH="1">
            <a:off x="2496307" y="2478708"/>
            <a:ext cx="285750" cy="986790"/>
          </a:xfrm>
          <a:prstGeom prst="cube">
            <a:avLst>
              <a:gd name="adj" fmla="val 58333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42031856-FB71-8CCD-E039-D051508A75B0}"/>
              </a:ext>
            </a:extLst>
          </p:cNvPr>
          <p:cNvGrpSpPr/>
          <p:nvPr/>
        </p:nvGrpSpPr>
        <p:grpSpPr>
          <a:xfrm rot="5400000" flipH="1">
            <a:off x="2668125" y="2472152"/>
            <a:ext cx="1259457" cy="939991"/>
            <a:chOff x="1406653" y="1006295"/>
            <a:chExt cx="2220841" cy="1531975"/>
          </a:xfrm>
        </p:grpSpPr>
        <p:cxnSp>
          <p:nvCxnSpPr>
            <p:cNvPr id="39" name="Gerade Verbindung mit Pfeil 38">
              <a:extLst>
                <a:ext uri="{FF2B5EF4-FFF2-40B4-BE49-F238E27FC236}">
                  <a16:creationId xmlns:a16="http://schemas.microsoft.com/office/drawing/2014/main" id="{84827A1F-9C3A-C500-757C-28438B71B032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299187" y="1688612"/>
              <a:ext cx="0" cy="1133814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 Verbindung mit Pfeil 39">
              <a:extLst>
                <a:ext uri="{FF2B5EF4-FFF2-40B4-BE49-F238E27FC236}">
                  <a16:creationId xmlns:a16="http://schemas.microsoft.com/office/drawing/2014/main" id="{8118D0F6-6CDA-177A-E5B8-43C5ABC897E5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318783" y="1842021"/>
              <a:ext cx="826999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 Verbindung mit Pfeil 40">
              <a:extLst>
                <a:ext uri="{FF2B5EF4-FFF2-40B4-BE49-F238E27FC236}">
                  <a16:creationId xmlns:a16="http://schemas.microsoft.com/office/drawing/2014/main" id="{EEB5874D-1916-F9BB-C201-71B37EE7DE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2280" y="1718886"/>
              <a:ext cx="611844" cy="536633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feld 41">
              <a:extLst>
                <a:ext uri="{FF2B5EF4-FFF2-40B4-BE49-F238E27FC236}">
                  <a16:creationId xmlns:a16="http://schemas.microsoft.com/office/drawing/2014/main" id="{C82AEEC4-9558-58C7-4D7F-E91E84119EE9}"/>
                </a:ext>
              </a:extLst>
            </p:cNvPr>
            <p:cNvSpPr txBox="1"/>
            <p:nvPr/>
          </p:nvSpPr>
          <p:spPr>
            <a:xfrm rot="5400000">
              <a:off x="1507841" y="905107"/>
              <a:ext cx="448879" cy="6512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X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feld 42">
                  <a:extLst>
                    <a:ext uri="{FF2B5EF4-FFF2-40B4-BE49-F238E27FC236}">
                      <a16:creationId xmlns:a16="http://schemas.microsoft.com/office/drawing/2014/main" id="{9DFDABF4-1EE1-C667-C930-2F039F736E32}"/>
                    </a:ext>
                  </a:extLst>
                </p:cNvPr>
                <p:cNvSpPr txBox="1"/>
                <p:nvPr/>
              </p:nvSpPr>
              <p:spPr>
                <a:xfrm rot="5400000">
                  <a:off x="3019115" y="1929891"/>
                  <a:ext cx="565503" cy="6512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dirty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dirty="0">
                                <a:latin typeface="Cambria Math" panose="02040503050406030204" pitchFamily="18" charset="0"/>
                              </a:rPr>
                              <m:t>Tool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43" name="Textfeld 42">
                  <a:extLst>
                    <a:ext uri="{FF2B5EF4-FFF2-40B4-BE49-F238E27FC236}">
                      <a16:creationId xmlns:a16="http://schemas.microsoft.com/office/drawing/2014/main" id="{9DFDABF4-1EE1-C667-C930-2F039F736E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3019115" y="1929891"/>
                  <a:ext cx="565503" cy="651255"/>
                </a:xfrm>
                <a:prstGeom prst="rect">
                  <a:avLst/>
                </a:prstGeom>
                <a:blipFill>
                  <a:blip r:embed="rId2"/>
                  <a:stretch>
                    <a:fillRect r="-84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Textfeld 43">
              <a:extLst>
                <a:ext uri="{FF2B5EF4-FFF2-40B4-BE49-F238E27FC236}">
                  <a16:creationId xmlns:a16="http://schemas.microsoft.com/office/drawing/2014/main" id="{0C23102B-A3BC-EF79-C337-DA9EAE3BF383}"/>
                </a:ext>
              </a:extLst>
            </p:cNvPr>
            <p:cNvSpPr txBox="1"/>
            <p:nvPr/>
          </p:nvSpPr>
          <p:spPr>
            <a:xfrm rot="5400000">
              <a:off x="2297830" y="1237354"/>
              <a:ext cx="488817" cy="6512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Y</a:t>
              </a:r>
            </a:p>
          </p:txBody>
        </p:sp>
      </p:grp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057F31F1-2B64-D540-5CAC-9C40FFF8CD0B}"/>
              </a:ext>
            </a:extLst>
          </p:cNvPr>
          <p:cNvGrpSpPr/>
          <p:nvPr/>
        </p:nvGrpSpPr>
        <p:grpSpPr>
          <a:xfrm>
            <a:off x="567064" y="7430696"/>
            <a:ext cx="2170040" cy="1036105"/>
            <a:chOff x="2981773" y="6037979"/>
            <a:chExt cx="2170040" cy="1036105"/>
          </a:xfrm>
        </p:grpSpPr>
        <p:cxnSp>
          <p:nvCxnSpPr>
            <p:cNvPr id="22" name="Gerade Verbindung mit Pfeil 21">
              <a:extLst>
                <a:ext uri="{FF2B5EF4-FFF2-40B4-BE49-F238E27FC236}">
                  <a16:creationId xmlns:a16="http://schemas.microsoft.com/office/drawing/2014/main" id="{1C61DB60-FADD-C036-5E40-5E548BF1C8B7}"/>
                </a:ext>
              </a:extLst>
            </p:cNvPr>
            <p:cNvCxnSpPr>
              <a:cxnSpLocks/>
              <a:endCxn id="24" idx="2"/>
            </p:cNvCxnSpPr>
            <p:nvPr/>
          </p:nvCxnSpPr>
          <p:spPr>
            <a:xfrm flipV="1">
              <a:off x="4045389" y="6407311"/>
              <a:ext cx="1" cy="48210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 Verbindung mit Pfeil 22">
              <a:extLst>
                <a:ext uri="{FF2B5EF4-FFF2-40B4-BE49-F238E27FC236}">
                  <a16:creationId xmlns:a16="http://schemas.microsoft.com/office/drawing/2014/main" id="{F0BCFD08-B672-A7C8-FA5A-4976B6212D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98407" y="6560150"/>
              <a:ext cx="346982" cy="329268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feld 23">
                  <a:extLst>
                    <a:ext uri="{FF2B5EF4-FFF2-40B4-BE49-F238E27FC236}">
                      <a16:creationId xmlns:a16="http://schemas.microsoft.com/office/drawing/2014/main" id="{26400A67-7684-8DF8-8D30-D4315543A21D}"/>
                    </a:ext>
                  </a:extLst>
                </p:cNvPr>
                <p:cNvSpPr txBox="1"/>
                <p:nvPr/>
              </p:nvSpPr>
              <p:spPr>
                <a:xfrm flipH="1">
                  <a:off x="3907678" y="6037979"/>
                  <a:ext cx="27542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i="0" dirty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24" name="Textfeld 23">
                  <a:extLst>
                    <a:ext uri="{FF2B5EF4-FFF2-40B4-BE49-F238E27FC236}">
                      <a16:creationId xmlns:a16="http://schemas.microsoft.com/office/drawing/2014/main" id="{26400A67-7684-8DF8-8D30-D4315543A2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907678" y="6037979"/>
                  <a:ext cx="275424" cy="369332"/>
                </a:xfrm>
                <a:prstGeom prst="rect">
                  <a:avLst/>
                </a:prstGeom>
                <a:blipFill>
                  <a:blip r:embed="rId3"/>
                  <a:stretch>
                    <a:fillRect r="-4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feld 24">
                  <a:extLst>
                    <a:ext uri="{FF2B5EF4-FFF2-40B4-BE49-F238E27FC236}">
                      <a16:creationId xmlns:a16="http://schemas.microsoft.com/office/drawing/2014/main" id="{50BD2AE8-C582-8F02-0B6F-C0414EB09521}"/>
                    </a:ext>
                  </a:extLst>
                </p:cNvPr>
                <p:cNvSpPr txBox="1"/>
                <p:nvPr/>
              </p:nvSpPr>
              <p:spPr>
                <a:xfrm flipH="1">
                  <a:off x="2981773" y="6704752"/>
                  <a:ext cx="34698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dirty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de-DE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25" name="Textfeld 24">
                  <a:extLst>
                    <a:ext uri="{FF2B5EF4-FFF2-40B4-BE49-F238E27FC236}">
                      <a16:creationId xmlns:a16="http://schemas.microsoft.com/office/drawing/2014/main" id="{50BD2AE8-C582-8F02-0B6F-C0414EB095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981773" y="6704752"/>
                  <a:ext cx="346982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70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feld 25">
                  <a:extLst>
                    <a:ext uri="{FF2B5EF4-FFF2-40B4-BE49-F238E27FC236}">
                      <a16:creationId xmlns:a16="http://schemas.microsoft.com/office/drawing/2014/main" id="{36EF7F29-6C1F-293B-1E36-1CED7443633C}"/>
                    </a:ext>
                  </a:extLst>
                </p:cNvPr>
                <p:cNvSpPr txBox="1"/>
                <p:nvPr/>
              </p:nvSpPr>
              <p:spPr>
                <a:xfrm flipH="1">
                  <a:off x="3448341" y="6242902"/>
                  <a:ext cx="22470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i="0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26" name="Textfeld 25">
                  <a:extLst>
                    <a:ext uri="{FF2B5EF4-FFF2-40B4-BE49-F238E27FC236}">
                      <a16:creationId xmlns:a16="http://schemas.microsoft.com/office/drawing/2014/main" id="{36EF7F29-6C1F-293B-1E36-1CED744363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448341" y="6242902"/>
                  <a:ext cx="22470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63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F76EF768-CBFD-0A2B-4886-652B1A4D7AC3}"/>
                </a:ext>
              </a:extLst>
            </p:cNvPr>
            <p:cNvCxnSpPr>
              <a:cxnSpLocks/>
            </p:cNvCxnSpPr>
            <p:nvPr/>
          </p:nvCxnSpPr>
          <p:spPr>
            <a:xfrm>
              <a:off x="4045389" y="6889418"/>
              <a:ext cx="1106424" cy="0"/>
            </a:xfrm>
            <a:prstGeom prst="line">
              <a:avLst/>
            </a:prstGeom>
            <a:ln w="38100">
              <a:solidFill>
                <a:srgbClr val="0070C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 Verbindung mit Pfeil 20">
              <a:extLst>
                <a:ext uri="{FF2B5EF4-FFF2-40B4-BE49-F238E27FC236}">
                  <a16:creationId xmlns:a16="http://schemas.microsoft.com/office/drawing/2014/main" id="{AA4267AA-E9FF-6304-6EFD-D436C58EFE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28755" y="6889418"/>
              <a:ext cx="786045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06B908BA-DFD4-EF3A-A53B-935063754312}"/>
              </a:ext>
            </a:extLst>
          </p:cNvPr>
          <p:cNvGrpSpPr/>
          <p:nvPr/>
        </p:nvGrpSpPr>
        <p:grpSpPr>
          <a:xfrm>
            <a:off x="3881764" y="4485131"/>
            <a:ext cx="2855147" cy="1551541"/>
            <a:chOff x="2981773" y="6037979"/>
            <a:chExt cx="2855147" cy="1551541"/>
          </a:xfrm>
        </p:grpSpPr>
        <p:cxnSp>
          <p:nvCxnSpPr>
            <p:cNvPr id="87" name="Gerade Verbindung mit Pfeil 86">
              <a:extLst>
                <a:ext uri="{FF2B5EF4-FFF2-40B4-BE49-F238E27FC236}">
                  <a16:creationId xmlns:a16="http://schemas.microsoft.com/office/drawing/2014/main" id="{E0F12E0C-3C7B-8295-4515-FE70D4ACD4DF}"/>
                </a:ext>
              </a:extLst>
            </p:cNvPr>
            <p:cNvCxnSpPr>
              <a:cxnSpLocks/>
              <a:endCxn id="89" idx="2"/>
            </p:cNvCxnSpPr>
            <p:nvPr/>
          </p:nvCxnSpPr>
          <p:spPr>
            <a:xfrm flipV="1">
              <a:off x="4045389" y="6407311"/>
              <a:ext cx="1" cy="48210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Gerade Verbindung mit Pfeil 87">
              <a:extLst>
                <a:ext uri="{FF2B5EF4-FFF2-40B4-BE49-F238E27FC236}">
                  <a16:creationId xmlns:a16="http://schemas.microsoft.com/office/drawing/2014/main" id="{7BC12381-FC07-1198-95CA-F874B9F020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98407" y="6560150"/>
              <a:ext cx="346982" cy="329268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feld 88">
                  <a:extLst>
                    <a:ext uri="{FF2B5EF4-FFF2-40B4-BE49-F238E27FC236}">
                      <a16:creationId xmlns:a16="http://schemas.microsoft.com/office/drawing/2014/main" id="{2763FB27-F005-82E9-2570-AA88BEBDBD2E}"/>
                    </a:ext>
                  </a:extLst>
                </p:cNvPr>
                <p:cNvSpPr txBox="1"/>
                <p:nvPr/>
              </p:nvSpPr>
              <p:spPr>
                <a:xfrm flipH="1">
                  <a:off x="3907678" y="6037979"/>
                  <a:ext cx="27542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i="0" dirty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89" name="Textfeld 88">
                  <a:extLst>
                    <a:ext uri="{FF2B5EF4-FFF2-40B4-BE49-F238E27FC236}">
                      <a16:creationId xmlns:a16="http://schemas.microsoft.com/office/drawing/2014/main" id="{2763FB27-F005-82E9-2570-AA88BEBDBD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907678" y="6037979"/>
                  <a:ext cx="275424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4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feld 89">
                  <a:extLst>
                    <a:ext uri="{FF2B5EF4-FFF2-40B4-BE49-F238E27FC236}">
                      <a16:creationId xmlns:a16="http://schemas.microsoft.com/office/drawing/2014/main" id="{7CB1DFC7-8113-EBFF-A564-01C9D33007F3}"/>
                    </a:ext>
                  </a:extLst>
                </p:cNvPr>
                <p:cNvSpPr txBox="1"/>
                <p:nvPr/>
              </p:nvSpPr>
              <p:spPr>
                <a:xfrm flipH="1">
                  <a:off x="2981773" y="6704752"/>
                  <a:ext cx="34698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dirty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de-DE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90" name="Textfeld 89">
                  <a:extLst>
                    <a:ext uri="{FF2B5EF4-FFF2-40B4-BE49-F238E27FC236}">
                      <a16:creationId xmlns:a16="http://schemas.microsoft.com/office/drawing/2014/main" id="{7CB1DFC7-8113-EBFF-A564-01C9D33007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981773" y="6704752"/>
                  <a:ext cx="346982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feld 90">
                  <a:extLst>
                    <a:ext uri="{FF2B5EF4-FFF2-40B4-BE49-F238E27FC236}">
                      <a16:creationId xmlns:a16="http://schemas.microsoft.com/office/drawing/2014/main" id="{3910AAFE-94A8-5E92-2024-028DB03BE5CE}"/>
                    </a:ext>
                  </a:extLst>
                </p:cNvPr>
                <p:cNvSpPr txBox="1"/>
                <p:nvPr/>
              </p:nvSpPr>
              <p:spPr>
                <a:xfrm flipH="1">
                  <a:off x="3448341" y="6242902"/>
                  <a:ext cx="22470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i="0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91" name="Textfeld 90">
                  <a:extLst>
                    <a:ext uri="{FF2B5EF4-FFF2-40B4-BE49-F238E27FC236}">
                      <a16:creationId xmlns:a16="http://schemas.microsoft.com/office/drawing/2014/main" id="{3910AAFE-94A8-5E92-2024-028DB03BE5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448341" y="6242902"/>
                  <a:ext cx="224707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621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2" name="Gerader Verbinder 91">
              <a:extLst>
                <a:ext uri="{FF2B5EF4-FFF2-40B4-BE49-F238E27FC236}">
                  <a16:creationId xmlns:a16="http://schemas.microsoft.com/office/drawing/2014/main" id="{7DB5ED4E-7913-CC60-CC7A-98E9B4414F7A}"/>
                </a:ext>
              </a:extLst>
            </p:cNvPr>
            <p:cNvCxnSpPr>
              <a:cxnSpLocks/>
            </p:cNvCxnSpPr>
            <p:nvPr/>
          </p:nvCxnSpPr>
          <p:spPr>
            <a:xfrm>
              <a:off x="4045389" y="6889418"/>
              <a:ext cx="1791531" cy="0"/>
            </a:xfrm>
            <a:prstGeom prst="line">
              <a:avLst/>
            </a:prstGeom>
            <a:ln w="38100">
              <a:solidFill>
                <a:srgbClr val="0070C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Gerader Verbinder 92">
              <a:extLst>
                <a:ext uri="{FF2B5EF4-FFF2-40B4-BE49-F238E27FC236}">
                  <a16:creationId xmlns:a16="http://schemas.microsoft.com/office/drawing/2014/main" id="{630AAAF6-CAFC-1B97-B58C-5BA3CED2DF82}"/>
                </a:ext>
              </a:extLst>
            </p:cNvPr>
            <p:cNvCxnSpPr>
              <a:cxnSpLocks/>
            </p:cNvCxnSpPr>
            <p:nvPr/>
          </p:nvCxnSpPr>
          <p:spPr>
            <a:xfrm>
              <a:off x="4045389" y="6889418"/>
              <a:ext cx="0" cy="700102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Gerade Verbindung mit Pfeil 93">
              <a:extLst>
                <a:ext uri="{FF2B5EF4-FFF2-40B4-BE49-F238E27FC236}">
                  <a16:creationId xmlns:a16="http://schemas.microsoft.com/office/drawing/2014/main" id="{BEA89787-57A9-E37E-A31F-5DB5C176E9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28755" y="6889418"/>
              <a:ext cx="786045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2FF09B91-206A-0F02-F517-B113979E0CC7}"/>
              </a:ext>
            </a:extLst>
          </p:cNvPr>
          <p:cNvGrpSpPr/>
          <p:nvPr/>
        </p:nvGrpSpPr>
        <p:grpSpPr>
          <a:xfrm>
            <a:off x="567064" y="5275234"/>
            <a:ext cx="2170040" cy="1036105"/>
            <a:chOff x="2981773" y="6037979"/>
            <a:chExt cx="2170040" cy="1036105"/>
          </a:xfrm>
        </p:grpSpPr>
        <p:cxnSp>
          <p:nvCxnSpPr>
            <p:cNvPr id="98" name="Gerade Verbindung mit Pfeil 97">
              <a:extLst>
                <a:ext uri="{FF2B5EF4-FFF2-40B4-BE49-F238E27FC236}">
                  <a16:creationId xmlns:a16="http://schemas.microsoft.com/office/drawing/2014/main" id="{076B0058-223B-94F1-C0C1-EDE04F4DBD9B}"/>
                </a:ext>
              </a:extLst>
            </p:cNvPr>
            <p:cNvCxnSpPr>
              <a:cxnSpLocks/>
              <a:endCxn id="100" idx="2"/>
            </p:cNvCxnSpPr>
            <p:nvPr/>
          </p:nvCxnSpPr>
          <p:spPr>
            <a:xfrm flipV="1">
              <a:off x="4045389" y="6407311"/>
              <a:ext cx="1" cy="48210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Gerade Verbindung mit Pfeil 98">
              <a:extLst>
                <a:ext uri="{FF2B5EF4-FFF2-40B4-BE49-F238E27FC236}">
                  <a16:creationId xmlns:a16="http://schemas.microsoft.com/office/drawing/2014/main" id="{149BE14D-F8CE-D611-E1D1-39013940AA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98407" y="6560150"/>
              <a:ext cx="346982" cy="329268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feld 99">
                  <a:extLst>
                    <a:ext uri="{FF2B5EF4-FFF2-40B4-BE49-F238E27FC236}">
                      <a16:creationId xmlns:a16="http://schemas.microsoft.com/office/drawing/2014/main" id="{0899677E-1740-3E53-B574-015C6BC0E643}"/>
                    </a:ext>
                  </a:extLst>
                </p:cNvPr>
                <p:cNvSpPr txBox="1"/>
                <p:nvPr/>
              </p:nvSpPr>
              <p:spPr>
                <a:xfrm flipH="1">
                  <a:off x="3907678" y="6037979"/>
                  <a:ext cx="27542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i="0" dirty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00" name="Textfeld 99">
                  <a:extLst>
                    <a:ext uri="{FF2B5EF4-FFF2-40B4-BE49-F238E27FC236}">
                      <a16:creationId xmlns:a16="http://schemas.microsoft.com/office/drawing/2014/main" id="{0899677E-1740-3E53-B574-015C6BC0E6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907678" y="6037979"/>
                  <a:ext cx="275424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37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feld 100">
                  <a:extLst>
                    <a:ext uri="{FF2B5EF4-FFF2-40B4-BE49-F238E27FC236}">
                      <a16:creationId xmlns:a16="http://schemas.microsoft.com/office/drawing/2014/main" id="{F9DC249A-9650-F302-353E-132DDB4A37D8}"/>
                    </a:ext>
                  </a:extLst>
                </p:cNvPr>
                <p:cNvSpPr txBox="1"/>
                <p:nvPr/>
              </p:nvSpPr>
              <p:spPr>
                <a:xfrm flipH="1">
                  <a:off x="2981773" y="6704752"/>
                  <a:ext cx="34698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dirty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01" name="Textfeld 100">
                  <a:extLst>
                    <a:ext uri="{FF2B5EF4-FFF2-40B4-BE49-F238E27FC236}">
                      <a16:creationId xmlns:a16="http://schemas.microsoft.com/office/drawing/2014/main" id="{F9DC249A-9650-F302-353E-132DDB4A37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981773" y="6704752"/>
                  <a:ext cx="346982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feld 101">
                  <a:extLst>
                    <a:ext uri="{FF2B5EF4-FFF2-40B4-BE49-F238E27FC236}">
                      <a16:creationId xmlns:a16="http://schemas.microsoft.com/office/drawing/2014/main" id="{69D27BA2-A137-A851-BCDA-FCAAC0264B91}"/>
                    </a:ext>
                  </a:extLst>
                </p:cNvPr>
                <p:cNvSpPr txBox="1"/>
                <p:nvPr/>
              </p:nvSpPr>
              <p:spPr>
                <a:xfrm flipH="1">
                  <a:off x="3448341" y="6242902"/>
                  <a:ext cx="22470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i="0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02" name="Textfeld 101">
                  <a:extLst>
                    <a:ext uri="{FF2B5EF4-FFF2-40B4-BE49-F238E27FC236}">
                      <a16:creationId xmlns:a16="http://schemas.microsoft.com/office/drawing/2014/main" id="{69D27BA2-A137-A851-BCDA-FCAAC0264B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448341" y="6242902"/>
                  <a:ext cx="224707" cy="369332"/>
                </a:xfrm>
                <a:prstGeom prst="rect">
                  <a:avLst/>
                </a:prstGeom>
                <a:blipFill>
                  <a:blip r:embed="rId11"/>
                  <a:stretch>
                    <a:fillRect r="-6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3" name="Gerader Verbinder 102">
              <a:extLst>
                <a:ext uri="{FF2B5EF4-FFF2-40B4-BE49-F238E27FC236}">
                  <a16:creationId xmlns:a16="http://schemas.microsoft.com/office/drawing/2014/main" id="{4ECEEF8B-5DEA-00FD-ABB9-1F273FFEFBD0}"/>
                </a:ext>
              </a:extLst>
            </p:cNvPr>
            <p:cNvCxnSpPr>
              <a:cxnSpLocks/>
            </p:cNvCxnSpPr>
            <p:nvPr/>
          </p:nvCxnSpPr>
          <p:spPr>
            <a:xfrm>
              <a:off x="4045389" y="6889418"/>
              <a:ext cx="1106424" cy="0"/>
            </a:xfrm>
            <a:prstGeom prst="line">
              <a:avLst/>
            </a:prstGeom>
            <a:ln w="38100">
              <a:solidFill>
                <a:srgbClr val="0070C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Gerade Verbindung mit Pfeil 103">
              <a:extLst>
                <a:ext uri="{FF2B5EF4-FFF2-40B4-BE49-F238E27FC236}">
                  <a16:creationId xmlns:a16="http://schemas.microsoft.com/office/drawing/2014/main" id="{BF8D0D75-23B4-46E2-D657-F6F281069C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28755" y="6889418"/>
              <a:ext cx="786045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" name="Gruppieren 104">
            <a:extLst>
              <a:ext uri="{FF2B5EF4-FFF2-40B4-BE49-F238E27FC236}">
                <a16:creationId xmlns:a16="http://schemas.microsoft.com/office/drawing/2014/main" id="{D9E4B032-7741-C4E4-623D-5825A65099D5}"/>
              </a:ext>
            </a:extLst>
          </p:cNvPr>
          <p:cNvGrpSpPr/>
          <p:nvPr/>
        </p:nvGrpSpPr>
        <p:grpSpPr>
          <a:xfrm>
            <a:off x="306861" y="8559320"/>
            <a:ext cx="2337279" cy="1687396"/>
            <a:chOff x="2721570" y="6032988"/>
            <a:chExt cx="2337279" cy="1687396"/>
          </a:xfrm>
        </p:grpSpPr>
        <p:cxnSp>
          <p:nvCxnSpPr>
            <p:cNvPr id="106" name="Gerade Verbindung mit Pfeil 105">
              <a:extLst>
                <a:ext uri="{FF2B5EF4-FFF2-40B4-BE49-F238E27FC236}">
                  <a16:creationId xmlns:a16="http://schemas.microsoft.com/office/drawing/2014/main" id="{3EB05616-2539-C760-285B-A0ABAFDA63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82936" y="6447913"/>
              <a:ext cx="462453" cy="44150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Gerade Verbindung mit Pfeil 106">
              <a:extLst>
                <a:ext uri="{FF2B5EF4-FFF2-40B4-BE49-F238E27FC236}">
                  <a16:creationId xmlns:a16="http://schemas.microsoft.com/office/drawing/2014/main" id="{B9A0E9CC-4B81-421A-CE9A-AE7620C522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37872" y="6889418"/>
              <a:ext cx="7517" cy="522013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feld 107">
                  <a:extLst>
                    <a:ext uri="{FF2B5EF4-FFF2-40B4-BE49-F238E27FC236}">
                      <a16:creationId xmlns:a16="http://schemas.microsoft.com/office/drawing/2014/main" id="{460E441B-DC8F-1F58-BE92-207B8EB6666F}"/>
                    </a:ext>
                  </a:extLst>
                </p:cNvPr>
                <p:cNvSpPr txBox="1"/>
                <p:nvPr/>
              </p:nvSpPr>
              <p:spPr>
                <a:xfrm flipH="1">
                  <a:off x="3167369" y="6032988"/>
                  <a:ext cx="27542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i="0" dirty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Base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08" name="Textfeld 107">
                  <a:extLst>
                    <a:ext uri="{FF2B5EF4-FFF2-40B4-BE49-F238E27FC236}">
                      <a16:creationId xmlns:a16="http://schemas.microsoft.com/office/drawing/2014/main" id="{460E441B-DC8F-1F58-BE92-207B8EB666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167369" y="6032988"/>
                  <a:ext cx="275424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1413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Textfeld 108">
                  <a:extLst>
                    <a:ext uri="{FF2B5EF4-FFF2-40B4-BE49-F238E27FC236}">
                      <a16:creationId xmlns:a16="http://schemas.microsoft.com/office/drawing/2014/main" id="{20BBD46F-DF2E-23EC-66D2-50B28C93220E}"/>
                    </a:ext>
                  </a:extLst>
                </p:cNvPr>
                <p:cNvSpPr txBox="1"/>
                <p:nvPr/>
              </p:nvSpPr>
              <p:spPr>
                <a:xfrm flipH="1">
                  <a:off x="2721570" y="6745006"/>
                  <a:ext cx="34698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dirty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Base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09" name="Textfeld 108">
                  <a:extLst>
                    <a:ext uri="{FF2B5EF4-FFF2-40B4-BE49-F238E27FC236}">
                      <a16:creationId xmlns:a16="http://schemas.microsoft.com/office/drawing/2014/main" id="{20BBD46F-DF2E-23EC-66D2-50B28C9322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721570" y="6745006"/>
                  <a:ext cx="346982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894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Textfeld 109">
                  <a:extLst>
                    <a:ext uri="{FF2B5EF4-FFF2-40B4-BE49-F238E27FC236}">
                      <a16:creationId xmlns:a16="http://schemas.microsoft.com/office/drawing/2014/main" id="{F96FAE1C-8538-8188-30CD-762FFED3C7B6}"/>
                    </a:ext>
                  </a:extLst>
                </p:cNvPr>
                <p:cNvSpPr txBox="1"/>
                <p:nvPr/>
              </p:nvSpPr>
              <p:spPr>
                <a:xfrm flipH="1">
                  <a:off x="3871898" y="7351052"/>
                  <a:ext cx="22470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i="0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Base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10" name="Textfeld 109">
                  <a:extLst>
                    <a:ext uri="{FF2B5EF4-FFF2-40B4-BE49-F238E27FC236}">
                      <a16:creationId xmlns:a16="http://schemas.microsoft.com/office/drawing/2014/main" id="{F96FAE1C-8538-8188-30CD-762FFED3C7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871898" y="7351052"/>
                  <a:ext cx="224707" cy="369332"/>
                </a:xfrm>
                <a:prstGeom prst="rect">
                  <a:avLst/>
                </a:prstGeom>
                <a:blipFill>
                  <a:blip r:embed="rId14"/>
                  <a:stretch>
                    <a:fillRect r="-1891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1" name="Gerader Verbinder 110">
              <a:extLst>
                <a:ext uri="{FF2B5EF4-FFF2-40B4-BE49-F238E27FC236}">
                  <a16:creationId xmlns:a16="http://schemas.microsoft.com/office/drawing/2014/main" id="{CE9E845E-BC17-57BE-D86F-78CBC7B96C6B}"/>
                </a:ext>
              </a:extLst>
            </p:cNvPr>
            <p:cNvCxnSpPr>
              <a:cxnSpLocks/>
            </p:cNvCxnSpPr>
            <p:nvPr/>
          </p:nvCxnSpPr>
          <p:spPr>
            <a:xfrm>
              <a:off x="4045389" y="6889418"/>
              <a:ext cx="1013460" cy="0"/>
            </a:xfrm>
            <a:prstGeom prst="line">
              <a:avLst/>
            </a:prstGeom>
            <a:ln w="38100">
              <a:solidFill>
                <a:srgbClr val="0070C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Gerade Verbindung mit Pfeil 111">
              <a:extLst>
                <a:ext uri="{FF2B5EF4-FFF2-40B4-BE49-F238E27FC236}">
                  <a16:creationId xmlns:a16="http://schemas.microsoft.com/office/drawing/2014/main" id="{D3F15F62-8BA1-A2FA-FBA9-A00DAC055B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77649" y="6889418"/>
              <a:ext cx="1037151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4" name="Gerade Verbindung mit Pfeil 113">
            <a:extLst>
              <a:ext uri="{FF2B5EF4-FFF2-40B4-BE49-F238E27FC236}">
                <a16:creationId xmlns:a16="http://schemas.microsoft.com/office/drawing/2014/main" id="{C8705E9E-2AB5-BB9F-DC94-6A605AC32149}"/>
              </a:ext>
            </a:extLst>
          </p:cNvPr>
          <p:cNvCxnSpPr/>
          <p:nvPr/>
        </p:nvCxnSpPr>
        <p:spPr>
          <a:xfrm flipV="1">
            <a:off x="2526445" y="6157808"/>
            <a:ext cx="0" cy="2118112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1" name="Gerade Verbindung mit Pfeil 120">
            <a:extLst>
              <a:ext uri="{FF2B5EF4-FFF2-40B4-BE49-F238E27FC236}">
                <a16:creationId xmlns:a16="http://schemas.microsoft.com/office/drawing/2014/main" id="{D8C2CE2B-C577-7E41-16C0-AE6AF87E2612}"/>
              </a:ext>
            </a:extLst>
          </p:cNvPr>
          <p:cNvCxnSpPr>
            <a:cxnSpLocks/>
          </p:cNvCxnSpPr>
          <p:nvPr/>
        </p:nvCxnSpPr>
        <p:spPr>
          <a:xfrm flipV="1">
            <a:off x="2518825" y="8309263"/>
            <a:ext cx="0" cy="1106487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28" name="Gruppieren 127">
            <a:extLst>
              <a:ext uri="{FF2B5EF4-FFF2-40B4-BE49-F238E27FC236}">
                <a16:creationId xmlns:a16="http://schemas.microsoft.com/office/drawing/2014/main" id="{C87FA75F-B988-AA26-B960-AD75B336E32F}"/>
              </a:ext>
            </a:extLst>
          </p:cNvPr>
          <p:cNvGrpSpPr/>
          <p:nvPr/>
        </p:nvGrpSpPr>
        <p:grpSpPr>
          <a:xfrm>
            <a:off x="4101776" y="3433113"/>
            <a:ext cx="2170040" cy="1036105"/>
            <a:chOff x="2981773" y="6037979"/>
            <a:chExt cx="2170040" cy="1036105"/>
          </a:xfrm>
        </p:grpSpPr>
        <p:cxnSp>
          <p:nvCxnSpPr>
            <p:cNvPr id="129" name="Gerade Verbindung mit Pfeil 128">
              <a:extLst>
                <a:ext uri="{FF2B5EF4-FFF2-40B4-BE49-F238E27FC236}">
                  <a16:creationId xmlns:a16="http://schemas.microsoft.com/office/drawing/2014/main" id="{6D5829EC-B175-6D85-F46F-A6DB80D69D8A}"/>
                </a:ext>
              </a:extLst>
            </p:cNvPr>
            <p:cNvCxnSpPr>
              <a:cxnSpLocks/>
              <a:endCxn id="131" idx="2"/>
            </p:cNvCxnSpPr>
            <p:nvPr/>
          </p:nvCxnSpPr>
          <p:spPr>
            <a:xfrm flipV="1">
              <a:off x="4045389" y="6407311"/>
              <a:ext cx="1" cy="48210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Gerade Verbindung mit Pfeil 129">
              <a:extLst>
                <a:ext uri="{FF2B5EF4-FFF2-40B4-BE49-F238E27FC236}">
                  <a16:creationId xmlns:a16="http://schemas.microsoft.com/office/drawing/2014/main" id="{A4E321E6-4422-2DD1-4A6F-710D5241E75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98407" y="6560150"/>
              <a:ext cx="346982" cy="329268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Textfeld 130">
                  <a:extLst>
                    <a:ext uri="{FF2B5EF4-FFF2-40B4-BE49-F238E27FC236}">
                      <a16:creationId xmlns:a16="http://schemas.microsoft.com/office/drawing/2014/main" id="{12FFAEA5-6984-3E83-B4A4-E4557EF3F358}"/>
                    </a:ext>
                  </a:extLst>
                </p:cNvPr>
                <p:cNvSpPr txBox="1"/>
                <p:nvPr/>
              </p:nvSpPr>
              <p:spPr>
                <a:xfrm flipH="1">
                  <a:off x="3907678" y="6037979"/>
                  <a:ext cx="27542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i="0" dirty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31" name="Textfeld 130">
                  <a:extLst>
                    <a:ext uri="{FF2B5EF4-FFF2-40B4-BE49-F238E27FC236}">
                      <a16:creationId xmlns:a16="http://schemas.microsoft.com/office/drawing/2014/main" id="{12FFAEA5-6984-3E83-B4A4-E4557EF3F3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907678" y="6037979"/>
                  <a:ext cx="275424" cy="369332"/>
                </a:xfrm>
                <a:prstGeom prst="rect">
                  <a:avLst/>
                </a:prstGeom>
                <a:blipFill>
                  <a:blip r:embed="rId15"/>
                  <a:stretch>
                    <a:fillRect r="-37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Textfeld 131">
                  <a:extLst>
                    <a:ext uri="{FF2B5EF4-FFF2-40B4-BE49-F238E27FC236}">
                      <a16:creationId xmlns:a16="http://schemas.microsoft.com/office/drawing/2014/main" id="{0E0B603B-B478-1852-DFA8-42DD6825E561}"/>
                    </a:ext>
                  </a:extLst>
                </p:cNvPr>
                <p:cNvSpPr txBox="1"/>
                <p:nvPr/>
              </p:nvSpPr>
              <p:spPr>
                <a:xfrm flipH="1">
                  <a:off x="2981773" y="6704752"/>
                  <a:ext cx="34698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dirty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32" name="Textfeld 131">
                  <a:extLst>
                    <a:ext uri="{FF2B5EF4-FFF2-40B4-BE49-F238E27FC236}">
                      <a16:creationId xmlns:a16="http://schemas.microsoft.com/office/drawing/2014/main" id="{0E0B603B-B478-1852-DFA8-42DD6825E5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981773" y="6704752"/>
                  <a:ext cx="346982" cy="369332"/>
                </a:xfrm>
                <a:prstGeom prst="rect">
                  <a:avLst/>
                </a:prstGeom>
                <a:blipFill>
                  <a:blip r:embed="rId16"/>
                  <a:stretch>
                    <a:fillRect r="-35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Textfeld 132">
                  <a:extLst>
                    <a:ext uri="{FF2B5EF4-FFF2-40B4-BE49-F238E27FC236}">
                      <a16:creationId xmlns:a16="http://schemas.microsoft.com/office/drawing/2014/main" id="{D7400BB3-3149-4334-F241-FB6BE5FB2294}"/>
                    </a:ext>
                  </a:extLst>
                </p:cNvPr>
                <p:cNvSpPr txBox="1"/>
                <p:nvPr/>
              </p:nvSpPr>
              <p:spPr>
                <a:xfrm flipH="1">
                  <a:off x="3448341" y="6242902"/>
                  <a:ext cx="22470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i="0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33" name="Textfeld 132">
                  <a:extLst>
                    <a:ext uri="{FF2B5EF4-FFF2-40B4-BE49-F238E27FC236}">
                      <a16:creationId xmlns:a16="http://schemas.microsoft.com/office/drawing/2014/main" id="{D7400BB3-3149-4334-F241-FB6BE5FB22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448341" y="6242902"/>
                  <a:ext cx="224707" cy="369332"/>
                </a:xfrm>
                <a:prstGeom prst="rect">
                  <a:avLst/>
                </a:prstGeom>
                <a:blipFill>
                  <a:blip r:embed="rId17"/>
                  <a:stretch>
                    <a:fillRect r="-5945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4" name="Gerader Verbinder 133">
              <a:extLst>
                <a:ext uri="{FF2B5EF4-FFF2-40B4-BE49-F238E27FC236}">
                  <a16:creationId xmlns:a16="http://schemas.microsoft.com/office/drawing/2014/main" id="{362A23D5-FFD3-DED2-3313-60298EAD46F2}"/>
                </a:ext>
              </a:extLst>
            </p:cNvPr>
            <p:cNvCxnSpPr>
              <a:cxnSpLocks/>
            </p:cNvCxnSpPr>
            <p:nvPr/>
          </p:nvCxnSpPr>
          <p:spPr>
            <a:xfrm>
              <a:off x="4045389" y="6889418"/>
              <a:ext cx="1106424" cy="0"/>
            </a:xfrm>
            <a:prstGeom prst="line">
              <a:avLst/>
            </a:prstGeom>
            <a:ln w="38100">
              <a:solidFill>
                <a:srgbClr val="0070C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Gerade Verbindung mit Pfeil 134">
              <a:extLst>
                <a:ext uri="{FF2B5EF4-FFF2-40B4-BE49-F238E27FC236}">
                  <a16:creationId xmlns:a16="http://schemas.microsoft.com/office/drawing/2014/main" id="{54097A8F-EAA5-C2D7-DAF0-4198CE4B77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28755" y="6889418"/>
              <a:ext cx="786045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6" name="Gerade Verbindung mit Pfeil 135">
            <a:extLst>
              <a:ext uri="{FF2B5EF4-FFF2-40B4-BE49-F238E27FC236}">
                <a16:creationId xmlns:a16="http://schemas.microsoft.com/office/drawing/2014/main" id="{BAB8FBCE-C5C3-670D-F969-C7671A685E92}"/>
              </a:ext>
            </a:extLst>
          </p:cNvPr>
          <p:cNvCxnSpPr>
            <a:cxnSpLocks/>
          </p:cNvCxnSpPr>
          <p:nvPr/>
        </p:nvCxnSpPr>
        <p:spPr>
          <a:xfrm flipV="1">
            <a:off x="2526445" y="4119918"/>
            <a:ext cx="0" cy="1916754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8" name="Gerade Verbindung mit Pfeil 137">
            <a:extLst>
              <a:ext uri="{FF2B5EF4-FFF2-40B4-BE49-F238E27FC236}">
                <a16:creationId xmlns:a16="http://schemas.microsoft.com/office/drawing/2014/main" id="{2819CE9B-8319-A2AE-9653-BCD4D0C9FD8E}"/>
              </a:ext>
            </a:extLst>
          </p:cNvPr>
          <p:cNvCxnSpPr>
            <a:cxnSpLocks/>
            <a:endCxn id="140" idx="2"/>
          </p:cNvCxnSpPr>
          <p:nvPr/>
        </p:nvCxnSpPr>
        <p:spPr>
          <a:xfrm flipV="1">
            <a:off x="1615748" y="3616670"/>
            <a:ext cx="1" cy="48210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Gerade Verbindung mit Pfeil 138">
            <a:extLst>
              <a:ext uri="{FF2B5EF4-FFF2-40B4-BE49-F238E27FC236}">
                <a16:creationId xmlns:a16="http://schemas.microsoft.com/office/drawing/2014/main" id="{BE9409D7-61DB-EFAC-11C8-4E30DAF714E3}"/>
              </a:ext>
            </a:extLst>
          </p:cNvPr>
          <p:cNvCxnSpPr>
            <a:cxnSpLocks/>
          </p:cNvCxnSpPr>
          <p:nvPr/>
        </p:nvCxnSpPr>
        <p:spPr>
          <a:xfrm flipH="1">
            <a:off x="1093273" y="4098777"/>
            <a:ext cx="522475" cy="8251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feld 139">
                <a:extLst>
                  <a:ext uri="{FF2B5EF4-FFF2-40B4-BE49-F238E27FC236}">
                    <a16:creationId xmlns:a16="http://schemas.microsoft.com/office/drawing/2014/main" id="{B09D00AA-1601-091D-3766-00D81646AD09}"/>
                  </a:ext>
                </a:extLst>
              </p:cNvPr>
              <p:cNvSpPr txBox="1"/>
              <p:nvPr/>
            </p:nvSpPr>
            <p:spPr>
              <a:xfrm flipH="1">
                <a:off x="1478037" y="3247338"/>
                <a:ext cx="2754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i="0" dirty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de-DE" b="0" i="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40" name="Textfeld 139">
                <a:extLst>
                  <a:ext uri="{FF2B5EF4-FFF2-40B4-BE49-F238E27FC236}">
                    <a16:creationId xmlns:a16="http://schemas.microsoft.com/office/drawing/2014/main" id="{B09D00AA-1601-091D-3766-00D81646AD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78037" y="3247338"/>
                <a:ext cx="275424" cy="369332"/>
              </a:xfrm>
              <a:prstGeom prst="rect">
                <a:avLst/>
              </a:prstGeom>
              <a:blipFill>
                <a:blip r:embed="rId18"/>
                <a:stretch>
                  <a:fillRect r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xtfeld 140">
                <a:extLst>
                  <a:ext uri="{FF2B5EF4-FFF2-40B4-BE49-F238E27FC236}">
                    <a16:creationId xmlns:a16="http://schemas.microsoft.com/office/drawing/2014/main" id="{28560CEC-36D0-C858-0BC1-29B3D535F91B}"/>
                  </a:ext>
                </a:extLst>
              </p:cNvPr>
              <p:cNvSpPr txBox="1"/>
              <p:nvPr/>
            </p:nvSpPr>
            <p:spPr>
              <a:xfrm flipH="1">
                <a:off x="903716" y="4418855"/>
                <a:ext cx="3469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dirty="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de-DE" b="0" i="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41" name="Textfeld 140">
                <a:extLst>
                  <a:ext uri="{FF2B5EF4-FFF2-40B4-BE49-F238E27FC236}">
                    <a16:creationId xmlns:a16="http://schemas.microsoft.com/office/drawing/2014/main" id="{28560CEC-36D0-C858-0BC1-29B3D535F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903716" y="4418855"/>
                <a:ext cx="346982" cy="369332"/>
              </a:xfrm>
              <a:prstGeom prst="rect">
                <a:avLst/>
              </a:prstGeom>
              <a:blipFill>
                <a:blip r:embed="rId19"/>
                <a:stretch>
                  <a:fillRect r="-70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feld 141">
                <a:extLst>
                  <a:ext uri="{FF2B5EF4-FFF2-40B4-BE49-F238E27FC236}">
                    <a16:creationId xmlns:a16="http://schemas.microsoft.com/office/drawing/2014/main" id="{B1124205-6DE9-7914-C6F6-3E287AEE63D0}"/>
                  </a:ext>
                </a:extLst>
              </p:cNvPr>
              <p:cNvSpPr txBox="1"/>
              <p:nvPr/>
            </p:nvSpPr>
            <p:spPr>
              <a:xfrm flipH="1">
                <a:off x="720177" y="3857724"/>
                <a:ext cx="2247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de-DE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42" name="Textfeld 141">
                <a:extLst>
                  <a:ext uri="{FF2B5EF4-FFF2-40B4-BE49-F238E27FC236}">
                    <a16:creationId xmlns:a16="http://schemas.microsoft.com/office/drawing/2014/main" id="{B1124205-6DE9-7914-C6F6-3E287AEE6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20177" y="3857724"/>
                <a:ext cx="224707" cy="369332"/>
              </a:xfrm>
              <a:prstGeom prst="rect">
                <a:avLst/>
              </a:prstGeom>
              <a:blipFill>
                <a:blip r:embed="rId20"/>
                <a:stretch>
                  <a:fillRect r="-621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4" name="Gerade Verbindung mit Pfeil 143">
            <a:extLst>
              <a:ext uri="{FF2B5EF4-FFF2-40B4-BE49-F238E27FC236}">
                <a16:creationId xmlns:a16="http://schemas.microsoft.com/office/drawing/2014/main" id="{EAD2399D-689D-A72B-9508-3D4597EBEE46}"/>
              </a:ext>
            </a:extLst>
          </p:cNvPr>
          <p:cNvCxnSpPr>
            <a:cxnSpLocks/>
          </p:cNvCxnSpPr>
          <p:nvPr/>
        </p:nvCxnSpPr>
        <p:spPr>
          <a:xfrm flipH="1">
            <a:off x="1212602" y="4081491"/>
            <a:ext cx="420348" cy="46250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Gerader Verbinder 146">
            <a:extLst>
              <a:ext uri="{FF2B5EF4-FFF2-40B4-BE49-F238E27FC236}">
                <a16:creationId xmlns:a16="http://schemas.microsoft.com/office/drawing/2014/main" id="{BBFB9CFE-8DB8-C06D-9CC2-7F3CDA587D6F}"/>
              </a:ext>
            </a:extLst>
          </p:cNvPr>
          <p:cNvCxnSpPr>
            <a:cxnSpLocks/>
          </p:cNvCxnSpPr>
          <p:nvPr/>
        </p:nvCxnSpPr>
        <p:spPr>
          <a:xfrm>
            <a:off x="1569542" y="4098777"/>
            <a:ext cx="1258316" cy="0"/>
          </a:xfrm>
          <a:prstGeom prst="line">
            <a:avLst/>
          </a:prstGeom>
          <a:ln w="38100">
            <a:solidFill>
              <a:srgbClr val="00B0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673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570F9A44-FB54-F110-8994-3B560E470DE2}"/>
              </a:ext>
            </a:extLst>
          </p:cNvPr>
          <p:cNvGrpSpPr/>
          <p:nvPr/>
        </p:nvGrpSpPr>
        <p:grpSpPr>
          <a:xfrm>
            <a:off x="506562" y="-16769"/>
            <a:ext cx="6607470" cy="11938334"/>
            <a:chOff x="938242" y="1922876"/>
            <a:chExt cx="5107190" cy="9627363"/>
          </a:xfrm>
        </p:grpSpPr>
        <p:sp>
          <p:nvSpPr>
            <p:cNvPr id="123" name="Zylinder 122">
              <a:extLst>
                <a:ext uri="{FF2B5EF4-FFF2-40B4-BE49-F238E27FC236}">
                  <a16:creationId xmlns:a16="http://schemas.microsoft.com/office/drawing/2014/main" id="{CBF02764-9737-1E05-5415-565BF38155D8}"/>
                </a:ext>
              </a:extLst>
            </p:cNvPr>
            <p:cNvSpPr/>
            <p:nvPr/>
          </p:nvSpPr>
          <p:spPr>
            <a:xfrm>
              <a:off x="1922175" y="9525324"/>
              <a:ext cx="2136024" cy="1479057"/>
            </a:xfrm>
            <a:prstGeom prst="can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sp>
          <p:nvSpPr>
            <p:cNvPr id="124" name="Würfel 123">
              <a:extLst>
                <a:ext uri="{FF2B5EF4-FFF2-40B4-BE49-F238E27FC236}">
                  <a16:creationId xmlns:a16="http://schemas.microsoft.com/office/drawing/2014/main" id="{04D6890C-0C5A-47CC-C7BA-AFE783E9F95B}"/>
                </a:ext>
              </a:extLst>
            </p:cNvPr>
            <p:cNvSpPr/>
            <p:nvPr/>
          </p:nvSpPr>
          <p:spPr>
            <a:xfrm flipH="1">
              <a:off x="2628757" y="8756770"/>
              <a:ext cx="671757" cy="1037521"/>
            </a:xfrm>
            <a:prstGeom prst="cube">
              <a:avLst>
                <a:gd name="adj" fmla="val 17858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sp>
          <p:nvSpPr>
            <p:cNvPr id="4" name="Zylinder 3">
              <a:extLst>
                <a:ext uri="{FF2B5EF4-FFF2-40B4-BE49-F238E27FC236}">
                  <a16:creationId xmlns:a16="http://schemas.microsoft.com/office/drawing/2014/main" id="{E2B37896-680D-305F-F309-8EB729150505}"/>
                </a:ext>
              </a:extLst>
            </p:cNvPr>
            <p:cNvSpPr/>
            <p:nvPr/>
          </p:nvSpPr>
          <p:spPr>
            <a:xfrm rot="16200000">
              <a:off x="2641815" y="7926436"/>
              <a:ext cx="569286" cy="1423215"/>
            </a:xfrm>
            <a:prstGeom prst="can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sp>
          <p:nvSpPr>
            <p:cNvPr id="7" name="Würfel 6">
              <a:extLst>
                <a:ext uri="{FF2B5EF4-FFF2-40B4-BE49-F238E27FC236}">
                  <a16:creationId xmlns:a16="http://schemas.microsoft.com/office/drawing/2014/main" id="{7783CC95-3B0E-2EBC-3759-89C5EF63403D}"/>
                </a:ext>
              </a:extLst>
            </p:cNvPr>
            <p:cNvSpPr/>
            <p:nvPr/>
          </p:nvSpPr>
          <p:spPr>
            <a:xfrm flipH="1">
              <a:off x="2641811" y="6054131"/>
              <a:ext cx="671757" cy="2435897"/>
            </a:xfrm>
            <a:prstGeom prst="cube">
              <a:avLst>
                <a:gd name="adj" fmla="val 17858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sp>
          <p:nvSpPr>
            <p:cNvPr id="8" name="Zylinder 7">
              <a:extLst>
                <a:ext uri="{FF2B5EF4-FFF2-40B4-BE49-F238E27FC236}">
                  <a16:creationId xmlns:a16="http://schemas.microsoft.com/office/drawing/2014/main" id="{E5676AC1-EC7E-2CE8-D48C-B6A55B3DF2E7}"/>
                </a:ext>
              </a:extLst>
            </p:cNvPr>
            <p:cNvSpPr/>
            <p:nvPr/>
          </p:nvSpPr>
          <p:spPr>
            <a:xfrm rot="16200000">
              <a:off x="2641815" y="5174281"/>
              <a:ext cx="569286" cy="1423215"/>
            </a:xfrm>
            <a:prstGeom prst="can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sp>
          <p:nvSpPr>
            <p:cNvPr id="9" name="Würfel 8">
              <a:extLst>
                <a:ext uri="{FF2B5EF4-FFF2-40B4-BE49-F238E27FC236}">
                  <a16:creationId xmlns:a16="http://schemas.microsoft.com/office/drawing/2014/main" id="{D5D370D3-7F65-F532-DAB8-332320913891}"/>
                </a:ext>
              </a:extLst>
            </p:cNvPr>
            <p:cNvSpPr/>
            <p:nvPr/>
          </p:nvSpPr>
          <p:spPr>
            <a:xfrm flipH="1">
              <a:off x="2641812" y="3297058"/>
              <a:ext cx="671757" cy="2440816"/>
            </a:xfrm>
            <a:prstGeom prst="cube">
              <a:avLst>
                <a:gd name="adj" fmla="val 17858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grpSp>
          <p:nvGrpSpPr>
            <p:cNvPr id="105" name="Gruppieren 104">
              <a:extLst>
                <a:ext uri="{FF2B5EF4-FFF2-40B4-BE49-F238E27FC236}">
                  <a16:creationId xmlns:a16="http://schemas.microsoft.com/office/drawing/2014/main" id="{D9E4B032-7741-C4E4-623D-5825A65099D5}"/>
                </a:ext>
              </a:extLst>
            </p:cNvPr>
            <p:cNvGrpSpPr/>
            <p:nvPr/>
          </p:nvGrpSpPr>
          <p:grpSpPr>
            <a:xfrm>
              <a:off x="938242" y="9025357"/>
              <a:ext cx="3736994" cy="2524882"/>
              <a:chOff x="2811262" y="6184189"/>
              <a:chExt cx="2247587" cy="1518572"/>
            </a:xfrm>
          </p:grpSpPr>
          <p:cxnSp>
            <p:nvCxnSpPr>
              <p:cNvPr id="106" name="Gerade Verbindung mit Pfeil 105">
                <a:extLst>
                  <a:ext uri="{FF2B5EF4-FFF2-40B4-BE49-F238E27FC236}">
                    <a16:creationId xmlns:a16="http://schemas.microsoft.com/office/drawing/2014/main" id="{3EB05616-2539-C760-285B-A0ABAFDA63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582936" y="6447913"/>
                <a:ext cx="462453" cy="441506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Gerade Verbindung mit Pfeil 106">
                <a:extLst>
                  <a:ext uri="{FF2B5EF4-FFF2-40B4-BE49-F238E27FC236}">
                    <a16:creationId xmlns:a16="http://schemas.microsoft.com/office/drawing/2014/main" id="{B9A0E9CC-4B81-421A-CE9A-AE7620C5225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38671" y="6889418"/>
                <a:ext cx="6718" cy="466550"/>
              </a:xfrm>
              <a:prstGeom prst="straightConnector1">
                <a:avLst/>
              </a:prstGeom>
              <a:ln w="76200">
                <a:solidFill>
                  <a:schemeClr val="accent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8" name="Textfeld 107">
                    <a:extLst>
                      <a:ext uri="{FF2B5EF4-FFF2-40B4-BE49-F238E27FC236}">
                        <a16:creationId xmlns:a16="http://schemas.microsoft.com/office/drawing/2014/main" id="{460E441B-DC8F-1F58-BE92-207B8EB6666F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3238101" y="6184189"/>
                    <a:ext cx="275424" cy="35170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3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3200" i="0" dirty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sz="3200" b="0" i="0" dirty="0" smtClean="0">
                                  <a:latin typeface="Cambria Math" panose="02040503050406030204" pitchFamily="18" charset="0"/>
                                </a:rPr>
                                <m:t>Base</m:t>
                              </m:r>
                            </m:sub>
                          </m:sSub>
                        </m:oMath>
                      </m:oMathPara>
                    </a14:m>
                    <a:endParaRPr lang="de-DE" sz="3200" dirty="0"/>
                  </a:p>
                </p:txBody>
              </p:sp>
            </mc:Choice>
            <mc:Fallback xmlns="">
              <p:sp>
                <p:nvSpPr>
                  <p:cNvPr id="108" name="Textfeld 107">
                    <a:extLst>
                      <a:ext uri="{FF2B5EF4-FFF2-40B4-BE49-F238E27FC236}">
                        <a16:creationId xmlns:a16="http://schemas.microsoft.com/office/drawing/2014/main" id="{460E441B-DC8F-1F58-BE92-207B8EB6666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3238101" y="6184189"/>
                    <a:ext cx="275424" cy="35170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r="-6907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9" name="Textfeld 108">
                    <a:extLst>
                      <a:ext uri="{FF2B5EF4-FFF2-40B4-BE49-F238E27FC236}">
                        <a16:creationId xmlns:a16="http://schemas.microsoft.com/office/drawing/2014/main" id="{20BBD46F-DF2E-23EC-66D2-50B28C93220E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2811262" y="6803980"/>
                    <a:ext cx="346982" cy="35170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32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3200" dirty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sz="3200" b="0" i="0" dirty="0" smtClean="0">
                                  <a:latin typeface="Cambria Math" panose="02040503050406030204" pitchFamily="18" charset="0"/>
                                </a:rPr>
                                <m:t>Base</m:t>
                              </m:r>
                            </m:sub>
                          </m:sSub>
                        </m:oMath>
                      </m:oMathPara>
                    </a14:m>
                    <a:endParaRPr lang="de-DE" sz="3200" dirty="0"/>
                  </a:p>
                </p:txBody>
              </p:sp>
            </mc:Choice>
            <mc:Fallback xmlns="">
              <p:sp>
                <p:nvSpPr>
                  <p:cNvPr id="109" name="Textfeld 108">
                    <a:extLst>
                      <a:ext uri="{FF2B5EF4-FFF2-40B4-BE49-F238E27FC236}">
                        <a16:creationId xmlns:a16="http://schemas.microsoft.com/office/drawing/2014/main" id="{20BBD46F-DF2E-23EC-66D2-50B28C9322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2811262" y="6803980"/>
                    <a:ext cx="346982" cy="35170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r="-3008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0" name="Textfeld 109">
                    <a:extLst>
                      <a:ext uri="{FF2B5EF4-FFF2-40B4-BE49-F238E27FC236}">
                        <a16:creationId xmlns:a16="http://schemas.microsoft.com/office/drawing/2014/main" id="{F96FAE1C-8538-8188-30CD-762FFED3C7B6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3871898" y="7351052"/>
                    <a:ext cx="224707" cy="35170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3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3200" i="0" dirty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sz="3200" b="0" i="0" dirty="0" smtClean="0">
                                  <a:latin typeface="Cambria Math" panose="02040503050406030204" pitchFamily="18" charset="0"/>
                                </a:rPr>
                                <m:t>Base</m:t>
                              </m:r>
                            </m:sub>
                          </m:sSub>
                        </m:oMath>
                      </m:oMathPara>
                    </a14:m>
                    <a:endParaRPr lang="de-DE" sz="3200" dirty="0"/>
                  </a:p>
                </p:txBody>
              </p:sp>
            </mc:Choice>
            <mc:Fallback xmlns="">
              <p:sp>
                <p:nvSpPr>
                  <p:cNvPr id="110" name="Textfeld 109">
                    <a:extLst>
                      <a:ext uri="{FF2B5EF4-FFF2-40B4-BE49-F238E27FC236}">
                        <a16:creationId xmlns:a16="http://schemas.microsoft.com/office/drawing/2014/main" id="{F96FAE1C-8538-8188-30CD-762FFED3C7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3871898" y="7351052"/>
                    <a:ext cx="224707" cy="35170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9625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1" name="Gerader Verbinder 110">
                <a:extLst>
                  <a:ext uri="{FF2B5EF4-FFF2-40B4-BE49-F238E27FC236}">
                    <a16:creationId xmlns:a16="http://schemas.microsoft.com/office/drawing/2014/main" id="{CE9E845E-BC17-57BE-D86F-78CBC7B96C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45389" y="6889418"/>
                <a:ext cx="1013460" cy="0"/>
              </a:xfrm>
              <a:prstGeom prst="line">
                <a:avLst/>
              </a:prstGeom>
              <a:ln w="76200"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Gerade Verbindung mit Pfeil 111">
                <a:extLst>
                  <a:ext uri="{FF2B5EF4-FFF2-40B4-BE49-F238E27FC236}">
                    <a16:creationId xmlns:a16="http://schemas.microsoft.com/office/drawing/2014/main" id="{D3F15F62-8BA1-A2FA-FBA9-A00DAC055BE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77649" y="6889418"/>
                <a:ext cx="1037151" cy="0"/>
              </a:xfrm>
              <a:prstGeom prst="straightConnector1">
                <a:avLst/>
              </a:prstGeom>
              <a:ln w="7620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4" name="Gerade Verbindung mit Pfeil 113">
              <a:extLst>
                <a:ext uri="{FF2B5EF4-FFF2-40B4-BE49-F238E27FC236}">
                  <a16:creationId xmlns:a16="http://schemas.microsoft.com/office/drawing/2014/main" id="{C8705E9E-2AB5-BB9F-DC94-6A605AC321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9548" y="5908272"/>
              <a:ext cx="0" cy="2729772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1" name="Gerade Verbindung mit Pfeil 120">
              <a:extLst>
                <a:ext uri="{FF2B5EF4-FFF2-40B4-BE49-F238E27FC236}">
                  <a16:creationId xmlns:a16="http://schemas.microsoft.com/office/drawing/2014/main" id="{D8C2CE2B-C577-7E41-16C0-AE6AF87E26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9548" y="8648372"/>
              <a:ext cx="0" cy="1504441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Gerade Verbindung mit Pfeil 135">
              <a:extLst>
                <a:ext uri="{FF2B5EF4-FFF2-40B4-BE49-F238E27FC236}">
                  <a16:creationId xmlns:a16="http://schemas.microsoft.com/office/drawing/2014/main" id="{BAB8FBCE-C5C3-670D-F969-C7671A685E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9548" y="3352256"/>
              <a:ext cx="0" cy="2520606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748DB721-034D-C065-3779-10B153BF9C0E}"/>
                </a:ext>
              </a:extLst>
            </p:cNvPr>
            <p:cNvGrpSpPr/>
            <p:nvPr/>
          </p:nvGrpSpPr>
          <p:grpSpPr>
            <a:xfrm>
              <a:off x="1510204" y="1922876"/>
              <a:ext cx="3165032" cy="2286704"/>
              <a:chOff x="1476322" y="277175"/>
              <a:chExt cx="3165032" cy="2286704"/>
            </a:xfrm>
          </p:grpSpPr>
          <p:cxnSp>
            <p:nvCxnSpPr>
              <p:cNvPr id="138" name="Gerade Verbindung mit Pfeil 137">
                <a:extLst>
                  <a:ext uri="{FF2B5EF4-FFF2-40B4-BE49-F238E27FC236}">
                    <a16:creationId xmlns:a16="http://schemas.microsoft.com/office/drawing/2014/main" id="{2819CE9B-8319-A2AE-9653-BCD4D0C9FD8E}"/>
                  </a:ext>
                </a:extLst>
              </p:cNvPr>
              <p:cNvCxnSpPr>
                <a:cxnSpLocks/>
                <a:endCxn id="140" idx="2"/>
              </p:cNvCxnSpPr>
              <p:nvPr/>
            </p:nvCxnSpPr>
            <p:spPr>
              <a:xfrm flipV="1">
                <a:off x="2965360" y="861950"/>
                <a:ext cx="1" cy="830888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Gerade Verbindung mit Pfeil 138">
                <a:extLst>
                  <a:ext uri="{FF2B5EF4-FFF2-40B4-BE49-F238E27FC236}">
                    <a16:creationId xmlns:a16="http://schemas.microsoft.com/office/drawing/2014/main" id="{BE9409D7-61DB-EFAC-11C8-4E30DAF714E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96657" y="1692836"/>
                <a:ext cx="868703" cy="13719"/>
              </a:xfrm>
              <a:prstGeom prst="straightConnector1">
                <a:avLst/>
              </a:prstGeom>
              <a:ln w="76200">
                <a:solidFill>
                  <a:schemeClr val="accent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0" name="Textfeld 139">
                    <a:extLst>
                      <a:ext uri="{FF2B5EF4-FFF2-40B4-BE49-F238E27FC236}">
                        <a16:creationId xmlns:a16="http://schemas.microsoft.com/office/drawing/2014/main" id="{B09D00AA-1601-091D-3766-00D81646AD09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2736392" y="277175"/>
                    <a:ext cx="457939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3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3200" i="0" dirty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de-DE" sz="3200" b="0" i="0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de-DE" sz="3200" dirty="0"/>
                  </a:p>
                </p:txBody>
              </p:sp>
            </mc:Choice>
            <mc:Fallback xmlns="">
              <p:sp>
                <p:nvSpPr>
                  <p:cNvPr id="140" name="Textfeld 139">
                    <a:extLst>
                      <a:ext uri="{FF2B5EF4-FFF2-40B4-BE49-F238E27FC236}">
                        <a16:creationId xmlns:a16="http://schemas.microsoft.com/office/drawing/2014/main" id="{B09D00AA-1601-091D-3766-00D81646AD0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2736392" y="277175"/>
                    <a:ext cx="457939" cy="58477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1" name="Textfeld 140">
                    <a:extLst>
                      <a:ext uri="{FF2B5EF4-FFF2-40B4-BE49-F238E27FC236}">
                        <a16:creationId xmlns:a16="http://schemas.microsoft.com/office/drawing/2014/main" id="{28560CEC-36D0-C858-0BC1-29B3D535F91B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3315726" y="1979104"/>
                    <a:ext cx="576916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32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3200" dirty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de-DE" sz="3200" b="0" i="0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de-DE" sz="3200" dirty="0"/>
                  </a:p>
                </p:txBody>
              </p:sp>
            </mc:Choice>
            <mc:Fallback xmlns="">
              <p:sp>
                <p:nvSpPr>
                  <p:cNvPr id="141" name="Textfeld 140">
                    <a:extLst>
                      <a:ext uri="{FF2B5EF4-FFF2-40B4-BE49-F238E27FC236}">
                        <a16:creationId xmlns:a16="http://schemas.microsoft.com/office/drawing/2014/main" id="{28560CEC-36D0-C858-0BC1-29B3D535F91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3315726" y="1979104"/>
                    <a:ext cx="576916" cy="58477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2" name="Textfeld 141">
                    <a:extLst>
                      <a:ext uri="{FF2B5EF4-FFF2-40B4-BE49-F238E27FC236}">
                        <a16:creationId xmlns:a16="http://schemas.microsoft.com/office/drawing/2014/main" id="{B1124205-6DE9-7914-C6F6-3E287AEE63D0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1476322" y="1292045"/>
                    <a:ext cx="373613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3200" b="0" i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de-DE" sz="32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de-DE" sz="3200" dirty="0"/>
                  </a:p>
                </p:txBody>
              </p:sp>
            </mc:Choice>
            <mc:Fallback xmlns="">
              <p:sp>
                <p:nvSpPr>
                  <p:cNvPr id="142" name="Textfeld 141">
                    <a:extLst>
                      <a:ext uri="{FF2B5EF4-FFF2-40B4-BE49-F238E27FC236}">
                        <a16:creationId xmlns:a16="http://schemas.microsoft.com/office/drawing/2014/main" id="{B1124205-6DE9-7914-C6F6-3E287AEE63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1476322" y="1292045"/>
                    <a:ext cx="373613" cy="58477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44" name="Gerade Verbindung mit Pfeil 143">
                <a:extLst>
                  <a:ext uri="{FF2B5EF4-FFF2-40B4-BE49-F238E27FC236}">
                    <a16:creationId xmlns:a16="http://schemas.microsoft.com/office/drawing/2014/main" id="{EAD2399D-689D-A72B-9508-3D4597EBEE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65360" y="1667644"/>
                <a:ext cx="391152" cy="444166"/>
              </a:xfrm>
              <a:prstGeom prst="straightConnector1">
                <a:avLst/>
              </a:prstGeom>
              <a:ln w="7620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Gerader Verbinder 146">
                <a:extLst>
                  <a:ext uri="{FF2B5EF4-FFF2-40B4-BE49-F238E27FC236}">
                    <a16:creationId xmlns:a16="http://schemas.microsoft.com/office/drawing/2014/main" id="{BBFB9CFE-8DB8-C06D-9CC2-7F3CDA587D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8535" y="1692836"/>
                <a:ext cx="1752819" cy="0"/>
              </a:xfrm>
              <a:prstGeom prst="line">
                <a:avLst/>
              </a:prstGeom>
              <a:ln w="76200">
                <a:solidFill>
                  <a:srgbClr val="00B050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" name="Textfeld 2">
              <a:extLst>
                <a:ext uri="{FF2B5EF4-FFF2-40B4-BE49-F238E27FC236}">
                  <a16:creationId xmlns:a16="http://schemas.microsoft.com/office/drawing/2014/main" id="{1798379A-BF49-4ED1-83D4-7368B3EDD546}"/>
                </a:ext>
              </a:extLst>
            </p:cNvPr>
            <p:cNvSpPr txBox="1"/>
            <p:nvPr/>
          </p:nvSpPr>
          <p:spPr>
            <a:xfrm>
              <a:off x="4479548" y="9281351"/>
              <a:ext cx="137019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10 cm</a:t>
              </a:r>
            </a:p>
          </p:txBody>
        </p: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0E05C1FF-6B28-5EBF-F8FF-AD1053DECBA4}"/>
                </a:ext>
              </a:extLst>
            </p:cNvPr>
            <p:cNvSpPr txBox="1"/>
            <p:nvPr/>
          </p:nvSpPr>
          <p:spPr>
            <a:xfrm>
              <a:off x="4675236" y="6560791"/>
              <a:ext cx="137019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30 cm</a:t>
              </a: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557FEAE3-3000-2C6C-45DC-03764EF89274}"/>
                </a:ext>
              </a:extLst>
            </p:cNvPr>
            <p:cNvSpPr txBox="1"/>
            <p:nvPr/>
          </p:nvSpPr>
          <p:spPr>
            <a:xfrm>
              <a:off x="4675236" y="3974104"/>
              <a:ext cx="137019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25 cm</a:t>
              </a:r>
            </a:p>
          </p:txBody>
        </p:sp>
        <p:grpSp>
          <p:nvGrpSpPr>
            <p:cNvPr id="30" name="Gruppieren 29">
              <a:extLst>
                <a:ext uri="{FF2B5EF4-FFF2-40B4-BE49-F238E27FC236}">
                  <a16:creationId xmlns:a16="http://schemas.microsoft.com/office/drawing/2014/main" id="{222E4F43-83A2-399A-EC00-8BC8EFCE0481}"/>
                </a:ext>
              </a:extLst>
            </p:cNvPr>
            <p:cNvGrpSpPr/>
            <p:nvPr/>
          </p:nvGrpSpPr>
          <p:grpSpPr>
            <a:xfrm>
              <a:off x="1221746" y="7232711"/>
              <a:ext cx="3608059" cy="1808084"/>
              <a:chOff x="1221746" y="7232711"/>
              <a:chExt cx="3608059" cy="1808084"/>
            </a:xfrm>
          </p:grpSpPr>
          <p:grpSp>
            <p:nvGrpSpPr>
              <p:cNvPr id="85" name="Gruppieren 84">
                <a:extLst>
                  <a:ext uri="{FF2B5EF4-FFF2-40B4-BE49-F238E27FC236}">
                    <a16:creationId xmlns:a16="http://schemas.microsoft.com/office/drawing/2014/main" id="{057F31F1-2B64-D540-5CAC-9C40FFF8CD0B}"/>
                  </a:ext>
                </a:extLst>
              </p:cNvPr>
              <p:cNvGrpSpPr/>
              <p:nvPr/>
            </p:nvGrpSpPr>
            <p:grpSpPr>
              <a:xfrm>
                <a:off x="1221746" y="7232711"/>
                <a:ext cx="3608059" cy="1693398"/>
                <a:chOff x="2981773" y="6037979"/>
                <a:chExt cx="2170040" cy="1018482"/>
              </a:xfrm>
            </p:grpSpPr>
            <p:cxnSp>
              <p:nvCxnSpPr>
                <p:cNvPr id="22" name="Gerade Verbindung mit Pfeil 21">
                  <a:extLst>
                    <a:ext uri="{FF2B5EF4-FFF2-40B4-BE49-F238E27FC236}">
                      <a16:creationId xmlns:a16="http://schemas.microsoft.com/office/drawing/2014/main" id="{1C61DB60-FADD-C036-5E40-5E548BF1C8B7}"/>
                    </a:ext>
                  </a:extLst>
                </p:cNvPr>
                <p:cNvCxnSpPr>
                  <a:cxnSpLocks/>
                  <a:endCxn id="24" idx="2"/>
                </p:cNvCxnSpPr>
                <p:nvPr/>
              </p:nvCxnSpPr>
              <p:spPr>
                <a:xfrm flipV="1">
                  <a:off x="4045389" y="6389688"/>
                  <a:ext cx="1" cy="499731"/>
                </a:xfrm>
                <a:prstGeom prst="straightConnector1">
                  <a:avLst/>
                </a:prstGeom>
                <a:ln w="7620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Gerade Verbindung mit Pfeil 22">
                  <a:extLst>
                    <a:ext uri="{FF2B5EF4-FFF2-40B4-BE49-F238E27FC236}">
                      <a16:creationId xmlns:a16="http://schemas.microsoft.com/office/drawing/2014/main" id="{F0BCFD08-B672-A7C8-FA5A-4976B6212D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698407" y="6560150"/>
                  <a:ext cx="346982" cy="329268"/>
                </a:xfrm>
                <a:prstGeom prst="straightConnector1">
                  <a:avLst/>
                </a:prstGeom>
                <a:ln w="76200">
                  <a:solidFill>
                    <a:schemeClr val="accent6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Textfeld 23">
                      <a:extLst>
                        <a:ext uri="{FF2B5EF4-FFF2-40B4-BE49-F238E27FC236}">
                          <a16:creationId xmlns:a16="http://schemas.microsoft.com/office/drawing/2014/main" id="{26400A67-7684-8DF8-8D30-D4315543A21D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3907678" y="6037979"/>
                      <a:ext cx="275424" cy="35170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de-DE" sz="3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3200" i="0" dirty="0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de-DE" sz="3200" b="0" i="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de-DE" sz="3200" dirty="0"/>
                    </a:p>
                  </p:txBody>
                </p:sp>
              </mc:Choice>
              <mc:Fallback xmlns="">
                <p:sp>
                  <p:nvSpPr>
                    <p:cNvPr id="24" name="Textfeld 23">
                      <a:extLst>
                        <a:ext uri="{FF2B5EF4-FFF2-40B4-BE49-F238E27FC236}">
                          <a16:creationId xmlns:a16="http://schemas.microsoft.com/office/drawing/2014/main" id="{26400A67-7684-8DF8-8D30-D4315543A21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flipH="1">
                      <a:off x="3907678" y="6037979"/>
                      <a:ext cx="275424" cy="35170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Textfeld 24">
                      <a:extLst>
                        <a:ext uri="{FF2B5EF4-FFF2-40B4-BE49-F238E27FC236}">
                          <a16:creationId xmlns:a16="http://schemas.microsoft.com/office/drawing/2014/main" id="{50BD2AE8-C582-8F02-0B6F-C0414EB09521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2981773" y="6704752"/>
                      <a:ext cx="346982" cy="35170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de-DE" sz="32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3200" dirty="0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de-DE" sz="3200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de-DE" sz="3200" dirty="0"/>
                    </a:p>
                  </p:txBody>
                </p:sp>
              </mc:Choice>
              <mc:Fallback xmlns="">
                <p:sp>
                  <p:nvSpPr>
                    <p:cNvPr id="25" name="Textfeld 24">
                      <a:extLst>
                        <a:ext uri="{FF2B5EF4-FFF2-40B4-BE49-F238E27FC236}">
                          <a16:creationId xmlns:a16="http://schemas.microsoft.com/office/drawing/2014/main" id="{50BD2AE8-C582-8F02-0B6F-C0414EB0952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flipH="1">
                      <a:off x="2981773" y="6704752"/>
                      <a:ext cx="346982" cy="351709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" name="Textfeld 25">
                      <a:extLst>
                        <a:ext uri="{FF2B5EF4-FFF2-40B4-BE49-F238E27FC236}">
                          <a16:creationId xmlns:a16="http://schemas.microsoft.com/office/drawing/2014/main" id="{36EF7F29-6C1F-293B-1E36-1CED7443633C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3448341" y="6242902"/>
                      <a:ext cx="224707" cy="35170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de-DE" sz="3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3200" i="0" dirty="0" smtClean="0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de-DE" sz="3200" b="0" i="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de-DE" sz="3200" dirty="0"/>
                    </a:p>
                  </p:txBody>
                </p:sp>
              </mc:Choice>
              <mc:Fallback xmlns="">
                <p:sp>
                  <p:nvSpPr>
                    <p:cNvPr id="26" name="Textfeld 25">
                      <a:extLst>
                        <a:ext uri="{FF2B5EF4-FFF2-40B4-BE49-F238E27FC236}">
                          <a16:creationId xmlns:a16="http://schemas.microsoft.com/office/drawing/2014/main" id="{36EF7F29-6C1F-293B-1E36-1CED7443633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flipH="1">
                      <a:off x="3448341" y="6242902"/>
                      <a:ext cx="224707" cy="351709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70" name="Gerader Verbinder 69">
                  <a:extLst>
                    <a:ext uri="{FF2B5EF4-FFF2-40B4-BE49-F238E27FC236}">
                      <a16:creationId xmlns:a16="http://schemas.microsoft.com/office/drawing/2014/main" id="{F76EF768-CBFD-0A2B-4886-652B1A4D7A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45389" y="6889418"/>
                  <a:ext cx="1106424" cy="0"/>
                </a:xfrm>
                <a:prstGeom prst="line">
                  <a:avLst/>
                </a:prstGeom>
                <a:ln w="76200">
                  <a:solidFill>
                    <a:srgbClr val="0070C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Gerade Verbindung mit Pfeil 20">
                  <a:extLst>
                    <a:ext uri="{FF2B5EF4-FFF2-40B4-BE49-F238E27FC236}">
                      <a16:creationId xmlns:a16="http://schemas.microsoft.com/office/drawing/2014/main" id="{AA4267AA-E9FF-6304-6EFD-D436C58EFE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328755" y="6889418"/>
                  <a:ext cx="786045" cy="0"/>
                </a:xfrm>
                <a:prstGeom prst="straightConnector1">
                  <a:avLst/>
                </a:prstGeom>
                <a:ln w="76200">
                  <a:solidFill>
                    <a:srgbClr val="0070C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feld 15">
                    <a:extLst>
                      <a:ext uri="{FF2B5EF4-FFF2-40B4-BE49-F238E27FC236}">
                        <a16:creationId xmlns:a16="http://schemas.microsoft.com/office/drawing/2014/main" id="{07492513-B2A4-31A6-6D96-E603228B2F71}"/>
                      </a:ext>
                    </a:extLst>
                  </p:cNvPr>
                  <p:cNvSpPr txBox="1"/>
                  <p:nvPr/>
                </p:nvSpPr>
                <p:spPr>
                  <a:xfrm>
                    <a:off x="1688977" y="7984821"/>
                    <a:ext cx="335280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3200" b="0" i="0" smtClean="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de-DE" sz="3200" dirty="0"/>
                  </a:p>
                </p:txBody>
              </p:sp>
            </mc:Choice>
            <mc:Fallback xmlns="">
              <p:sp>
                <p:nvSpPr>
                  <p:cNvPr id="16" name="Textfeld 15">
                    <a:extLst>
                      <a:ext uri="{FF2B5EF4-FFF2-40B4-BE49-F238E27FC236}">
                        <a16:creationId xmlns:a16="http://schemas.microsoft.com/office/drawing/2014/main" id="{07492513-B2A4-31A6-6D96-E603228B2F7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8977" y="7984821"/>
                    <a:ext cx="335280" cy="584775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r="-152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Pfeil: gebogen 16">
                <a:extLst>
                  <a:ext uri="{FF2B5EF4-FFF2-40B4-BE49-F238E27FC236}">
                    <a16:creationId xmlns:a16="http://schemas.microsoft.com/office/drawing/2014/main" id="{2733333E-62D1-CE38-AB5F-8A79356894FC}"/>
                  </a:ext>
                </a:extLst>
              </p:cNvPr>
              <p:cNvSpPr/>
              <p:nvPr/>
            </p:nvSpPr>
            <p:spPr>
              <a:xfrm rot="3284240" flipH="1">
                <a:off x="1652561" y="8437356"/>
                <a:ext cx="605640" cy="601238"/>
              </a:xfrm>
              <a:prstGeom prst="circularArrow">
                <a:avLst>
                  <a:gd name="adj1" fmla="val 7185"/>
                  <a:gd name="adj2" fmla="val 923709"/>
                  <a:gd name="adj3" fmla="val 20442418"/>
                  <a:gd name="adj4" fmla="val 10984637"/>
                  <a:gd name="adj5" fmla="val 13351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32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9" name="Gruppieren 28">
              <a:extLst>
                <a:ext uri="{FF2B5EF4-FFF2-40B4-BE49-F238E27FC236}">
                  <a16:creationId xmlns:a16="http://schemas.microsoft.com/office/drawing/2014/main" id="{8C4E64B5-D3B7-C85A-5EDA-4B86A62E8ED5}"/>
                </a:ext>
              </a:extLst>
            </p:cNvPr>
            <p:cNvGrpSpPr/>
            <p:nvPr/>
          </p:nvGrpSpPr>
          <p:grpSpPr>
            <a:xfrm>
              <a:off x="1221746" y="4471851"/>
              <a:ext cx="3608059" cy="1774977"/>
              <a:chOff x="1221746" y="3648891"/>
              <a:chExt cx="3608059" cy="1774977"/>
            </a:xfrm>
          </p:grpSpPr>
          <p:grpSp>
            <p:nvGrpSpPr>
              <p:cNvPr id="97" name="Gruppieren 96">
                <a:extLst>
                  <a:ext uri="{FF2B5EF4-FFF2-40B4-BE49-F238E27FC236}">
                    <a16:creationId xmlns:a16="http://schemas.microsoft.com/office/drawing/2014/main" id="{2FF09B91-206A-0F02-F517-B113979E0CC7}"/>
                  </a:ext>
                </a:extLst>
              </p:cNvPr>
              <p:cNvGrpSpPr/>
              <p:nvPr/>
            </p:nvGrpSpPr>
            <p:grpSpPr>
              <a:xfrm>
                <a:off x="1221746" y="3648891"/>
                <a:ext cx="3608059" cy="1693398"/>
                <a:chOff x="2981773" y="6037979"/>
                <a:chExt cx="2170040" cy="1018482"/>
              </a:xfrm>
            </p:grpSpPr>
            <p:cxnSp>
              <p:nvCxnSpPr>
                <p:cNvPr id="98" name="Gerade Verbindung mit Pfeil 97">
                  <a:extLst>
                    <a:ext uri="{FF2B5EF4-FFF2-40B4-BE49-F238E27FC236}">
                      <a16:creationId xmlns:a16="http://schemas.microsoft.com/office/drawing/2014/main" id="{076B0058-223B-94F1-C0C1-EDE04F4DBD9B}"/>
                    </a:ext>
                  </a:extLst>
                </p:cNvPr>
                <p:cNvCxnSpPr>
                  <a:cxnSpLocks/>
                  <a:endCxn id="100" idx="2"/>
                </p:cNvCxnSpPr>
                <p:nvPr/>
              </p:nvCxnSpPr>
              <p:spPr>
                <a:xfrm flipV="1">
                  <a:off x="4045389" y="6389688"/>
                  <a:ext cx="1" cy="499731"/>
                </a:xfrm>
                <a:prstGeom prst="straightConnector1">
                  <a:avLst/>
                </a:prstGeom>
                <a:ln w="7620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Gerade Verbindung mit Pfeil 98">
                  <a:extLst>
                    <a:ext uri="{FF2B5EF4-FFF2-40B4-BE49-F238E27FC236}">
                      <a16:creationId xmlns:a16="http://schemas.microsoft.com/office/drawing/2014/main" id="{149BE14D-F8CE-D611-E1D1-39013940AA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698407" y="6560150"/>
                  <a:ext cx="346982" cy="329268"/>
                </a:xfrm>
                <a:prstGeom prst="straightConnector1">
                  <a:avLst/>
                </a:prstGeom>
                <a:ln w="76200">
                  <a:solidFill>
                    <a:schemeClr val="accent6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0" name="Textfeld 99">
                      <a:extLst>
                        <a:ext uri="{FF2B5EF4-FFF2-40B4-BE49-F238E27FC236}">
                          <a16:creationId xmlns:a16="http://schemas.microsoft.com/office/drawing/2014/main" id="{0899677E-1740-3E53-B574-015C6BC0E643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3907678" y="6037979"/>
                      <a:ext cx="275424" cy="35170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de-DE" sz="3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3200" i="0" dirty="0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de-DE" sz="3200" b="0" i="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de-DE" sz="3200" dirty="0"/>
                    </a:p>
                  </p:txBody>
                </p:sp>
              </mc:Choice>
              <mc:Fallback xmlns="">
                <p:sp>
                  <p:nvSpPr>
                    <p:cNvPr id="100" name="Textfeld 99">
                      <a:extLst>
                        <a:ext uri="{FF2B5EF4-FFF2-40B4-BE49-F238E27FC236}">
                          <a16:creationId xmlns:a16="http://schemas.microsoft.com/office/drawing/2014/main" id="{0899677E-1740-3E53-B574-015C6BC0E64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flipH="1">
                      <a:off x="3907678" y="6037979"/>
                      <a:ext cx="275424" cy="351709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1" name="Textfeld 100">
                      <a:extLst>
                        <a:ext uri="{FF2B5EF4-FFF2-40B4-BE49-F238E27FC236}">
                          <a16:creationId xmlns:a16="http://schemas.microsoft.com/office/drawing/2014/main" id="{F9DC249A-9650-F302-353E-132DDB4A37D8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2981773" y="6704752"/>
                      <a:ext cx="346982" cy="35170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de-DE" sz="32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3200" dirty="0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de-DE" sz="3200" b="0" i="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de-DE" sz="3200" dirty="0"/>
                    </a:p>
                  </p:txBody>
                </p:sp>
              </mc:Choice>
              <mc:Fallback xmlns="">
                <p:sp>
                  <p:nvSpPr>
                    <p:cNvPr id="101" name="Textfeld 100">
                      <a:extLst>
                        <a:ext uri="{FF2B5EF4-FFF2-40B4-BE49-F238E27FC236}">
                          <a16:creationId xmlns:a16="http://schemas.microsoft.com/office/drawing/2014/main" id="{F9DC249A-9650-F302-353E-132DDB4A37D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flipH="1">
                      <a:off x="2981773" y="6704752"/>
                      <a:ext cx="346982" cy="351709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2" name="Textfeld 101">
                      <a:extLst>
                        <a:ext uri="{FF2B5EF4-FFF2-40B4-BE49-F238E27FC236}">
                          <a16:creationId xmlns:a16="http://schemas.microsoft.com/office/drawing/2014/main" id="{69D27BA2-A137-A851-BCDA-FCAAC0264B91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3448341" y="6242902"/>
                      <a:ext cx="224707" cy="35170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de-DE" sz="3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3200" i="0" dirty="0" smtClean="0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de-DE" sz="3200" b="0" i="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de-DE" sz="3200" dirty="0"/>
                    </a:p>
                  </p:txBody>
                </p:sp>
              </mc:Choice>
              <mc:Fallback xmlns="">
                <p:sp>
                  <p:nvSpPr>
                    <p:cNvPr id="102" name="Textfeld 101">
                      <a:extLst>
                        <a:ext uri="{FF2B5EF4-FFF2-40B4-BE49-F238E27FC236}">
                          <a16:creationId xmlns:a16="http://schemas.microsoft.com/office/drawing/2014/main" id="{69D27BA2-A137-A851-BCDA-FCAAC0264B9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flipH="1">
                      <a:off x="3448341" y="6242902"/>
                      <a:ext cx="224707" cy="351709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03" name="Gerader Verbinder 102">
                  <a:extLst>
                    <a:ext uri="{FF2B5EF4-FFF2-40B4-BE49-F238E27FC236}">
                      <a16:creationId xmlns:a16="http://schemas.microsoft.com/office/drawing/2014/main" id="{4ECEEF8B-5DEA-00FD-ABB9-1F273FFEFB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45389" y="6889418"/>
                  <a:ext cx="1106424" cy="0"/>
                </a:xfrm>
                <a:prstGeom prst="line">
                  <a:avLst/>
                </a:prstGeom>
                <a:ln w="76200">
                  <a:solidFill>
                    <a:srgbClr val="0070C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Gerade Verbindung mit Pfeil 103">
                  <a:extLst>
                    <a:ext uri="{FF2B5EF4-FFF2-40B4-BE49-F238E27FC236}">
                      <a16:creationId xmlns:a16="http://schemas.microsoft.com/office/drawing/2014/main" id="{BF8D0D75-23B4-46E2-D657-F6F281069C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328755" y="6889418"/>
                  <a:ext cx="786045" cy="0"/>
                </a:xfrm>
                <a:prstGeom prst="straightConnector1">
                  <a:avLst/>
                </a:prstGeom>
                <a:ln w="76200">
                  <a:solidFill>
                    <a:srgbClr val="0070C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feld 17">
                    <a:extLst>
                      <a:ext uri="{FF2B5EF4-FFF2-40B4-BE49-F238E27FC236}">
                        <a16:creationId xmlns:a16="http://schemas.microsoft.com/office/drawing/2014/main" id="{252174CC-C827-5AE0-F0F9-E51060EF043F}"/>
                      </a:ext>
                    </a:extLst>
                  </p:cNvPr>
                  <p:cNvSpPr txBox="1"/>
                  <p:nvPr/>
                </p:nvSpPr>
                <p:spPr>
                  <a:xfrm>
                    <a:off x="1634167" y="4369772"/>
                    <a:ext cx="335280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3200" b="0" i="0" smtClean="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de-DE" sz="3200" dirty="0"/>
                  </a:p>
                </p:txBody>
              </p:sp>
            </mc:Choice>
            <mc:Fallback xmlns="">
              <p:sp>
                <p:nvSpPr>
                  <p:cNvPr id="18" name="Textfeld 17">
                    <a:extLst>
                      <a:ext uri="{FF2B5EF4-FFF2-40B4-BE49-F238E27FC236}">
                        <a16:creationId xmlns:a16="http://schemas.microsoft.com/office/drawing/2014/main" id="{252174CC-C827-5AE0-F0F9-E51060EF043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34167" y="4369772"/>
                    <a:ext cx="335280" cy="584775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r="-1690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" name="Pfeil: gebogen 18">
                <a:extLst>
                  <a:ext uri="{FF2B5EF4-FFF2-40B4-BE49-F238E27FC236}">
                    <a16:creationId xmlns:a16="http://schemas.microsoft.com/office/drawing/2014/main" id="{A8B1F3D9-E51E-5413-C4D2-C9189F0A60BD}"/>
                  </a:ext>
                </a:extLst>
              </p:cNvPr>
              <p:cNvSpPr/>
              <p:nvPr/>
            </p:nvSpPr>
            <p:spPr>
              <a:xfrm rot="3284240" flipH="1">
                <a:off x="1667285" y="4844383"/>
                <a:ext cx="581598" cy="577371"/>
              </a:xfrm>
              <a:prstGeom prst="circularArrow">
                <a:avLst>
                  <a:gd name="adj1" fmla="val 7185"/>
                  <a:gd name="adj2" fmla="val 923709"/>
                  <a:gd name="adj3" fmla="val 20442418"/>
                  <a:gd name="adj4" fmla="val 10984637"/>
                  <a:gd name="adj5" fmla="val 13351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320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28835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570F9A44-FB54-F110-8994-3B560E470DE2}"/>
              </a:ext>
            </a:extLst>
          </p:cNvPr>
          <p:cNvGrpSpPr/>
          <p:nvPr/>
        </p:nvGrpSpPr>
        <p:grpSpPr>
          <a:xfrm>
            <a:off x="313626" y="-16770"/>
            <a:ext cx="6800407" cy="11938335"/>
            <a:chOff x="789114" y="1922874"/>
            <a:chExt cx="5256320" cy="9627357"/>
          </a:xfrm>
        </p:grpSpPr>
        <p:sp>
          <p:nvSpPr>
            <p:cNvPr id="123" name="Zylinder 122">
              <a:extLst>
                <a:ext uri="{FF2B5EF4-FFF2-40B4-BE49-F238E27FC236}">
                  <a16:creationId xmlns:a16="http://schemas.microsoft.com/office/drawing/2014/main" id="{CBF02764-9737-1E05-5415-565BF38155D8}"/>
                </a:ext>
              </a:extLst>
            </p:cNvPr>
            <p:cNvSpPr/>
            <p:nvPr/>
          </p:nvSpPr>
          <p:spPr>
            <a:xfrm>
              <a:off x="1922175" y="9525318"/>
              <a:ext cx="2136024" cy="1479056"/>
            </a:xfrm>
            <a:prstGeom prst="can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sp>
          <p:nvSpPr>
            <p:cNvPr id="124" name="Würfel 123">
              <a:extLst>
                <a:ext uri="{FF2B5EF4-FFF2-40B4-BE49-F238E27FC236}">
                  <a16:creationId xmlns:a16="http://schemas.microsoft.com/office/drawing/2014/main" id="{04D6890C-0C5A-47CC-C7BA-AFE783E9F95B}"/>
                </a:ext>
              </a:extLst>
            </p:cNvPr>
            <p:cNvSpPr/>
            <p:nvPr/>
          </p:nvSpPr>
          <p:spPr>
            <a:xfrm flipH="1">
              <a:off x="2628758" y="8756764"/>
              <a:ext cx="671757" cy="1037521"/>
            </a:xfrm>
            <a:prstGeom prst="cube">
              <a:avLst>
                <a:gd name="adj" fmla="val 17858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sp>
          <p:nvSpPr>
            <p:cNvPr id="4" name="Zylinder 3">
              <a:extLst>
                <a:ext uri="{FF2B5EF4-FFF2-40B4-BE49-F238E27FC236}">
                  <a16:creationId xmlns:a16="http://schemas.microsoft.com/office/drawing/2014/main" id="{E2B37896-680D-305F-F309-8EB729150505}"/>
                </a:ext>
              </a:extLst>
            </p:cNvPr>
            <p:cNvSpPr/>
            <p:nvPr/>
          </p:nvSpPr>
          <p:spPr>
            <a:xfrm rot="16200000">
              <a:off x="2641816" y="7926430"/>
              <a:ext cx="569286" cy="1423215"/>
            </a:xfrm>
            <a:prstGeom prst="can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sp>
          <p:nvSpPr>
            <p:cNvPr id="7" name="Würfel 6">
              <a:extLst>
                <a:ext uri="{FF2B5EF4-FFF2-40B4-BE49-F238E27FC236}">
                  <a16:creationId xmlns:a16="http://schemas.microsoft.com/office/drawing/2014/main" id="{7783CC95-3B0E-2EBC-3759-89C5EF63403D}"/>
                </a:ext>
              </a:extLst>
            </p:cNvPr>
            <p:cNvSpPr/>
            <p:nvPr/>
          </p:nvSpPr>
          <p:spPr>
            <a:xfrm flipH="1">
              <a:off x="2641811" y="6054127"/>
              <a:ext cx="671757" cy="2435896"/>
            </a:xfrm>
            <a:prstGeom prst="cube">
              <a:avLst>
                <a:gd name="adj" fmla="val 17858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sp>
          <p:nvSpPr>
            <p:cNvPr id="8" name="Zylinder 7">
              <a:extLst>
                <a:ext uri="{FF2B5EF4-FFF2-40B4-BE49-F238E27FC236}">
                  <a16:creationId xmlns:a16="http://schemas.microsoft.com/office/drawing/2014/main" id="{E5676AC1-EC7E-2CE8-D48C-B6A55B3DF2E7}"/>
                </a:ext>
              </a:extLst>
            </p:cNvPr>
            <p:cNvSpPr/>
            <p:nvPr/>
          </p:nvSpPr>
          <p:spPr>
            <a:xfrm rot="16200000">
              <a:off x="2641815" y="5174281"/>
              <a:ext cx="569286" cy="1423215"/>
            </a:xfrm>
            <a:prstGeom prst="can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sp>
          <p:nvSpPr>
            <p:cNvPr id="9" name="Würfel 8">
              <a:extLst>
                <a:ext uri="{FF2B5EF4-FFF2-40B4-BE49-F238E27FC236}">
                  <a16:creationId xmlns:a16="http://schemas.microsoft.com/office/drawing/2014/main" id="{D5D370D3-7F65-F532-DAB8-332320913891}"/>
                </a:ext>
              </a:extLst>
            </p:cNvPr>
            <p:cNvSpPr/>
            <p:nvPr/>
          </p:nvSpPr>
          <p:spPr>
            <a:xfrm flipH="1">
              <a:off x="2641810" y="4383068"/>
              <a:ext cx="671757" cy="1354801"/>
            </a:xfrm>
            <a:prstGeom prst="cube">
              <a:avLst>
                <a:gd name="adj" fmla="val 17858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grpSp>
          <p:nvGrpSpPr>
            <p:cNvPr id="105" name="Gruppieren 104">
              <a:extLst>
                <a:ext uri="{FF2B5EF4-FFF2-40B4-BE49-F238E27FC236}">
                  <a16:creationId xmlns:a16="http://schemas.microsoft.com/office/drawing/2014/main" id="{D9E4B032-7741-C4E4-623D-5825A65099D5}"/>
                </a:ext>
              </a:extLst>
            </p:cNvPr>
            <p:cNvGrpSpPr/>
            <p:nvPr/>
          </p:nvGrpSpPr>
          <p:grpSpPr>
            <a:xfrm>
              <a:off x="789114" y="9036944"/>
              <a:ext cx="3886123" cy="2513287"/>
              <a:chOff x="2721570" y="6191162"/>
              <a:chExt cx="2337279" cy="1511599"/>
            </a:xfrm>
          </p:grpSpPr>
          <p:cxnSp>
            <p:nvCxnSpPr>
              <p:cNvPr id="106" name="Gerade Verbindung mit Pfeil 105">
                <a:extLst>
                  <a:ext uri="{FF2B5EF4-FFF2-40B4-BE49-F238E27FC236}">
                    <a16:creationId xmlns:a16="http://schemas.microsoft.com/office/drawing/2014/main" id="{3EB05616-2539-C760-285B-A0ABAFDA63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582936" y="6447913"/>
                <a:ext cx="462453" cy="441506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Gerade Verbindung mit Pfeil 106">
                <a:extLst>
                  <a:ext uri="{FF2B5EF4-FFF2-40B4-BE49-F238E27FC236}">
                    <a16:creationId xmlns:a16="http://schemas.microsoft.com/office/drawing/2014/main" id="{B9A0E9CC-4B81-421A-CE9A-AE7620C5225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38671" y="6889418"/>
                <a:ext cx="6718" cy="466550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8" name="Textfeld 107">
                    <a:extLst>
                      <a:ext uri="{FF2B5EF4-FFF2-40B4-BE49-F238E27FC236}">
                        <a16:creationId xmlns:a16="http://schemas.microsoft.com/office/drawing/2014/main" id="{460E441B-DC8F-1F58-BE92-207B8EB6666F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2940973" y="6191162"/>
                    <a:ext cx="275424" cy="35170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3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3200" i="0" dirty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sz="3200" b="0" i="0" dirty="0" smtClean="0">
                                  <a:latin typeface="Cambria Math" panose="02040503050406030204" pitchFamily="18" charset="0"/>
                                </a:rPr>
                                <m:t>Base</m:t>
                              </m:r>
                            </m:sub>
                          </m:sSub>
                        </m:oMath>
                      </m:oMathPara>
                    </a14:m>
                    <a:endParaRPr lang="de-DE" sz="3200" dirty="0"/>
                  </a:p>
                </p:txBody>
              </p:sp>
            </mc:Choice>
            <mc:Fallback xmlns="">
              <p:sp>
                <p:nvSpPr>
                  <p:cNvPr id="108" name="Textfeld 107">
                    <a:extLst>
                      <a:ext uri="{FF2B5EF4-FFF2-40B4-BE49-F238E27FC236}">
                        <a16:creationId xmlns:a16="http://schemas.microsoft.com/office/drawing/2014/main" id="{460E441B-DC8F-1F58-BE92-207B8EB6666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2940973" y="6191162"/>
                    <a:ext cx="275424" cy="35170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r="-6907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9" name="Textfeld 108">
                    <a:extLst>
                      <a:ext uri="{FF2B5EF4-FFF2-40B4-BE49-F238E27FC236}">
                        <a16:creationId xmlns:a16="http://schemas.microsoft.com/office/drawing/2014/main" id="{20BBD46F-DF2E-23EC-66D2-50B28C93220E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2721570" y="6745006"/>
                    <a:ext cx="346982" cy="35170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32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3200" dirty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sz="3200" b="0" i="0" dirty="0" smtClean="0">
                                  <a:latin typeface="Cambria Math" panose="02040503050406030204" pitchFamily="18" charset="0"/>
                                </a:rPr>
                                <m:t>Base</m:t>
                              </m:r>
                            </m:sub>
                          </m:sSub>
                        </m:oMath>
                      </m:oMathPara>
                    </a14:m>
                    <a:endParaRPr lang="de-DE" sz="3200" dirty="0"/>
                  </a:p>
                </p:txBody>
              </p:sp>
            </mc:Choice>
            <mc:Fallback xmlns="">
              <p:sp>
                <p:nvSpPr>
                  <p:cNvPr id="109" name="Textfeld 108">
                    <a:extLst>
                      <a:ext uri="{FF2B5EF4-FFF2-40B4-BE49-F238E27FC236}">
                        <a16:creationId xmlns:a16="http://schemas.microsoft.com/office/drawing/2014/main" id="{20BBD46F-DF2E-23EC-66D2-50B28C9322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2721570" y="6745006"/>
                    <a:ext cx="346982" cy="35170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r="-3008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0" name="Textfeld 109">
                    <a:extLst>
                      <a:ext uri="{FF2B5EF4-FFF2-40B4-BE49-F238E27FC236}">
                        <a16:creationId xmlns:a16="http://schemas.microsoft.com/office/drawing/2014/main" id="{F96FAE1C-8538-8188-30CD-762FFED3C7B6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3871898" y="7351052"/>
                    <a:ext cx="224707" cy="35170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3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3200" i="0" dirty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sz="3200" b="0" i="0" dirty="0" smtClean="0">
                                  <a:latin typeface="Cambria Math" panose="02040503050406030204" pitchFamily="18" charset="0"/>
                                </a:rPr>
                                <m:t>Base</m:t>
                              </m:r>
                            </m:sub>
                          </m:sSub>
                        </m:oMath>
                      </m:oMathPara>
                    </a14:m>
                    <a:endParaRPr lang="de-DE" sz="3200" dirty="0"/>
                  </a:p>
                </p:txBody>
              </p:sp>
            </mc:Choice>
            <mc:Fallback xmlns="">
              <p:sp>
                <p:nvSpPr>
                  <p:cNvPr id="110" name="Textfeld 109">
                    <a:extLst>
                      <a:ext uri="{FF2B5EF4-FFF2-40B4-BE49-F238E27FC236}">
                        <a16:creationId xmlns:a16="http://schemas.microsoft.com/office/drawing/2014/main" id="{F96FAE1C-8538-8188-30CD-762FFED3C7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3871898" y="7351052"/>
                    <a:ext cx="224707" cy="35170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9625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1" name="Gerader Verbinder 110">
                <a:extLst>
                  <a:ext uri="{FF2B5EF4-FFF2-40B4-BE49-F238E27FC236}">
                    <a16:creationId xmlns:a16="http://schemas.microsoft.com/office/drawing/2014/main" id="{CE9E845E-BC17-57BE-D86F-78CBC7B96C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45389" y="6889418"/>
                <a:ext cx="1013460" cy="0"/>
              </a:xfrm>
              <a:prstGeom prst="line">
                <a:avLst/>
              </a:prstGeom>
              <a:ln w="38100"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Gerade Verbindung mit Pfeil 111">
                <a:extLst>
                  <a:ext uri="{FF2B5EF4-FFF2-40B4-BE49-F238E27FC236}">
                    <a16:creationId xmlns:a16="http://schemas.microsoft.com/office/drawing/2014/main" id="{D3F15F62-8BA1-A2FA-FBA9-A00DAC055BE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77649" y="6889418"/>
                <a:ext cx="1037151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4" name="Gerade Verbindung mit Pfeil 113">
              <a:extLst>
                <a:ext uri="{FF2B5EF4-FFF2-40B4-BE49-F238E27FC236}">
                  <a16:creationId xmlns:a16="http://schemas.microsoft.com/office/drawing/2014/main" id="{C8705E9E-2AB5-BB9F-DC94-6A605AC321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9549" y="5908268"/>
              <a:ext cx="0" cy="2729770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1" name="Gerade Verbindung mit Pfeil 120">
              <a:extLst>
                <a:ext uri="{FF2B5EF4-FFF2-40B4-BE49-F238E27FC236}">
                  <a16:creationId xmlns:a16="http://schemas.microsoft.com/office/drawing/2014/main" id="{D8C2CE2B-C577-7E41-16C0-AE6AF87E26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9549" y="8648366"/>
              <a:ext cx="0" cy="1504440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Gerade Verbindung mit Pfeil 135">
              <a:extLst>
                <a:ext uri="{FF2B5EF4-FFF2-40B4-BE49-F238E27FC236}">
                  <a16:creationId xmlns:a16="http://schemas.microsoft.com/office/drawing/2014/main" id="{BAB8FBCE-C5C3-670D-F969-C7671A685E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9549" y="3352254"/>
              <a:ext cx="0" cy="2520604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748DB721-034D-C065-3779-10B153BF9C0E}"/>
                </a:ext>
              </a:extLst>
            </p:cNvPr>
            <p:cNvGrpSpPr/>
            <p:nvPr/>
          </p:nvGrpSpPr>
          <p:grpSpPr>
            <a:xfrm>
              <a:off x="1510204" y="1922874"/>
              <a:ext cx="3165033" cy="2532618"/>
              <a:chOff x="1476322" y="277175"/>
              <a:chExt cx="3165032" cy="2532620"/>
            </a:xfrm>
          </p:grpSpPr>
          <p:cxnSp>
            <p:nvCxnSpPr>
              <p:cNvPr id="138" name="Gerade Verbindung mit Pfeil 137">
                <a:extLst>
                  <a:ext uri="{FF2B5EF4-FFF2-40B4-BE49-F238E27FC236}">
                    <a16:creationId xmlns:a16="http://schemas.microsoft.com/office/drawing/2014/main" id="{2819CE9B-8319-A2AE-9653-BCD4D0C9FD8E}"/>
                  </a:ext>
                </a:extLst>
              </p:cNvPr>
              <p:cNvCxnSpPr>
                <a:cxnSpLocks/>
                <a:endCxn id="140" idx="2"/>
              </p:cNvCxnSpPr>
              <p:nvPr/>
            </p:nvCxnSpPr>
            <p:spPr>
              <a:xfrm flipV="1">
                <a:off x="2965360" y="861950"/>
                <a:ext cx="1" cy="830888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Gerade Verbindung mit Pfeil 138">
                <a:extLst>
                  <a:ext uri="{FF2B5EF4-FFF2-40B4-BE49-F238E27FC236}">
                    <a16:creationId xmlns:a16="http://schemas.microsoft.com/office/drawing/2014/main" id="{BE9409D7-61DB-EFAC-11C8-4E30DAF714E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96657" y="1692836"/>
                <a:ext cx="868703" cy="13719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0" name="Textfeld 139">
                    <a:extLst>
                      <a:ext uri="{FF2B5EF4-FFF2-40B4-BE49-F238E27FC236}">
                        <a16:creationId xmlns:a16="http://schemas.microsoft.com/office/drawing/2014/main" id="{B09D00AA-1601-091D-3766-00D81646AD09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2736392" y="277175"/>
                    <a:ext cx="457939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3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3200" i="0" dirty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de-DE" sz="3200" b="0" i="0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de-DE" sz="3200" dirty="0"/>
                  </a:p>
                </p:txBody>
              </p:sp>
            </mc:Choice>
            <mc:Fallback xmlns="">
              <p:sp>
                <p:nvSpPr>
                  <p:cNvPr id="140" name="Textfeld 139">
                    <a:extLst>
                      <a:ext uri="{FF2B5EF4-FFF2-40B4-BE49-F238E27FC236}">
                        <a16:creationId xmlns:a16="http://schemas.microsoft.com/office/drawing/2014/main" id="{B09D00AA-1601-091D-3766-00D81646AD0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2736392" y="277175"/>
                    <a:ext cx="457939" cy="58477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1" name="Textfeld 140">
                    <a:extLst>
                      <a:ext uri="{FF2B5EF4-FFF2-40B4-BE49-F238E27FC236}">
                        <a16:creationId xmlns:a16="http://schemas.microsoft.com/office/drawing/2014/main" id="{28560CEC-36D0-C858-0BC1-29B3D535F91B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1781486" y="2225020"/>
                    <a:ext cx="576916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32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3200" dirty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de-DE" sz="3200" b="0" i="0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de-DE" sz="3200" dirty="0"/>
                  </a:p>
                </p:txBody>
              </p:sp>
            </mc:Choice>
            <mc:Fallback xmlns="">
              <p:sp>
                <p:nvSpPr>
                  <p:cNvPr id="141" name="Textfeld 140">
                    <a:extLst>
                      <a:ext uri="{FF2B5EF4-FFF2-40B4-BE49-F238E27FC236}">
                        <a16:creationId xmlns:a16="http://schemas.microsoft.com/office/drawing/2014/main" id="{28560CEC-36D0-C858-0BC1-29B3D535F91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1781486" y="2225020"/>
                    <a:ext cx="576916" cy="58477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2" name="Textfeld 141">
                    <a:extLst>
                      <a:ext uri="{FF2B5EF4-FFF2-40B4-BE49-F238E27FC236}">
                        <a16:creationId xmlns:a16="http://schemas.microsoft.com/office/drawing/2014/main" id="{B1124205-6DE9-7914-C6F6-3E287AEE63D0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1476322" y="1292045"/>
                    <a:ext cx="373613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3200" b="0" i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de-DE" sz="32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de-DE" sz="3200" dirty="0"/>
                  </a:p>
                </p:txBody>
              </p:sp>
            </mc:Choice>
            <mc:Fallback xmlns="">
              <p:sp>
                <p:nvSpPr>
                  <p:cNvPr id="142" name="Textfeld 141">
                    <a:extLst>
                      <a:ext uri="{FF2B5EF4-FFF2-40B4-BE49-F238E27FC236}">
                        <a16:creationId xmlns:a16="http://schemas.microsoft.com/office/drawing/2014/main" id="{B1124205-6DE9-7914-C6F6-3E287AEE63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1476322" y="1292045"/>
                    <a:ext cx="373613" cy="58477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44" name="Gerade Verbindung mit Pfeil 143">
                <a:extLst>
                  <a:ext uri="{FF2B5EF4-FFF2-40B4-BE49-F238E27FC236}">
                    <a16:creationId xmlns:a16="http://schemas.microsoft.com/office/drawing/2014/main" id="{EAD2399D-689D-A72B-9508-3D4597EBEE4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95062" y="1664095"/>
                <a:ext cx="698900" cy="768991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Gerader Verbinder 146">
                <a:extLst>
                  <a:ext uri="{FF2B5EF4-FFF2-40B4-BE49-F238E27FC236}">
                    <a16:creationId xmlns:a16="http://schemas.microsoft.com/office/drawing/2014/main" id="{BBFB9CFE-8DB8-C06D-9CC2-7F3CDA587D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8535" y="1692836"/>
                <a:ext cx="1752819" cy="0"/>
              </a:xfrm>
              <a:prstGeom prst="line">
                <a:avLst/>
              </a:prstGeom>
              <a:ln w="38100">
                <a:solidFill>
                  <a:srgbClr val="00B050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" name="Textfeld 2">
              <a:extLst>
                <a:ext uri="{FF2B5EF4-FFF2-40B4-BE49-F238E27FC236}">
                  <a16:creationId xmlns:a16="http://schemas.microsoft.com/office/drawing/2014/main" id="{1798379A-BF49-4ED1-83D4-7368B3EDD546}"/>
                </a:ext>
              </a:extLst>
            </p:cNvPr>
            <p:cNvSpPr txBox="1"/>
            <p:nvPr/>
          </p:nvSpPr>
          <p:spPr>
            <a:xfrm>
              <a:off x="4479549" y="9281344"/>
              <a:ext cx="137019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10 cm</a:t>
              </a:r>
            </a:p>
          </p:txBody>
        </p: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0E05C1FF-6B28-5EBF-F8FF-AD1053DECBA4}"/>
                </a:ext>
              </a:extLst>
            </p:cNvPr>
            <p:cNvSpPr txBox="1"/>
            <p:nvPr/>
          </p:nvSpPr>
          <p:spPr>
            <a:xfrm>
              <a:off x="4675237" y="6560786"/>
              <a:ext cx="137019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30 cm</a:t>
              </a: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557FEAE3-3000-2C6C-45DC-03764EF89274}"/>
                </a:ext>
              </a:extLst>
            </p:cNvPr>
            <p:cNvSpPr txBox="1"/>
            <p:nvPr/>
          </p:nvSpPr>
          <p:spPr>
            <a:xfrm>
              <a:off x="4675237" y="3974101"/>
              <a:ext cx="137019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25 cm</a:t>
              </a:r>
            </a:p>
          </p:txBody>
        </p:sp>
        <p:grpSp>
          <p:nvGrpSpPr>
            <p:cNvPr id="30" name="Gruppieren 29">
              <a:extLst>
                <a:ext uri="{FF2B5EF4-FFF2-40B4-BE49-F238E27FC236}">
                  <a16:creationId xmlns:a16="http://schemas.microsoft.com/office/drawing/2014/main" id="{222E4F43-83A2-399A-EC00-8BC8EFCE0481}"/>
                </a:ext>
              </a:extLst>
            </p:cNvPr>
            <p:cNvGrpSpPr/>
            <p:nvPr/>
          </p:nvGrpSpPr>
          <p:grpSpPr>
            <a:xfrm>
              <a:off x="1221746" y="7232706"/>
              <a:ext cx="3608060" cy="1808083"/>
              <a:chOff x="1221746" y="7232711"/>
              <a:chExt cx="3608059" cy="1808084"/>
            </a:xfrm>
          </p:grpSpPr>
          <p:grpSp>
            <p:nvGrpSpPr>
              <p:cNvPr id="85" name="Gruppieren 84">
                <a:extLst>
                  <a:ext uri="{FF2B5EF4-FFF2-40B4-BE49-F238E27FC236}">
                    <a16:creationId xmlns:a16="http://schemas.microsoft.com/office/drawing/2014/main" id="{057F31F1-2B64-D540-5CAC-9C40FFF8CD0B}"/>
                  </a:ext>
                </a:extLst>
              </p:cNvPr>
              <p:cNvGrpSpPr/>
              <p:nvPr/>
            </p:nvGrpSpPr>
            <p:grpSpPr>
              <a:xfrm>
                <a:off x="1221746" y="7232711"/>
                <a:ext cx="3608059" cy="1693398"/>
                <a:chOff x="2981773" y="6037979"/>
                <a:chExt cx="2170040" cy="1018482"/>
              </a:xfrm>
            </p:grpSpPr>
            <p:cxnSp>
              <p:nvCxnSpPr>
                <p:cNvPr id="22" name="Gerade Verbindung mit Pfeil 21">
                  <a:extLst>
                    <a:ext uri="{FF2B5EF4-FFF2-40B4-BE49-F238E27FC236}">
                      <a16:creationId xmlns:a16="http://schemas.microsoft.com/office/drawing/2014/main" id="{1C61DB60-FADD-C036-5E40-5E548BF1C8B7}"/>
                    </a:ext>
                  </a:extLst>
                </p:cNvPr>
                <p:cNvCxnSpPr>
                  <a:cxnSpLocks/>
                  <a:endCxn id="24" idx="2"/>
                </p:cNvCxnSpPr>
                <p:nvPr/>
              </p:nvCxnSpPr>
              <p:spPr>
                <a:xfrm flipV="1">
                  <a:off x="4045389" y="6389688"/>
                  <a:ext cx="1" cy="499731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Gerade Verbindung mit Pfeil 22">
                  <a:extLst>
                    <a:ext uri="{FF2B5EF4-FFF2-40B4-BE49-F238E27FC236}">
                      <a16:creationId xmlns:a16="http://schemas.microsoft.com/office/drawing/2014/main" id="{F0BCFD08-B672-A7C8-FA5A-4976B6212D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698407" y="6560150"/>
                  <a:ext cx="346982" cy="329268"/>
                </a:xfrm>
                <a:prstGeom prst="straightConnector1">
                  <a:avLst/>
                </a:prstGeom>
                <a:ln w="38100">
                  <a:solidFill>
                    <a:schemeClr val="accent6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Textfeld 23">
                      <a:extLst>
                        <a:ext uri="{FF2B5EF4-FFF2-40B4-BE49-F238E27FC236}">
                          <a16:creationId xmlns:a16="http://schemas.microsoft.com/office/drawing/2014/main" id="{26400A67-7684-8DF8-8D30-D4315543A21D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3907678" y="6037979"/>
                      <a:ext cx="275424" cy="35170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de-DE" sz="3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3200" i="0" dirty="0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de-DE" sz="3200" b="0" i="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de-DE" sz="3200" dirty="0"/>
                    </a:p>
                  </p:txBody>
                </p:sp>
              </mc:Choice>
              <mc:Fallback xmlns="">
                <p:sp>
                  <p:nvSpPr>
                    <p:cNvPr id="24" name="Textfeld 23">
                      <a:extLst>
                        <a:ext uri="{FF2B5EF4-FFF2-40B4-BE49-F238E27FC236}">
                          <a16:creationId xmlns:a16="http://schemas.microsoft.com/office/drawing/2014/main" id="{26400A67-7684-8DF8-8D30-D4315543A21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flipH="1">
                      <a:off x="3907678" y="6037979"/>
                      <a:ext cx="275424" cy="35170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Textfeld 24">
                      <a:extLst>
                        <a:ext uri="{FF2B5EF4-FFF2-40B4-BE49-F238E27FC236}">
                          <a16:creationId xmlns:a16="http://schemas.microsoft.com/office/drawing/2014/main" id="{50BD2AE8-C582-8F02-0B6F-C0414EB09521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2981773" y="6704752"/>
                      <a:ext cx="346982" cy="35170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de-DE" sz="32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3200" dirty="0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de-DE" sz="3200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de-DE" sz="3200" dirty="0"/>
                    </a:p>
                  </p:txBody>
                </p:sp>
              </mc:Choice>
              <mc:Fallback xmlns="">
                <p:sp>
                  <p:nvSpPr>
                    <p:cNvPr id="25" name="Textfeld 24">
                      <a:extLst>
                        <a:ext uri="{FF2B5EF4-FFF2-40B4-BE49-F238E27FC236}">
                          <a16:creationId xmlns:a16="http://schemas.microsoft.com/office/drawing/2014/main" id="{50BD2AE8-C582-8F02-0B6F-C0414EB0952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flipH="1">
                      <a:off x="2981773" y="6704752"/>
                      <a:ext cx="346982" cy="351709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" name="Textfeld 25">
                      <a:extLst>
                        <a:ext uri="{FF2B5EF4-FFF2-40B4-BE49-F238E27FC236}">
                          <a16:creationId xmlns:a16="http://schemas.microsoft.com/office/drawing/2014/main" id="{36EF7F29-6C1F-293B-1E36-1CED7443633C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3448341" y="6242902"/>
                      <a:ext cx="224707" cy="35170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de-DE" sz="3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3200" i="0" dirty="0" smtClean="0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de-DE" sz="3200" b="0" i="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de-DE" sz="3200" dirty="0"/>
                    </a:p>
                  </p:txBody>
                </p:sp>
              </mc:Choice>
              <mc:Fallback xmlns="">
                <p:sp>
                  <p:nvSpPr>
                    <p:cNvPr id="26" name="Textfeld 25">
                      <a:extLst>
                        <a:ext uri="{FF2B5EF4-FFF2-40B4-BE49-F238E27FC236}">
                          <a16:creationId xmlns:a16="http://schemas.microsoft.com/office/drawing/2014/main" id="{36EF7F29-6C1F-293B-1E36-1CED7443633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flipH="1">
                      <a:off x="3448341" y="6242902"/>
                      <a:ext cx="224707" cy="351709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70" name="Gerader Verbinder 69">
                  <a:extLst>
                    <a:ext uri="{FF2B5EF4-FFF2-40B4-BE49-F238E27FC236}">
                      <a16:creationId xmlns:a16="http://schemas.microsoft.com/office/drawing/2014/main" id="{F76EF768-CBFD-0A2B-4886-652B1A4D7A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45389" y="6889418"/>
                  <a:ext cx="1106424" cy="0"/>
                </a:xfrm>
                <a:prstGeom prst="line">
                  <a:avLst/>
                </a:prstGeom>
                <a:ln w="38100">
                  <a:solidFill>
                    <a:srgbClr val="0070C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Gerade Verbindung mit Pfeil 20">
                  <a:extLst>
                    <a:ext uri="{FF2B5EF4-FFF2-40B4-BE49-F238E27FC236}">
                      <a16:creationId xmlns:a16="http://schemas.microsoft.com/office/drawing/2014/main" id="{AA4267AA-E9FF-6304-6EFD-D436C58EFE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328755" y="6889418"/>
                  <a:ext cx="786045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feld 15">
                    <a:extLst>
                      <a:ext uri="{FF2B5EF4-FFF2-40B4-BE49-F238E27FC236}">
                        <a16:creationId xmlns:a16="http://schemas.microsoft.com/office/drawing/2014/main" id="{07492513-B2A4-31A6-6D96-E603228B2F71}"/>
                      </a:ext>
                    </a:extLst>
                  </p:cNvPr>
                  <p:cNvSpPr txBox="1"/>
                  <p:nvPr/>
                </p:nvSpPr>
                <p:spPr>
                  <a:xfrm>
                    <a:off x="1688977" y="7984821"/>
                    <a:ext cx="335280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3200" b="0" i="0" smtClean="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de-DE" sz="3200" dirty="0"/>
                  </a:p>
                </p:txBody>
              </p:sp>
            </mc:Choice>
            <mc:Fallback xmlns="">
              <p:sp>
                <p:nvSpPr>
                  <p:cNvPr id="16" name="Textfeld 15">
                    <a:extLst>
                      <a:ext uri="{FF2B5EF4-FFF2-40B4-BE49-F238E27FC236}">
                        <a16:creationId xmlns:a16="http://schemas.microsoft.com/office/drawing/2014/main" id="{07492513-B2A4-31A6-6D96-E603228B2F7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8977" y="7984821"/>
                    <a:ext cx="335280" cy="584775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r="-152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Pfeil: gebogen 16">
                <a:extLst>
                  <a:ext uri="{FF2B5EF4-FFF2-40B4-BE49-F238E27FC236}">
                    <a16:creationId xmlns:a16="http://schemas.microsoft.com/office/drawing/2014/main" id="{2733333E-62D1-CE38-AB5F-8A79356894FC}"/>
                  </a:ext>
                </a:extLst>
              </p:cNvPr>
              <p:cNvSpPr/>
              <p:nvPr/>
            </p:nvSpPr>
            <p:spPr>
              <a:xfrm rot="3284240" flipH="1">
                <a:off x="1652561" y="8437356"/>
                <a:ext cx="605640" cy="601238"/>
              </a:xfrm>
              <a:prstGeom prst="circularArrow">
                <a:avLst>
                  <a:gd name="adj1" fmla="val 7185"/>
                  <a:gd name="adj2" fmla="val 923709"/>
                  <a:gd name="adj3" fmla="val 20442418"/>
                  <a:gd name="adj4" fmla="val 10984637"/>
                  <a:gd name="adj5" fmla="val 13351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32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9" name="Gruppieren 28">
              <a:extLst>
                <a:ext uri="{FF2B5EF4-FFF2-40B4-BE49-F238E27FC236}">
                  <a16:creationId xmlns:a16="http://schemas.microsoft.com/office/drawing/2014/main" id="{8C4E64B5-D3B7-C85A-5EDA-4B86A62E8ED5}"/>
                </a:ext>
              </a:extLst>
            </p:cNvPr>
            <p:cNvGrpSpPr/>
            <p:nvPr/>
          </p:nvGrpSpPr>
          <p:grpSpPr>
            <a:xfrm>
              <a:off x="1221746" y="4471848"/>
              <a:ext cx="3608060" cy="1774976"/>
              <a:chOff x="1221746" y="3648891"/>
              <a:chExt cx="3608059" cy="1774977"/>
            </a:xfrm>
          </p:grpSpPr>
          <p:grpSp>
            <p:nvGrpSpPr>
              <p:cNvPr id="97" name="Gruppieren 96">
                <a:extLst>
                  <a:ext uri="{FF2B5EF4-FFF2-40B4-BE49-F238E27FC236}">
                    <a16:creationId xmlns:a16="http://schemas.microsoft.com/office/drawing/2014/main" id="{2FF09B91-206A-0F02-F517-B113979E0CC7}"/>
                  </a:ext>
                </a:extLst>
              </p:cNvPr>
              <p:cNvGrpSpPr/>
              <p:nvPr/>
            </p:nvGrpSpPr>
            <p:grpSpPr>
              <a:xfrm>
                <a:off x="1221746" y="3648891"/>
                <a:ext cx="3608059" cy="1693398"/>
                <a:chOff x="2981773" y="6037979"/>
                <a:chExt cx="2170040" cy="1018482"/>
              </a:xfrm>
            </p:grpSpPr>
            <p:cxnSp>
              <p:nvCxnSpPr>
                <p:cNvPr id="98" name="Gerade Verbindung mit Pfeil 97">
                  <a:extLst>
                    <a:ext uri="{FF2B5EF4-FFF2-40B4-BE49-F238E27FC236}">
                      <a16:creationId xmlns:a16="http://schemas.microsoft.com/office/drawing/2014/main" id="{076B0058-223B-94F1-C0C1-EDE04F4DBD9B}"/>
                    </a:ext>
                  </a:extLst>
                </p:cNvPr>
                <p:cNvCxnSpPr>
                  <a:cxnSpLocks/>
                  <a:endCxn id="100" idx="2"/>
                </p:cNvCxnSpPr>
                <p:nvPr/>
              </p:nvCxnSpPr>
              <p:spPr>
                <a:xfrm flipV="1">
                  <a:off x="4045389" y="6389688"/>
                  <a:ext cx="1" cy="499731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Gerade Verbindung mit Pfeil 98">
                  <a:extLst>
                    <a:ext uri="{FF2B5EF4-FFF2-40B4-BE49-F238E27FC236}">
                      <a16:creationId xmlns:a16="http://schemas.microsoft.com/office/drawing/2014/main" id="{149BE14D-F8CE-D611-E1D1-39013940AA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698407" y="6560150"/>
                  <a:ext cx="346982" cy="329268"/>
                </a:xfrm>
                <a:prstGeom prst="straightConnector1">
                  <a:avLst/>
                </a:prstGeom>
                <a:ln w="38100">
                  <a:solidFill>
                    <a:schemeClr val="accent6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0" name="Textfeld 99">
                      <a:extLst>
                        <a:ext uri="{FF2B5EF4-FFF2-40B4-BE49-F238E27FC236}">
                          <a16:creationId xmlns:a16="http://schemas.microsoft.com/office/drawing/2014/main" id="{0899677E-1740-3E53-B574-015C6BC0E643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3907678" y="6037979"/>
                      <a:ext cx="275424" cy="35170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de-DE" sz="3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3200" i="0" dirty="0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de-DE" sz="3200" b="0" i="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de-DE" sz="3200" dirty="0"/>
                    </a:p>
                  </p:txBody>
                </p:sp>
              </mc:Choice>
              <mc:Fallback xmlns="">
                <p:sp>
                  <p:nvSpPr>
                    <p:cNvPr id="100" name="Textfeld 99">
                      <a:extLst>
                        <a:ext uri="{FF2B5EF4-FFF2-40B4-BE49-F238E27FC236}">
                          <a16:creationId xmlns:a16="http://schemas.microsoft.com/office/drawing/2014/main" id="{0899677E-1740-3E53-B574-015C6BC0E64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flipH="1">
                      <a:off x="3907678" y="6037979"/>
                      <a:ext cx="275424" cy="351709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1" name="Textfeld 100">
                      <a:extLst>
                        <a:ext uri="{FF2B5EF4-FFF2-40B4-BE49-F238E27FC236}">
                          <a16:creationId xmlns:a16="http://schemas.microsoft.com/office/drawing/2014/main" id="{F9DC249A-9650-F302-353E-132DDB4A37D8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2981773" y="6704752"/>
                      <a:ext cx="346982" cy="35170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de-DE" sz="32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3200" dirty="0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de-DE" sz="3200" b="0" i="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de-DE" sz="3200" dirty="0"/>
                    </a:p>
                  </p:txBody>
                </p:sp>
              </mc:Choice>
              <mc:Fallback xmlns="">
                <p:sp>
                  <p:nvSpPr>
                    <p:cNvPr id="101" name="Textfeld 100">
                      <a:extLst>
                        <a:ext uri="{FF2B5EF4-FFF2-40B4-BE49-F238E27FC236}">
                          <a16:creationId xmlns:a16="http://schemas.microsoft.com/office/drawing/2014/main" id="{F9DC249A-9650-F302-353E-132DDB4A37D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flipH="1">
                      <a:off x="2981773" y="6704752"/>
                      <a:ext cx="346982" cy="351709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2" name="Textfeld 101">
                      <a:extLst>
                        <a:ext uri="{FF2B5EF4-FFF2-40B4-BE49-F238E27FC236}">
                          <a16:creationId xmlns:a16="http://schemas.microsoft.com/office/drawing/2014/main" id="{69D27BA2-A137-A851-BCDA-FCAAC0264B91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3448341" y="6242903"/>
                      <a:ext cx="224707" cy="35170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de-DE" sz="3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3200" i="0" dirty="0" smtClean="0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de-DE" sz="3200" b="0" i="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de-DE" sz="3200" dirty="0"/>
                    </a:p>
                  </p:txBody>
                </p:sp>
              </mc:Choice>
              <mc:Fallback xmlns="">
                <p:sp>
                  <p:nvSpPr>
                    <p:cNvPr id="102" name="Textfeld 101">
                      <a:extLst>
                        <a:ext uri="{FF2B5EF4-FFF2-40B4-BE49-F238E27FC236}">
                          <a16:creationId xmlns:a16="http://schemas.microsoft.com/office/drawing/2014/main" id="{69D27BA2-A137-A851-BCDA-FCAAC0264B9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flipH="1">
                      <a:off x="3448341" y="6242903"/>
                      <a:ext cx="224707" cy="351709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03" name="Gerader Verbinder 102">
                  <a:extLst>
                    <a:ext uri="{FF2B5EF4-FFF2-40B4-BE49-F238E27FC236}">
                      <a16:creationId xmlns:a16="http://schemas.microsoft.com/office/drawing/2014/main" id="{4ECEEF8B-5DEA-00FD-ABB9-1F273FFEFB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45389" y="6889418"/>
                  <a:ext cx="1106424" cy="0"/>
                </a:xfrm>
                <a:prstGeom prst="line">
                  <a:avLst/>
                </a:prstGeom>
                <a:ln w="38100">
                  <a:solidFill>
                    <a:srgbClr val="0070C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Gerade Verbindung mit Pfeil 103">
                  <a:extLst>
                    <a:ext uri="{FF2B5EF4-FFF2-40B4-BE49-F238E27FC236}">
                      <a16:creationId xmlns:a16="http://schemas.microsoft.com/office/drawing/2014/main" id="{BF8D0D75-23B4-46E2-D657-F6F281069C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328755" y="6889418"/>
                  <a:ext cx="786045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feld 17">
                    <a:extLst>
                      <a:ext uri="{FF2B5EF4-FFF2-40B4-BE49-F238E27FC236}">
                        <a16:creationId xmlns:a16="http://schemas.microsoft.com/office/drawing/2014/main" id="{252174CC-C827-5AE0-F0F9-E51060EF043F}"/>
                      </a:ext>
                    </a:extLst>
                  </p:cNvPr>
                  <p:cNvSpPr txBox="1"/>
                  <p:nvPr/>
                </p:nvSpPr>
                <p:spPr>
                  <a:xfrm>
                    <a:off x="1634167" y="4369772"/>
                    <a:ext cx="335280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3200" b="0" i="0" smtClean="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de-DE" sz="3200" dirty="0"/>
                  </a:p>
                </p:txBody>
              </p:sp>
            </mc:Choice>
            <mc:Fallback xmlns="">
              <p:sp>
                <p:nvSpPr>
                  <p:cNvPr id="18" name="Textfeld 17">
                    <a:extLst>
                      <a:ext uri="{FF2B5EF4-FFF2-40B4-BE49-F238E27FC236}">
                        <a16:creationId xmlns:a16="http://schemas.microsoft.com/office/drawing/2014/main" id="{252174CC-C827-5AE0-F0F9-E51060EF043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34167" y="4369772"/>
                    <a:ext cx="335280" cy="584775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r="-1690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" name="Pfeil: gebogen 18">
                <a:extLst>
                  <a:ext uri="{FF2B5EF4-FFF2-40B4-BE49-F238E27FC236}">
                    <a16:creationId xmlns:a16="http://schemas.microsoft.com/office/drawing/2014/main" id="{A8B1F3D9-E51E-5413-C4D2-C9189F0A60BD}"/>
                  </a:ext>
                </a:extLst>
              </p:cNvPr>
              <p:cNvSpPr/>
              <p:nvPr/>
            </p:nvSpPr>
            <p:spPr>
              <a:xfrm rot="3284240" flipH="1">
                <a:off x="1667285" y="4844383"/>
                <a:ext cx="581598" cy="577371"/>
              </a:xfrm>
              <a:prstGeom prst="circularArrow">
                <a:avLst>
                  <a:gd name="adj1" fmla="val 7185"/>
                  <a:gd name="adj2" fmla="val 923709"/>
                  <a:gd name="adj3" fmla="val 20442418"/>
                  <a:gd name="adj4" fmla="val 10984637"/>
                  <a:gd name="adj5" fmla="val 13351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320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08251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68220693-A844-AF27-31AE-8FD92ACE91E9}"/>
              </a:ext>
            </a:extLst>
          </p:cNvPr>
          <p:cNvGrpSpPr/>
          <p:nvPr/>
        </p:nvGrpSpPr>
        <p:grpSpPr>
          <a:xfrm>
            <a:off x="789114" y="277175"/>
            <a:ext cx="5279771" cy="11637650"/>
            <a:chOff x="306861" y="3247338"/>
            <a:chExt cx="3175479" cy="6999378"/>
          </a:xfrm>
        </p:grpSpPr>
        <p:sp>
          <p:nvSpPr>
            <p:cNvPr id="123" name="Zylinder 122">
              <a:extLst>
                <a:ext uri="{FF2B5EF4-FFF2-40B4-BE49-F238E27FC236}">
                  <a16:creationId xmlns:a16="http://schemas.microsoft.com/office/drawing/2014/main" id="{CBF02764-9737-1E05-5415-565BF38155D8}"/>
                </a:ext>
              </a:extLst>
            </p:cNvPr>
            <p:cNvSpPr/>
            <p:nvPr/>
          </p:nvSpPr>
          <p:spPr>
            <a:xfrm>
              <a:off x="988332" y="9011220"/>
              <a:ext cx="1284696" cy="889568"/>
            </a:xfrm>
            <a:prstGeom prst="can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Würfel 123">
              <a:extLst>
                <a:ext uri="{FF2B5EF4-FFF2-40B4-BE49-F238E27FC236}">
                  <a16:creationId xmlns:a16="http://schemas.microsoft.com/office/drawing/2014/main" id="{04D6890C-0C5A-47CC-C7BA-AFE783E9F95B}"/>
                </a:ext>
              </a:extLst>
            </p:cNvPr>
            <p:cNvSpPr/>
            <p:nvPr/>
          </p:nvSpPr>
          <p:spPr>
            <a:xfrm flipH="1">
              <a:off x="1413302" y="8338753"/>
              <a:ext cx="404023" cy="834235"/>
            </a:xfrm>
            <a:prstGeom prst="cube">
              <a:avLst>
                <a:gd name="adj" fmla="val 17858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Zylinder 3">
              <a:extLst>
                <a:ext uri="{FF2B5EF4-FFF2-40B4-BE49-F238E27FC236}">
                  <a16:creationId xmlns:a16="http://schemas.microsoft.com/office/drawing/2014/main" id="{E2B37896-680D-305F-F309-8EB729150505}"/>
                </a:ext>
              </a:extLst>
            </p:cNvPr>
            <p:cNvSpPr/>
            <p:nvPr/>
          </p:nvSpPr>
          <p:spPr>
            <a:xfrm rot="16200000">
              <a:off x="1421154" y="7847929"/>
              <a:ext cx="342393" cy="855982"/>
            </a:xfrm>
            <a:prstGeom prst="can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Würfel 6">
              <a:extLst>
                <a:ext uri="{FF2B5EF4-FFF2-40B4-BE49-F238E27FC236}">
                  <a16:creationId xmlns:a16="http://schemas.microsoft.com/office/drawing/2014/main" id="{7783CC95-3B0E-2EBC-3759-89C5EF63403D}"/>
                </a:ext>
              </a:extLst>
            </p:cNvPr>
            <p:cNvSpPr/>
            <p:nvPr/>
          </p:nvSpPr>
          <p:spPr>
            <a:xfrm flipH="1">
              <a:off x="1421153" y="6214716"/>
              <a:ext cx="404023" cy="1972182"/>
            </a:xfrm>
            <a:prstGeom prst="cube">
              <a:avLst>
                <a:gd name="adj" fmla="val 17858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Zylinder 7">
              <a:extLst>
                <a:ext uri="{FF2B5EF4-FFF2-40B4-BE49-F238E27FC236}">
                  <a16:creationId xmlns:a16="http://schemas.microsoft.com/office/drawing/2014/main" id="{E5676AC1-EC7E-2CE8-D48C-B6A55B3DF2E7}"/>
                </a:ext>
              </a:extLst>
            </p:cNvPr>
            <p:cNvSpPr/>
            <p:nvPr/>
          </p:nvSpPr>
          <p:spPr>
            <a:xfrm rot="16200000">
              <a:off x="1421154" y="5697703"/>
              <a:ext cx="342393" cy="855982"/>
            </a:xfrm>
            <a:prstGeom prst="can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Würfel 8">
              <a:extLst>
                <a:ext uri="{FF2B5EF4-FFF2-40B4-BE49-F238E27FC236}">
                  <a16:creationId xmlns:a16="http://schemas.microsoft.com/office/drawing/2014/main" id="{D5D370D3-7F65-F532-DAB8-332320913891}"/>
                </a:ext>
              </a:extLst>
            </p:cNvPr>
            <p:cNvSpPr/>
            <p:nvPr/>
          </p:nvSpPr>
          <p:spPr>
            <a:xfrm flipH="1">
              <a:off x="1421153" y="4064490"/>
              <a:ext cx="404023" cy="1972182"/>
            </a:xfrm>
            <a:prstGeom prst="cube">
              <a:avLst>
                <a:gd name="adj" fmla="val 17858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5" name="Gruppieren 84">
              <a:extLst>
                <a:ext uri="{FF2B5EF4-FFF2-40B4-BE49-F238E27FC236}">
                  <a16:creationId xmlns:a16="http://schemas.microsoft.com/office/drawing/2014/main" id="{057F31F1-2B64-D540-5CAC-9C40FFF8CD0B}"/>
                </a:ext>
              </a:extLst>
            </p:cNvPr>
            <p:cNvGrpSpPr/>
            <p:nvPr/>
          </p:nvGrpSpPr>
          <p:grpSpPr>
            <a:xfrm>
              <a:off x="567064" y="7430696"/>
              <a:ext cx="2170040" cy="1036105"/>
              <a:chOff x="2981773" y="6037979"/>
              <a:chExt cx="2170040" cy="1036105"/>
            </a:xfrm>
          </p:grpSpPr>
          <p:cxnSp>
            <p:nvCxnSpPr>
              <p:cNvPr id="22" name="Gerade Verbindung mit Pfeil 21">
                <a:extLst>
                  <a:ext uri="{FF2B5EF4-FFF2-40B4-BE49-F238E27FC236}">
                    <a16:creationId xmlns:a16="http://schemas.microsoft.com/office/drawing/2014/main" id="{1C61DB60-FADD-C036-5E40-5E548BF1C8B7}"/>
                  </a:ext>
                </a:extLst>
              </p:cNvPr>
              <p:cNvCxnSpPr>
                <a:cxnSpLocks/>
                <a:endCxn id="24" idx="2"/>
              </p:cNvCxnSpPr>
              <p:nvPr/>
            </p:nvCxnSpPr>
            <p:spPr>
              <a:xfrm flipV="1">
                <a:off x="4045389" y="6407311"/>
                <a:ext cx="1" cy="482108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Gerade Verbindung mit Pfeil 22">
                <a:extLst>
                  <a:ext uri="{FF2B5EF4-FFF2-40B4-BE49-F238E27FC236}">
                    <a16:creationId xmlns:a16="http://schemas.microsoft.com/office/drawing/2014/main" id="{F0BCFD08-B672-A7C8-FA5A-4976B6212D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98407" y="6560150"/>
                <a:ext cx="346982" cy="329268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feld 23">
                    <a:extLst>
                      <a:ext uri="{FF2B5EF4-FFF2-40B4-BE49-F238E27FC236}">
                        <a16:creationId xmlns:a16="http://schemas.microsoft.com/office/drawing/2014/main" id="{26400A67-7684-8DF8-8D30-D4315543A21D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3907678" y="6037979"/>
                    <a:ext cx="27542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i="0" dirty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de-DE" b="0" i="0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de-DE" dirty="0"/>
                  </a:p>
                </p:txBody>
              </p:sp>
            </mc:Choice>
            <mc:Fallback xmlns="">
              <p:sp>
                <p:nvSpPr>
                  <p:cNvPr id="24" name="Textfeld 23">
                    <a:extLst>
                      <a:ext uri="{FF2B5EF4-FFF2-40B4-BE49-F238E27FC236}">
                        <a16:creationId xmlns:a16="http://schemas.microsoft.com/office/drawing/2014/main" id="{26400A67-7684-8DF8-8D30-D4315543A21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3907678" y="6037979"/>
                    <a:ext cx="275424" cy="369332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feld 24">
                    <a:extLst>
                      <a:ext uri="{FF2B5EF4-FFF2-40B4-BE49-F238E27FC236}">
                        <a16:creationId xmlns:a16="http://schemas.microsoft.com/office/drawing/2014/main" id="{50BD2AE8-C582-8F02-0B6F-C0414EB09521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2981773" y="6704752"/>
                    <a:ext cx="34698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dirty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de-DE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de-DE" dirty="0"/>
                  </a:p>
                </p:txBody>
              </p:sp>
            </mc:Choice>
            <mc:Fallback xmlns="">
              <p:sp>
                <p:nvSpPr>
                  <p:cNvPr id="25" name="Textfeld 24">
                    <a:extLst>
                      <a:ext uri="{FF2B5EF4-FFF2-40B4-BE49-F238E27FC236}">
                        <a16:creationId xmlns:a16="http://schemas.microsoft.com/office/drawing/2014/main" id="{50BD2AE8-C582-8F02-0B6F-C0414EB0952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2981773" y="6704752"/>
                    <a:ext cx="346982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feld 25">
                    <a:extLst>
                      <a:ext uri="{FF2B5EF4-FFF2-40B4-BE49-F238E27FC236}">
                        <a16:creationId xmlns:a16="http://schemas.microsoft.com/office/drawing/2014/main" id="{36EF7F29-6C1F-293B-1E36-1CED7443633C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3448341" y="6242902"/>
                    <a:ext cx="22470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i="0" dirty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de-DE" b="0" i="0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de-DE" dirty="0"/>
                  </a:p>
                </p:txBody>
              </p:sp>
            </mc:Choice>
            <mc:Fallback xmlns="">
              <p:sp>
                <p:nvSpPr>
                  <p:cNvPr id="26" name="Textfeld 25">
                    <a:extLst>
                      <a:ext uri="{FF2B5EF4-FFF2-40B4-BE49-F238E27FC236}">
                        <a16:creationId xmlns:a16="http://schemas.microsoft.com/office/drawing/2014/main" id="{36EF7F29-6C1F-293B-1E36-1CED744363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3448341" y="6242902"/>
                    <a:ext cx="224707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0" name="Gerader Verbinder 69">
                <a:extLst>
                  <a:ext uri="{FF2B5EF4-FFF2-40B4-BE49-F238E27FC236}">
                    <a16:creationId xmlns:a16="http://schemas.microsoft.com/office/drawing/2014/main" id="{F76EF768-CBFD-0A2B-4886-652B1A4D7A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45389" y="6889418"/>
                <a:ext cx="1106424" cy="0"/>
              </a:xfrm>
              <a:prstGeom prst="line">
                <a:avLst/>
              </a:prstGeom>
              <a:ln w="38100"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Gerade Verbindung mit Pfeil 20">
                <a:extLst>
                  <a:ext uri="{FF2B5EF4-FFF2-40B4-BE49-F238E27FC236}">
                    <a16:creationId xmlns:a16="http://schemas.microsoft.com/office/drawing/2014/main" id="{AA4267AA-E9FF-6304-6EFD-D436C58EFEC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328755" y="6889418"/>
                <a:ext cx="786045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7" name="Gruppieren 96">
              <a:extLst>
                <a:ext uri="{FF2B5EF4-FFF2-40B4-BE49-F238E27FC236}">
                  <a16:creationId xmlns:a16="http://schemas.microsoft.com/office/drawing/2014/main" id="{2FF09B91-206A-0F02-F517-B113979E0CC7}"/>
                </a:ext>
              </a:extLst>
            </p:cNvPr>
            <p:cNvGrpSpPr/>
            <p:nvPr/>
          </p:nvGrpSpPr>
          <p:grpSpPr>
            <a:xfrm>
              <a:off x="567064" y="5275234"/>
              <a:ext cx="2170040" cy="1036105"/>
              <a:chOff x="2981773" y="6037979"/>
              <a:chExt cx="2170040" cy="1036105"/>
            </a:xfrm>
          </p:grpSpPr>
          <p:cxnSp>
            <p:nvCxnSpPr>
              <p:cNvPr id="98" name="Gerade Verbindung mit Pfeil 97">
                <a:extLst>
                  <a:ext uri="{FF2B5EF4-FFF2-40B4-BE49-F238E27FC236}">
                    <a16:creationId xmlns:a16="http://schemas.microsoft.com/office/drawing/2014/main" id="{076B0058-223B-94F1-C0C1-EDE04F4DBD9B}"/>
                  </a:ext>
                </a:extLst>
              </p:cNvPr>
              <p:cNvCxnSpPr>
                <a:cxnSpLocks/>
                <a:endCxn id="100" idx="2"/>
              </p:cNvCxnSpPr>
              <p:nvPr/>
            </p:nvCxnSpPr>
            <p:spPr>
              <a:xfrm flipV="1">
                <a:off x="4045389" y="6407311"/>
                <a:ext cx="1" cy="482108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Gerade Verbindung mit Pfeil 98">
                <a:extLst>
                  <a:ext uri="{FF2B5EF4-FFF2-40B4-BE49-F238E27FC236}">
                    <a16:creationId xmlns:a16="http://schemas.microsoft.com/office/drawing/2014/main" id="{149BE14D-F8CE-D611-E1D1-39013940AA6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98407" y="6560150"/>
                <a:ext cx="346982" cy="329268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0" name="Textfeld 99">
                    <a:extLst>
                      <a:ext uri="{FF2B5EF4-FFF2-40B4-BE49-F238E27FC236}">
                        <a16:creationId xmlns:a16="http://schemas.microsoft.com/office/drawing/2014/main" id="{0899677E-1740-3E53-B574-015C6BC0E643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3907678" y="6037979"/>
                    <a:ext cx="27542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i="0" dirty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de-DE" b="0" i="0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de-DE" dirty="0"/>
                  </a:p>
                </p:txBody>
              </p:sp>
            </mc:Choice>
            <mc:Fallback xmlns="">
              <p:sp>
                <p:nvSpPr>
                  <p:cNvPr id="100" name="Textfeld 99">
                    <a:extLst>
                      <a:ext uri="{FF2B5EF4-FFF2-40B4-BE49-F238E27FC236}">
                        <a16:creationId xmlns:a16="http://schemas.microsoft.com/office/drawing/2014/main" id="{0899677E-1740-3E53-B574-015C6BC0E64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3907678" y="6037979"/>
                    <a:ext cx="275424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1" name="Textfeld 100">
                    <a:extLst>
                      <a:ext uri="{FF2B5EF4-FFF2-40B4-BE49-F238E27FC236}">
                        <a16:creationId xmlns:a16="http://schemas.microsoft.com/office/drawing/2014/main" id="{F9DC249A-9650-F302-353E-132DDB4A37D8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2981773" y="6704752"/>
                    <a:ext cx="34698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dirty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de-DE" b="0" i="0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de-DE" dirty="0"/>
                  </a:p>
                </p:txBody>
              </p:sp>
            </mc:Choice>
            <mc:Fallback xmlns="">
              <p:sp>
                <p:nvSpPr>
                  <p:cNvPr id="101" name="Textfeld 100">
                    <a:extLst>
                      <a:ext uri="{FF2B5EF4-FFF2-40B4-BE49-F238E27FC236}">
                        <a16:creationId xmlns:a16="http://schemas.microsoft.com/office/drawing/2014/main" id="{F9DC249A-9650-F302-353E-132DDB4A37D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2981773" y="6704752"/>
                    <a:ext cx="346982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2" name="Textfeld 101">
                    <a:extLst>
                      <a:ext uri="{FF2B5EF4-FFF2-40B4-BE49-F238E27FC236}">
                        <a16:creationId xmlns:a16="http://schemas.microsoft.com/office/drawing/2014/main" id="{69D27BA2-A137-A851-BCDA-FCAAC0264B91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3448341" y="6242902"/>
                    <a:ext cx="22470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i="0" dirty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de-DE" b="0" i="0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de-DE" dirty="0"/>
                  </a:p>
                </p:txBody>
              </p:sp>
            </mc:Choice>
            <mc:Fallback xmlns="">
              <p:sp>
                <p:nvSpPr>
                  <p:cNvPr id="102" name="Textfeld 101">
                    <a:extLst>
                      <a:ext uri="{FF2B5EF4-FFF2-40B4-BE49-F238E27FC236}">
                        <a16:creationId xmlns:a16="http://schemas.microsoft.com/office/drawing/2014/main" id="{69D27BA2-A137-A851-BCDA-FCAAC0264B9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3448341" y="6242902"/>
                    <a:ext cx="224707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03" name="Gerader Verbinder 102">
                <a:extLst>
                  <a:ext uri="{FF2B5EF4-FFF2-40B4-BE49-F238E27FC236}">
                    <a16:creationId xmlns:a16="http://schemas.microsoft.com/office/drawing/2014/main" id="{4ECEEF8B-5DEA-00FD-ABB9-1F273FFEFB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45389" y="6889418"/>
                <a:ext cx="1106424" cy="0"/>
              </a:xfrm>
              <a:prstGeom prst="line">
                <a:avLst/>
              </a:prstGeom>
              <a:ln w="38100"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Gerade Verbindung mit Pfeil 103">
                <a:extLst>
                  <a:ext uri="{FF2B5EF4-FFF2-40B4-BE49-F238E27FC236}">
                    <a16:creationId xmlns:a16="http://schemas.microsoft.com/office/drawing/2014/main" id="{BF8D0D75-23B4-46E2-D657-F6F281069CA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328755" y="6889418"/>
                <a:ext cx="786045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5" name="Gruppieren 104">
              <a:extLst>
                <a:ext uri="{FF2B5EF4-FFF2-40B4-BE49-F238E27FC236}">
                  <a16:creationId xmlns:a16="http://schemas.microsoft.com/office/drawing/2014/main" id="{D9E4B032-7741-C4E4-623D-5825A65099D5}"/>
                </a:ext>
              </a:extLst>
            </p:cNvPr>
            <p:cNvGrpSpPr/>
            <p:nvPr/>
          </p:nvGrpSpPr>
          <p:grpSpPr>
            <a:xfrm>
              <a:off x="306861" y="8559320"/>
              <a:ext cx="2337279" cy="1687396"/>
              <a:chOff x="2721570" y="6032988"/>
              <a:chExt cx="2337279" cy="1687396"/>
            </a:xfrm>
          </p:grpSpPr>
          <p:cxnSp>
            <p:nvCxnSpPr>
              <p:cNvPr id="106" name="Gerade Verbindung mit Pfeil 105">
                <a:extLst>
                  <a:ext uri="{FF2B5EF4-FFF2-40B4-BE49-F238E27FC236}">
                    <a16:creationId xmlns:a16="http://schemas.microsoft.com/office/drawing/2014/main" id="{3EB05616-2539-C760-285B-A0ABAFDA63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582936" y="6447913"/>
                <a:ext cx="462453" cy="441506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Gerade Verbindung mit Pfeil 106">
                <a:extLst>
                  <a:ext uri="{FF2B5EF4-FFF2-40B4-BE49-F238E27FC236}">
                    <a16:creationId xmlns:a16="http://schemas.microsoft.com/office/drawing/2014/main" id="{B9A0E9CC-4B81-421A-CE9A-AE7620C5225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37872" y="6889418"/>
                <a:ext cx="7517" cy="522013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8" name="Textfeld 107">
                    <a:extLst>
                      <a:ext uri="{FF2B5EF4-FFF2-40B4-BE49-F238E27FC236}">
                        <a16:creationId xmlns:a16="http://schemas.microsoft.com/office/drawing/2014/main" id="{460E441B-DC8F-1F58-BE92-207B8EB6666F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3167369" y="6032988"/>
                    <a:ext cx="27542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i="0" dirty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b="0" i="0" dirty="0" smtClean="0">
                                  <a:latin typeface="Cambria Math" panose="02040503050406030204" pitchFamily="18" charset="0"/>
                                </a:rPr>
                                <m:t>Base</m:t>
                              </m:r>
                            </m:sub>
                          </m:sSub>
                        </m:oMath>
                      </m:oMathPara>
                    </a14:m>
                    <a:endParaRPr lang="de-DE" dirty="0"/>
                  </a:p>
                </p:txBody>
              </p:sp>
            </mc:Choice>
            <mc:Fallback xmlns="">
              <p:sp>
                <p:nvSpPr>
                  <p:cNvPr id="108" name="Textfeld 107">
                    <a:extLst>
                      <a:ext uri="{FF2B5EF4-FFF2-40B4-BE49-F238E27FC236}">
                        <a16:creationId xmlns:a16="http://schemas.microsoft.com/office/drawing/2014/main" id="{460E441B-DC8F-1F58-BE92-207B8EB6666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3167369" y="6032988"/>
                    <a:ext cx="275424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48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9" name="Textfeld 108">
                    <a:extLst>
                      <a:ext uri="{FF2B5EF4-FFF2-40B4-BE49-F238E27FC236}">
                        <a16:creationId xmlns:a16="http://schemas.microsoft.com/office/drawing/2014/main" id="{20BBD46F-DF2E-23EC-66D2-50B28C93220E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2721570" y="6745006"/>
                    <a:ext cx="34698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dirty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b="0" i="0" dirty="0" smtClean="0">
                                  <a:latin typeface="Cambria Math" panose="02040503050406030204" pitchFamily="18" charset="0"/>
                                </a:rPr>
                                <m:t>Base</m:t>
                              </m:r>
                            </m:sub>
                          </m:sSub>
                        </m:oMath>
                      </m:oMathPara>
                    </a14:m>
                    <a:endParaRPr lang="de-DE" dirty="0"/>
                  </a:p>
                </p:txBody>
              </p:sp>
            </mc:Choice>
            <mc:Fallback xmlns="">
              <p:sp>
                <p:nvSpPr>
                  <p:cNvPr id="109" name="Textfeld 108">
                    <a:extLst>
                      <a:ext uri="{FF2B5EF4-FFF2-40B4-BE49-F238E27FC236}">
                        <a16:creationId xmlns:a16="http://schemas.microsoft.com/office/drawing/2014/main" id="{20BBD46F-DF2E-23EC-66D2-50B28C9322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2721570" y="6745006"/>
                    <a:ext cx="346982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1368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0" name="Textfeld 109">
                    <a:extLst>
                      <a:ext uri="{FF2B5EF4-FFF2-40B4-BE49-F238E27FC236}">
                        <a16:creationId xmlns:a16="http://schemas.microsoft.com/office/drawing/2014/main" id="{F96FAE1C-8538-8188-30CD-762FFED3C7B6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3871898" y="7351052"/>
                    <a:ext cx="22470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i="0" dirty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b="0" i="0" dirty="0" smtClean="0">
                                  <a:latin typeface="Cambria Math" panose="02040503050406030204" pitchFamily="18" charset="0"/>
                                </a:rPr>
                                <m:t>Base</m:t>
                              </m:r>
                            </m:sub>
                          </m:sSub>
                        </m:oMath>
                      </m:oMathPara>
                    </a14:m>
                    <a:endParaRPr lang="de-DE" dirty="0"/>
                  </a:p>
                </p:txBody>
              </p:sp>
            </mc:Choice>
            <mc:Fallback xmlns="">
              <p:sp>
                <p:nvSpPr>
                  <p:cNvPr id="110" name="Textfeld 109">
                    <a:extLst>
                      <a:ext uri="{FF2B5EF4-FFF2-40B4-BE49-F238E27FC236}">
                        <a16:creationId xmlns:a16="http://schemas.microsoft.com/office/drawing/2014/main" id="{F96FAE1C-8538-8188-30CD-762FFED3C7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3871898" y="7351052"/>
                    <a:ext cx="224707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7541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1" name="Gerader Verbinder 110">
                <a:extLst>
                  <a:ext uri="{FF2B5EF4-FFF2-40B4-BE49-F238E27FC236}">
                    <a16:creationId xmlns:a16="http://schemas.microsoft.com/office/drawing/2014/main" id="{CE9E845E-BC17-57BE-D86F-78CBC7B96C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45389" y="6889418"/>
                <a:ext cx="1013460" cy="0"/>
              </a:xfrm>
              <a:prstGeom prst="line">
                <a:avLst/>
              </a:prstGeom>
              <a:ln w="38100"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Gerade Verbindung mit Pfeil 111">
                <a:extLst>
                  <a:ext uri="{FF2B5EF4-FFF2-40B4-BE49-F238E27FC236}">
                    <a16:creationId xmlns:a16="http://schemas.microsoft.com/office/drawing/2014/main" id="{D3F15F62-8BA1-A2FA-FBA9-A00DAC055BE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77649" y="6889418"/>
                <a:ext cx="1037151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4" name="Gerade Verbindung mit Pfeil 113">
              <a:extLst>
                <a:ext uri="{FF2B5EF4-FFF2-40B4-BE49-F238E27FC236}">
                  <a16:creationId xmlns:a16="http://schemas.microsoft.com/office/drawing/2014/main" id="{C8705E9E-2AB5-BB9F-DC94-6A605AC32149}"/>
                </a:ext>
              </a:extLst>
            </p:cNvPr>
            <p:cNvCxnSpPr/>
            <p:nvPr/>
          </p:nvCxnSpPr>
          <p:spPr>
            <a:xfrm flipV="1">
              <a:off x="2526445" y="6157808"/>
              <a:ext cx="0" cy="2118112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1" name="Gerade Verbindung mit Pfeil 120">
              <a:extLst>
                <a:ext uri="{FF2B5EF4-FFF2-40B4-BE49-F238E27FC236}">
                  <a16:creationId xmlns:a16="http://schemas.microsoft.com/office/drawing/2014/main" id="{D8C2CE2B-C577-7E41-16C0-AE6AF87E26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18825" y="8309263"/>
              <a:ext cx="0" cy="1106487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Gerade Verbindung mit Pfeil 135">
              <a:extLst>
                <a:ext uri="{FF2B5EF4-FFF2-40B4-BE49-F238E27FC236}">
                  <a16:creationId xmlns:a16="http://schemas.microsoft.com/office/drawing/2014/main" id="{BAB8FBCE-C5C3-670D-F969-C7671A685E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26445" y="4119918"/>
              <a:ext cx="0" cy="1916754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8" name="Gerade Verbindung mit Pfeil 137">
              <a:extLst>
                <a:ext uri="{FF2B5EF4-FFF2-40B4-BE49-F238E27FC236}">
                  <a16:creationId xmlns:a16="http://schemas.microsoft.com/office/drawing/2014/main" id="{2819CE9B-8319-A2AE-9653-BCD4D0C9FD8E}"/>
                </a:ext>
              </a:extLst>
            </p:cNvPr>
            <p:cNvCxnSpPr>
              <a:cxnSpLocks/>
              <a:endCxn id="140" idx="2"/>
            </p:cNvCxnSpPr>
            <p:nvPr/>
          </p:nvCxnSpPr>
          <p:spPr>
            <a:xfrm flipV="1">
              <a:off x="1615748" y="3616670"/>
              <a:ext cx="1" cy="48210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Gerade Verbindung mit Pfeil 138">
              <a:extLst>
                <a:ext uri="{FF2B5EF4-FFF2-40B4-BE49-F238E27FC236}">
                  <a16:creationId xmlns:a16="http://schemas.microsoft.com/office/drawing/2014/main" id="{BE9409D7-61DB-EFAC-11C8-4E30DAF714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3273" y="4098777"/>
              <a:ext cx="522475" cy="8251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Textfeld 139">
                  <a:extLst>
                    <a:ext uri="{FF2B5EF4-FFF2-40B4-BE49-F238E27FC236}">
                      <a16:creationId xmlns:a16="http://schemas.microsoft.com/office/drawing/2014/main" id="{B09D00AA-1601-091D-3766-00D81646AD09}"/>
                    </a:ext>
                  </a:extLst>
                </p:cNvPr>
                <p:cNvSpPr txBox="1"/>
                <p:nvPr/>
              </p:nvSpPr>
              <p:spPr>
                <a:xfrm flipH="1">
                  <a:off x="1478037" y="3247338"/>
                  <a:ext cx="27542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i="0" dirty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40" name="Textfeld 139">
                  <a:extLst>
                    <a:ext uri="{FF2B5EF4-FFF2-40B4-BE49-F238E27FC236}">
                      <a16:creationId xmlns:a16="http://schemas.microsoft.com/office/drawing/2014/main" id="{B09D00AA-1601-091D-3766-00D81646AD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478037" y="3247338"/>
                  <a:ext cx="275424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Textfeld 140">
                  <a:extLst>
                    <a:ext uri="{FF2B5EF4-FFF2-40B4-BE49-F238E27FC236}">
                      <a16:creationId xmlns:a16="http://schemas.microsoft.com/office/drawing/2014/main" id="{28560CEC-36D0-C858-0BC1-29B3D535F91B}"/>
                    </a:ext>
                  </a:extLst>
                </p:cNvPr>
                <p:cNvSpPr txBox="1"/>
                <p:nvPr/>
              </p:nvSpPr>
              <p:spPr>
                <a:xfrm flipH="1">
                  <a:off x="903716" y="4418855"/>
                  <a:ext cx="34698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dirty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41" name="Textfeld 140">
                  <a:extLst>
                    <a:ext uri="{FF2B5EF4-FFF2-40B4-BE49-F238E27FC236}">
                      <a16:creationId xmlns:a16="http://schemas.microsoft.com/office/drawing/2014/main" id="{28560CEC-36D0-C858-0BC1-29B3D535F9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903716" y="4418855"/>
                  <a:ext cx="346982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Textfeld 141">
                  <a:extLst>
                    <a:ext uri="{FF2B5EF4-FFF2-40B4-BE49-F238E27FC236}">
                      <a16:creationId xmlns:a16="http://schemas.microsoft.com/office/drawing/2014/main" id="{B1124205-6DE9-7914-C6F6-3E287AEE63D0}"/>
                    </a:ext>
                  </a:extLst>
                </p:cNvPr>
                <p:cNvSpPr txBox="1"/>
                <p:nvPr/>
              </p:nvSpPr>
              <p:spPr>
                <a:xfrm flipH="1">
                  <a:off x="720177" y="3857724"/>
                  <a:ext cx="22470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de-DE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42" name="Textfeld 141">
                  <a:extLst>
                    <a:ext uri="{FF2B5EF4-FFF2-40B4-BE49-F238E27FC236}">
                      <a16:creationId xmlns:a16="http://schemas.microsoft.com/office/drawing/2014/main" id="{B1124205-6DE9-7914-C6F6-3E287AEE63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720177" y="3857724"/>
                  <a:ext cx="22470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4" name="Gerade Verbindung mit Pfeil 143">
              <a:extLst>
                <a:ext uri="{FF2B5EF4-FFF2-40B4-BE49-F238E27FC236}">
                  <a16:creationId xmlns:a16="http://schemas.microsoft.com/office/drawing/2014/main" id="{EAD2399D-689D-A72B-9508-3D4597EBEE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12602" y="4081491"/>
              <a:ext cx="420348" cy="462504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Gerader Verbinder 146">
              <a:extLst>
                <a:ext uri="{FF2B5EF4-FFF2-40B4-BE49-F238E27FC236}">
                  <a16:creationId xmlns:a16="http://schemas.microsoft.com/office/drawing/2014/main" id="{BBFB9CFE-8DB8-C06D-9CC2-7F3CDA587D6F}"/>
                </a:ext>
              </a:extLst>
            </p:cNvPr>
            <p:cNvCxnSpPr>
              <a:cxnSpLocks/>
            </p:cNvCxnSpPr>
            <p:nvPr/>
          </p:nvCxnSpPr>
          <p:spPr>
            <a:xfrm>
              <a:off x="1569542" y="4098777"/>
              <a:ext cx="1167562" cy="0"/>
            </a:xfrm>
            <a:prstGeom prst="line">
              <a:avLst/>
            </a:prstGeom>
            <a:ln w="38100">
              <a:solidFill>
                <a:srgbClr val="00B05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Textfeld 2">
              <a:extLst>
                <a:ext uri="{FF2B5EF4-FFF2-40B4-BE49-F238E27FC236}">
                  <a16:creationId xmlns:a16="http://schemas.microsoft.com/office/drawing/2014/main" id="{1798379A-BF49-4ED1-83D4-7368B3EDD546}"/>
                </a:ext>
              </a:extLst>
            </p:cNvPr>
            <p:cNvSpPr txBox="1"/>
            <p:nvPr/>
          </p:nvSpPr>
          <p:spPr>
            <a:xfrm>
              <a:off x="2658246" y="8665133"/>
              <a:ext cx="8240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10 cm</a:t>
              </a:r>
            </a:p>
          </p:txBody>
        </p: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0E05C1FF-6B28-5EBF-F8FF-AD1053DECBA4}"/>
                </a:ext>
              </a:extLst>
            </p:cNvPr>
            <p:cNvSpPr txBox="1"/>
            <p:nvPr/>
          </p:nvSpPr>
          <p:spPr>
            <a:xfrm>
              <a:off x="2644140" y="7026572"/>
              <a:ext cx="8240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30 cm</a:t>
              </a: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557FEAE3-3000-2C6C-45DC-03764EF89274}"/>
                </a:ext>
              </a:extLst>
            </p:cNvPr>
            <p:cNvSpPr txBox="1"/>
            <p:nvPr/>
          </p:nvSpPr>
          <p:spPr>
            <a:xfrm>
              <a:off x="2644140" y="4864277"/>
              <a:ext cx="8240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25 cm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78749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057F31F1-2B64-D540-5CAC-9C40FFF8CD0B}"/>
              </a:ext>
            </a:extLst>
          </p:cNvPr>
          <p:cNvGrpSpPr/>
          <p:nvPr/>
        </p:nvGrpSpPr>
        <p:grpSpPr>
          <a:xfrm>
            <a:off x="162521" y="4683346"/>
            <a:ext cx="1559712" cy="1578818"/>
            <a:chOff x="3245025" y="6037979"/>
            <a:chExt cx="938077" cy="949568"/>
          </a:xfrm>
        </p:grpSpPr>
        <p:cxnSp>
          <p:nvCxnSpPr>
            <p:cNvPr id="22" name="Gerade Verbindung mit Pfeil 21">
              <a:extLst>
                <a:ext uri="{FF2B5EF4-FFF2-40B4-BE49-F238E27FC236}">
                  <a16:creationId xmlns:a16="http://schemas.microsoft.com/office/drawing/2014/main" id="{1C61DB60-FADD-C036-5E40-5E548BF1C8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45389" y="6335101"/>
              <a:ext cx="1" cy="56295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 Verbindung mit Pfeil 22">
              <a:extLst>
                <a:ext uri="{FF2B5EF4-FFF2-40B4-BE49-F238E27FC236}">
                  <a16:creationId xmlns:a16="http://schemas.microsoft.com/office/drawing/2014/main" id="{F0BCFD08-B672-A7C8-FA5A-4976B6212D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60748" y="6605363"/>
              <a:ext cx="281475" cy="281475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feld 23">
                  <a:extLst>
                    <a:ext uri="{FF2B5EF4-FFF2-40B4-BE49-F238E27FC236}">
                      <a16:creationId xmlns:a16="http://schemas.microsoft.com/office/drawing/2014/main" id="{26400A67-7684-8DF8-8D30-D4315543A21D}"/>
                    </a:ext>
                  </a:extLst>
                </p:cNvPr>
                <p:cNvSpPr txBox="1"/>
                <p:nvPr/>
              </p:nvSpPr>
              <p:spPr>
                <a:xfrm flipH="1">
                  <a:off x="3907678" y="6037979"/>
                  <a:ext cx="275424" cy="2221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i="0" dirty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24" name="Textfeld 23">
                  <a:extLst>
                    <a:ext uri="{FF2B5EF4-FFF2-40B4-BE49-F238E27FC236}">
                      <a16:creationId xmlns:a16="http://schemas.microsoft.com/office/drawing/2014/main" id="{26400A67-7684-8DF8-8D30-D4315543A2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907678" y="6037979"/>
                  <a:ext cx="275424" cy="2221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feld 24">
                  <a:extLst>
                    <a:ext uri="{FF2B5EF4-FFF2-40B4-BE49-F238E27FC236}">
                      <a16:creationId xmlns:a16="http://schemas.microsoft.com/office/drawing/2014/main" id="{50BD2AE8-C582-8F02-0B6F-C0414EB09521}"/>
                    </a:ext>
                  </a:extLst>
                </p:cNvPr>
                <p:cNvSpPr txBox="1"/>
                <p:nvPr/>
              </p:nvSpPr>
              <p:spPr>
                <a:xfrm flipH="1">
                  <a:off x="3245025" y="6765415"/>
                  <a:ext cx="346982" cy="2221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dirty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25" name="Textfeld 24">
                  <a:extLst>
                    <a:ext uri="{FF2B5EF4-FFF2-40B4-BE49-F238E27FC236}">
                      <a16:creationId xmlns:a16="http://schemas.microsoft.com/office/drawing/2014/main" id="{50BD2AE8-C582-8F02-0B6F-C0414EB095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245025" y="6765415"/>
                  <a:ext cx="346982" cy="222132"/>
                </a:xfrm>
                <a:prstGeom prst="rect">
                  <a:avLst/>
                </a:prstGeom>
                <a:blipFill>
                  <a:blip r:embed="rId3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Textfeld 25">
                  <a:extLst>
                    <a:ext uri="{FF2B5EF4-FFF2-40B4-BE49-F238E27FC236}">
                      <a16:creationId xmlns:a16="http://schemas.microsoft.com/office/drawing/2014/main" id="{36EF7F29-6C1F-293B-1E36-1CED7443633C}"/>
                    </a:ext>
                  </a:extLst>
                </p:cNvPr>
                <p:cNvSpPr txBox="1"/>
                <p:nvPr/>
              </p:nvSpPr>
              <p:spPr>
                <a:xfrm flipH="1">
                  <a:off x="3578337" y="6427702"/>
                  <a:ext cx="224707" cy="2221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i="0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26" name="Textfeld 25">
                  <a:extLst>
                    <a:ext uri="{FF2B5EF4-FFF2-40B4-BE49-F238E27FC236}">
                      <a16:creationId xmlns:a16="http://schemas.microsoft.com/office/drawing/2014/main" id="{36EF7F29-6C1F-293B-1E36-1CED744363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578337" y="6427702"/>
                  <a:ext cx="224707" cy="222132"/>
                </a:xfrm>
                <a:prstGeom prst="rect">
                  <a:avLst/>
                </a:prstGeom>
                <a:blipFill>
                  <a:blip r:embed="rId4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Gerade Verbindung mit Pfeil 20">
              <a:extLst>
                <a:ext uri="{FF2B5EF4-FFF2-40B4-BE49-F238E27FC236}">
                  <a16:creationId xmlns:a16="http://schemas.microsoft.com/office/drawing/2014/main" id="{AA4267AA-E9FF-6304-6EFD-D436C58EFE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85606" y="6889418"/>
              <a:ext cx="562950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BC1FAF44-8525-B391-995E-2DDC8D28237F}"/>
              </a:ext>
            </a:extLst>
          </p:cNvPr>
          <p:cNvGrpSpPr/>
          <p:nvPr/>
        </p:nvGrpSpPr>
        <p:grpSpPr>
          <a:xfrm>
            <a:off x="394809" y="2440831"/>
            <a:ext cx="1503628" cy="2134385"/>
            <a:chOff x="1408070" y="260550"/>
            <a:chExt cx="1503628" cy="2134385"/>
          </a:xfrm>
        </p:grpSpPr>
        <p:cxnSp>
          <p:nvCxnSpPr>
            <p:cNvPr id="138" name="Gerade Verbindung mit Pfeil 137">
              <a:extLst>
                <a:ext uri="{FF2B5EF4-FFF2-40B4-BE49-F238E27FC236}">
                  <a16:creationId xmlns:a16="http://schemas.microsoft.com/office/drawing/2014/main" id="{2819CE9B-8319-A2AE-9653-BCD4D0C9FD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2727" y="757963"/>
              <a:ext cx="1" cy="9360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Gerade Verbindung mit Pfeil 138">
              <a:extLst>
                <a:ext uri="{FF2B5EF4-FFF2-40B4-BE49-F238E27FC236}">
                  <a16:creationId xmlns:a16="http://schemas.microsoft.com/office/drawing/2014/main" id="{BE9409D7-61DB-EFAC-11C8-4E30DAF714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35444" y="1676211"/>
              <a:ext cx="936000" cy="0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0" name="Textfeld 139">
                  <a:extLst>
                    <a:ext uri="{FF2B5EF4-FFF2-40B4-BE49-F238E27FC236}">
                      <a16:creationId xmlns:a16="http://schemas.microsoft.com/office/drawing/2014/main" id="{B09D00AA-1601-091D-3766-00D81646AD09}"/>
                    </a:ext>
                  </a:extLst>
                </p:cNvPr>
                <p:cNvSpPr txBox="1"/>
                <p:nvPr/>
              </p:nvSpPr>
              <p:spPr>
                <a:xfrm flipH="1">
                  <a:off x="2453759" y="260550"/>
                  <a:ext cx="4579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i="0" dirty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140" name="Textfeld 139">
                  <a:extLst>
                    <a:ext uri="{FF2B5EF4-FFF2-40B4-BE49-F238E27FC236}">
                      <a16:creationId xmlns:a16="http://schemas.microsoft.com/office/drawing/2014/main" id="{B09D00AA-1601-091D-3766-00D81646AD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453759" y="260550"/>
                  <a:ext cx="457939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1" name="Textfeld 140">
                  <a:extLst>
                    <a:ext uri="{FF2B5EF4-FFF2-40B4-BE49-F238E27FC236}">
                      <a16:creationId xmlns:a16="http://schemas.microsoft.com/office/drawing/2014/main" id="{28560CEC-36D0-C858-0BC1-29B3D535F91B}"/>
                    </a:ext>
                  </a:extLst>
                </p:cNvPr>
                <p:cNvSpPr txBox="1"/>
                <p:nvPr/>
              </p:nvSpPr>
              <p:spPr>
                <a:xfrm flipH="1">
                  <a:off x="1876843" y="2025603"/>
                  <a:ext cx="5769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dirty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141" name="Textfeld 140">
                  <a:extLst>
                    <a:ext uri="{FF2B5EF4-FFF2-40B4-BE49-F238E27FC236}">
                      <a16:creationId xmlns:a16="http://schemas.microsoft.com/office/drawing/2014/main" id="{28560CEC-36D0-C858-0BC1-29B3D535F9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876843" y="2025603"/>
                  <a:ext cx="57691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2" name="Textfeld 141">
                  <a:extLst>
                    <a:ext uri="{FF2B5EF4-FFF2-40B4-BE49-F238E27FC236}">
                      <a16:creationId xmlns:a16="http://schemas.microsoft.com/office/drawing/2014/main" id="{B1124205-6DE9-7914-C6F6-3E287AEE63D0}"/>
                    </a:ext>
                  </a:extLst>
                </p:cNvPr>
                <p:cNvSpPr txBox="1"/>
                <p:nvPr/>
              </p:nvSpPr>
              <p:spPr>
                <a:xfrm flipH="1">
                  <a:off x="1408070" y="1468343"/>
                  <a:ext cx="37361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142" name="Textfeld 141">
                  <a:extLst>
                    <a:ext uri="{FF2B5EF4-FFF2-40B4-BE49-F238E27FC236}">
                      <a16:creationId xmlns:a16="http://schemas.microsoft.com/office/drawing/2014/main" id="{B1124205-6DE9-7914-C6F6-3E287AEE63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408070" y="1468343"/>
                  <a:ext cx="373613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4" name="Gerade Verbindung mit Pfeil 143">
              <a:extLst>
                <a:ext uri="{FF2B5EF4-FFF2-40B4-BE49-F238E27FC236}">
                  <a16:creationId xmlns:a16="http://schemas.microsoft.com/office/drawing/2014/main" id="{EAD2399D-689D-A72B-9508-3D4597EBEE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30793" y="1683556"/>
              <a:ext cx="468000" cy="46800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95D0BFF7-586F-F3CA-2246-C8F2D15144EC}"/>
              </a:ext>
            </a:extLst>
          </p:cNvPr>
          <p:cNvGrpSpPr/>
          <p:nvPr/>
        </p:nvGrpSpPr>
        <p:grpSpPr>
          <a:xfrm>
            <a:off x="394574" y="6458254"/>
            <a:ext cx="1511149" cy="1514471"/>
            <a:chOff x="1371655" y="4581529"/>
            <a:chExt cx="1511149" cy="1514471"/>
          </a:xfrm>
        </p:grpSpPr>
        <p:cxnSp>
          <p:nvCxnSpPr>
            <p:cNvPr id="11" name="Gerade Verbindung mit Pfeil 10">
              <a:extLst>
                <a:ext uri="{FF2B5EF4-FFF2-40B4-BE49-F238E27FC236}">
                  <a16:creationId xmlns:a16="http://schemas.microsoft.com/office/drawing/2014/main" id="{94004E6E-DFF9-3A86-439B-4338394127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89382" y="4982819"/>
              <a:ext cx="0" cy="93602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 Verbindung mit Pfeil 11">
              <a:extLst>
                <a:ext uri="{FF2B5EF4-FFF2-40B4-BE49-F238E27FC236}">
                  <a16:creationId xmlns:a16="http://schemas.microsoft.com/office/drawing/2014/main" id="{CD5C1728-9746-3000-8AA7-82D95866A3BF}"/>
                </a:ext>
              </a:extLst>
            </p:cNvPr>
            <p:cNvCxnSpPr>
              <a:cxnSpLocks/>
            </p:cNvCxnSpPr>
            <p:nvPr/>
          </p:nvCxnSpPr>
          <p:spPr>
            <a:xfrm>
              <a:off x="1600625" y="5918842"/>
              <a:ext cx="936000" cy="0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1926AD25-27C4-F58E-A254-D57BE58B623A}"/>
                    </a:ext>
                  </a:extLst>
                </p:cNvPr>
                <p:cNvSpPr txBox="1"/>
                <p:nvPr/>
              </p:nvSpPr>
              <p:spPr>
                <a:xfrm flipH="1">
                  <a:off x="1371655" y="4581529"/>
                  <a:ext cx="4579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i="0" dirty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1926AD25-27C4-F58E-A254-D57BE58B62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371655" y="4581529"/>
                  <a:ext cx="457939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DA1B21FF-D9FE-17CB-F787-2BBFDD9F4E07}"/>
                    </a:ext>
                  </a:extLst>
                </p:cNvPr>
                <p:cNvSpPr txBox="1"/>
                <p:nvPr/>
              </p:nvSpPr>
              <p:spPr>
                <a:xfrm flipH="1">
                  <a:off x="2062333" y="4885102"/>
                  <a:ext cx="5769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dirty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DA1B21FF-D9FE-17CB-F787-2BBFDD9F4E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062333" y="4885102"/>
                  <a:ext cx="576916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feld 15">
                  <a:extLst>
                    <a:ext uri="{FF2B5EF4-FFF2-40B4-BE49-F238E27FC236}">
                      <a16:creationId xmlns:a16="http://schemas.microsoft.com/office/drawing/2014/main" id="{611A4CF3-3B23-8A70-FC94-B30053387708}"/>
                    </a:ext>
                  </a:extLst>
                </p:cNvPr>
                <p:cNvSpPr txBox="1"/>
                <p:nvPr/>
              </p:nvSpPr>
              <p:spPr>
                <a:xfrm flipH="1">
                  <a:off x="2509191" y="5726668"/>
                  <a:ext cx="37361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i="0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16" name="Textfeld 15">
                  <a:extLst>
                    <a:ext uri="{FF2B5EF4-FFF2-40B4-BE49-F238E27FC236}">
                      <a16:creationId xmlns:a16="http://schemas.microsoft.com/office/drawing/2014/main" id="{611A4CF3-3B23-8A70-FC94-B300533877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509191" y="5726668"/>
                  <a:ext cx="373613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Gerade Verbindung mit Pfeil 17">
              <a:extLst>
                <a:ext uri="{FF2B5EF4-FFF2-40B4-BE49-F238E27FC236}">
                  <a16:creationId xmlns:a16="http://schemas.microsoft.com/office/drawing/2014/main" id="{10ABECF0-01C0-FEAC-D38C-3D56460306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5439" y="5450842"/>
              <a:ext cx="468000" cy="46800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EB2D8E2C-0172-E23C-DBD6-1286F16FDEA7}"/>
              </a:ext>
            </a:extLst>
          </p:cNvPr>
          <p:cNvGrpSpPr/>
          <p:nvPr/>
        </p:nvGrpSpPr>
        <p:grpSpPr>
          <a:xfrm>
            <a:off x="410631" y="8046921"/>
            <a:ext cx="1606783" cy="2101282"/>
            <a:chOff x="1407247" y="6018797"/>
            <a:chExt cx="1606783" cy="2101282"/>
          </a:xfrm>
        </p:grpSpPr>
        <p:cxnSp>
          <p:nvCxnSpPr>
            <p:cNvPr id="31" name="Gerade Verbindung mit Pfeil 30">
              <a:extLst>
                <a:ext uri="{FF2B5EF4-FFF2-40B4-BE49-F238E27FC236}">
                  <a16:creationId xmlns:a16="http://schemas.microsoft.com/office/drawing/2014/main" id="{8C57484D-8CC7-65AD-7AD2-29E24A076A2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24974" y="6420087"/>
              <a:ext cx="0" cy="93602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 Verbindung mit Pfeil 31">
              <a:extLst>
                <a:ext uri="{FF2B5EF4-FFF2-40B4-BE49-F238E27FC236}">
                  <a16:creationId xmlns:a16="http://schemas.microsoft.com/office/drawing/2014/main" id="{084D1662-9179-5978-8323-E7868587BD68}"/>
                </a:ext>
              </a:extLst>
            </p:cNvPr>
            <p:cNvCxnSpPr>
              <a:cxnSpLocks/>
            </p:cNvCxnSpPr>
            <p:nvPr/>
          </p:nvCxnSpPr>
          <p:spPr>
            <a:xfrm>
              <a:off x="1636218" y="7356109"/>
              <a:ext cx="468000" cy="468000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Textfeld 32">
                  <a:extLst>
                    <a:ext uri="{FF2B5EF4-FFF2-40B4-BE49-F238E27FC236}">
                      <a16:creationId xmlns:a16="http://schemas.microsoft.com/office/drawing/2014/main" id="{A2C95B78-6E15-C57D-E9B0-6E720BFF9F2A}"/>
                    </a:ext>
                  </a:extLst>
                </p:cNvPr>
                <p:cNvSpPr txBox="1"/>
                <p:nvPr/>
              </p:nvSpPr>
              <p:spPr>
                <a:xfrm flipH="1">
                  <a:off x="1407247" y="6018797"/>
                  <a:ext cx="4579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i="0" dirty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33" name="Textfeld 32">
                  <a:extLst>
                    <a:ext uri="{FF2B5EF4-FFF2-40B4-BE49-F238E27FC236}">
                      <a16:creationId xmlns:a16="http://schemas.microsoft.com/office/drawing/2014/main" id="{A2C95B78-6E15-C57D-E9B0-6E720BFF9F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407247" y="6018797"/>
                  <a:ext cx="457939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Textfeld 33">
                  <a:extLst>
                    <a:ext uri="{FF2B5EF4-FFF2-40B4-BE49-F238E27FC236}">
                      <a16:creationId xmlns:a16="http://schemas.microsoft.com/office/drawing/2014/main" id="{D1ED9EBC-21FF-1F54-DDFE-57885C3B616C}"/>
                    </a:ext>
                  </a:extLst>
                </p:cNvPr>
                <p:cNvSpPr txBox="1"/>
                <p:nvPr/>
              </p:nvSpPr>
              <p:spPr>
                <a:xfrm flipH="1">
                  <a:off x="2437114" y="7163936"/>
                  <a:ext cx="5769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dirty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34" name="Textfeld 33">
                  <a:extLst>
                    <a:ext uri="{FF2B5EF4-FFF2-40B4-BE49-F238E27FC236}">
                      <a16:creationId xmlns:a16="http://schemas.microsoft.com/office/drawing/2014/main" id="{D1ED9EBC-21FF-1F54-DDFE-57885C3B61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437114" y="7163936"/>
                  <a:ext cx="576916" cy="369332"/>
                </a:xfrm>
                <a:prstGeom prst="rect">
                  <a:avLst/>
                </a:prstGeom>
                <a:blipFill>
                  <a:blip r:embed="rId12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Textfeld 34">
                  <a:extLst>
                    <a:ext uri="{FF2B5EF4-FFF2-40B4-BE49-F238E27FC236}">
                      <a16:creationId xmlns:a16="http://schemas.microsoft.com/office/drawing/2014/main" id="{E0172BD2-1415-FE03-D1C3-E7F326B0A2CE}"/>
                    </a:ext>
                  </a:extLst>
                </p:cNvPr>
                <p:cNvSpPr txBox="1"/>
                <p:nvPr/>
              </p:nvSpPr>
              <p:spPr>
                <a:xfrm flipH="1">
                  <a:off x="2027144" y="7750747"/>
                  <a:ext cx="37361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i="0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35" name="Textfeld 34">
                  <a:extLst>
                    <a:ext uri="{FF2B5EF4-FFF2-40B4-BE49-F238E27FC236}">
                      <a16:creationId xmlns:a16="http://schemas.microsoft.com/office/drawing/2014/main" id="{E0172BD2-1415-FE03-D1C3-E7F326B0A2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027144" y="7750747"/>
                  <a:ext cx="373613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Gerade Verbindung mit Pfeil 35">
              <a:extLst>
                <a:ext uri="{FF2B5EF4-FFF2-40B4-BE49-F238E27FC236}">
                  <a16:creationId xmlns:a16="http://schemas.microsoft.com/office/drawing/2014/main" id="{532CCC59-F8A9-08A7-0FAB-38669B97E3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6217" y="7348602"/>
              <a:ext cx="936000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249A97B2-970C-8678-77C0-11856B4E5B46}"/>
              </a:ext>
            </a:extLst>
          </p:cNvPr>
          <p:cNvGrpSpPr/>
          <p:nvPr/>
        </p:nvGrpSpPr>
        <p:grpSpPr>
          <a:xfrm>
            <a:off x="2140785" y="2428373"/>
            <a:ext cx="1503628" cy="2043080"/>
            <a:chOff x="1408070" y="260550"/>
            <a:chExt cx="1503628" cy="2043080"/>
          </a:xfrm>
        </p:grpSpPr>
        <p:cxnSp>
          <p:nvCxnSpPr>
            <p:cNvPr id="67" name="Gerade Verbindung mit Pfeil 66">
              <a:extLst>
                <a:ext uri="{FF2B5EF4-FFF2-40B4-BE49-F238E27FC236}">
                  <a16:creationId xmlns:a16="http://schemas.microsoft.com/office/drawing/2014/main" id="{ECA31F9A-AA05-D450-A887-84C7A3A219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2727" y="757963"/>
              <a:ext cx="1" cy="93600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Gerade Verbindung mit Pfeil 67">
              <a:extLst>
                <a:ext uri="{FF2B5EF4-FFF2-40B4-BE49-F238E27FC236}">
                  <a16:creationId xmlns:a16="http://schemas.microsoft.com/office/drawing/2014/main" id="{DF1C292D-1B96-1F97-91E8-B8EF3E736F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35444" y="1676211"/>
              <a:ext cx="9360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9" name="Textfeld 68">
                  <a:extLst>
                    <a:ext uri="{FF2B5EF4-FFF2-40B4-BE49-F238E27FC236}">
                      <a16:creationId xmlns:a16="http://schemas.microsoft.com/office/drawing/2014/main" id="{09E626EA-68DC-EBD3-A421-72CD1FF2C739}"/>
                    </a:ext>
                  </a:extLst>
                </p:cNvPr>
                <p:cNvSpPr txBox="1"/>
                <p:nvPr/>
              </p:nvSpPr>
              <p:spPr>
                <a:xfrm flipH="1">
                  <a:off x="2453759" y="260550"/>
                  <a:ext cx="4579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69" name="Textfeld 68">
                  <a:extLst>
                    <a:ext uri="{FF2B5EF4-FFF2-40B4-BE49-F238E27FC236}">
                      <a16:creationId xmlns:a16="http://schemas.microsoft.com/office/drawing/2014/main" id="{09E626EA-68DC-EBD3-A421-72CD1FF2C7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453759" y="260550"/>
                  <a:ext cx="457939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1" name="Textfeld 70">
                  <a:extLst>
                    <a:ext uri="{FF2B5EF4-FFF2-40B4-BE49-F238E27FC236}">
                      <a16:creationId xmlns:a16="http://schemas.microsoft.com/office/drawing/2014/main" id="{5D5FE79D-B988-A235-E1AE-F4F2614309CD}"/>
                    </a:ext>
                  </a:extLst>
                </p:cNvPr>
                <p:cNvSpPr txBox="1"/>
                <p:nvPr/>
              </p:nvSpPr>
              <p:spPr>
                <a:xfrm flipH="1">
                  <a:off x="1832404" y="1934298"/>
                  <a:ext cx="5769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71" name="Textfeld 70">
                  <a:extLst>
                    <a:ext uri="{FF2B5EF4-FFF2-40B4-BE49-F238E27FC236}">
                      <a16:creationId xmlns:a16="http://schemas.microsoft.com/office/drawing/2014/main" id="{5D5FE79D-B988-A235-E1AE-F4F2614309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832404" y="1934298"/>
                  <a:ext cx="576916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2" name="Textfeld 71">
                  <a:extLst>
                    <a:ext uri="{FF2B5EF4-FFF2-40B4-BE49-F238E27FC236}">
                      <a16:creationId xmlns:a16="http://schemas.microsoft.com/office/drawing/2014/main" id="{69910B33-358E-6C9B-DCB3-2DCFF403C81F}"/>
                    </a:ext>
                  </a:extLst>
                </p:cNvPr>
                <p:cNvSpPr txBox="1"/>
                <p:nvPr/>
              </p:nvSpPr>
              <p:spPr>
                <a:xfrm flipH="1">
                  <a:off x="1408070" y="1468343"/>
                  <a:ext cx="37361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72" name="Textfeld 71">
                  <a:extLst>
                    <a:ext uri="{FF2B5EF4-FFF2-40B4-BE49-F238E27FC236}">
                      <a16:creationId xmlns:a16="http://schemas.microsoft.com/office/drawing/2014/main" id="{69910B33-358E-6C9B-DCB3-2DCFF403C8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408070" y="1468343"/>
                  <a:ext cx="373613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3" name="Gerade Verbindung mit Pfeil 72">
              <a:extLst>
                <a:ext uri="{FF2B5EF4-FFF2-40B4-BE49-F238E27FC236}">
                  <a16:creationId xmlns:a16="http://schemas.microsoft.com/office/drawing/2014/main" id="{524F4A81-86A9-F967-D07D-F883088BEB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4727" y="1667831"/>
              <a:ext cx="468000" cy="468000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Gruppieren 95">
            <a:extLst>
              <a:ext uri="{FF2B5EF4-FFF2-40B4-BE49-F238E27FC236}">
                <a16:creationId xmlns:a16="http://schemas.microsoft.com/office/drawing/2014/main" id="{EC91147E-ADCC-2A4A-FC21-27CC5815B989}"/>
              </a:ext>
            </a:extLst>
          </p:cNvPr>
          <p:cNvGrpSpPr/>
          <p:nvPr/>
        </p:nvGrpSpPr>
        <p:grpSpPr>
          <a:xfrm>
            <a:off x="2223589" y="4915366"/>
            <a:ext cx="1590854" cy="1450595"/>
            <a:chOff x="1408070" y="1468343"/>
            <a:chExt cx="1590854" cy="1450595"/>
          </a:xfrm>
        </p:grpSpPr>
        <p:cxnSp>
          <p:nvCxnSpPr>
            <p:cNvPr id="113" name="Gerade Verbindung mit Pfeil 112">
              <a:extLst>
                <a:ext uri="{FF2B5EF4-FFF2-40B4-BE49-F238E27FC236}">
                  <a16:creationId xmlns:a16="http://schemas.microsoft.com/office/drawing/2014/main" id="{849DFB17-5C43-8124-6A87-734FD7D688E2}"/>
                </a:ext>
              </a:extLst>
            </p:cNvPr>
            <p:cNvCxnSpPr>
              <a:cxnSpLocks/>
            </p:cNvCxnSpPr>
            <p:nvPr/>
          </p:nvCxnSpPr>
          <p:spPr>
            <a:xfrm>
              <a:off x="2682727" y="1693963"/>
              <a:ext cx="0" cy="936913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Gerade Verbindung mit Pfeil 114">
              <a:extLst>
                <a:ext uri="{FF2B5EF4-FFF2-40B4-BE49-F238E27FC236}">
                  <a16:creationId xmlns:a16="http://schemas.microsoft.com/office/drawing/2014/main" id="{D23DB8D2-B645-32CD-938F-559C07E9C8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35444" y="1676211"/>
              <a:ext cx="9360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6" name="Textfeld 115">
                  <a:extLst>
                    <a:ext uri="{FF2B5EF4-FFF2-40B4-BE49-F238E27FC236}">
                      <a16:creationId xmlns:a16="http://schemas.microsoft.com/office/drawing/2014/main" id="{DCFD5F0B-9F49-85A0-FD9F-6D332653EEF5}"/>
                    </a:ext>
                  </a:extLst>
                </p:cNvPr>
                <p:cNvSpPr txBox="1"/>
                <p:nvPr/>
              </p:nvSpPr>
              <p:spPr>
                <a:xfrm flipH="1">
                  <a:off x="1952672" y="2014352"/>
                  <a:ext cx="4579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116" name="Textfeld 115">
                  <a:extLst>
                    <a:ext uri="{FF2B5EF4-FFF2-40B4-BE49-F238E27FC236}">
                      <a16:creationId xmlns:a16="http://schemas.microsoft.com/office/drawing/2014/main" id="{DCFD5F0B-9F49-85A0-FD9F-6D332653EE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952672" y="2014352"/>
                  <a:ext cx="457939" cy="369332"/>
                </a:xfrm>
                <a:prstGeom prst="rect">
                  <a:avLst/>
                </a:prstGeom>
                <a:blipFill>
                  <a:blip r:embed="rId17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7" name="Textfeld 116">
                  <a:extLst>
                    <a:ext uri="{FF2B5EF4-FFF2-40B4-BE49-F238E27FC236}">
                      <a16:creationId xmlns:a16="http://schemas.microsoft.com/office/drawing/2014/main" id="{D6C83DAB-D014-907C-569F-13227194F0C7}"/>
                    </a:ext>
                  </a:extLst>
                </p:cNvPr>
                <p:cNvSpPr txBox="1"/>
                <p:nvPr/>
              </p:nvSpPr>
              <p:spPr>
                <a:xfrm flipH="1">
                  <a:off x="2422008" y="2549606"/>
                  <a:ext cx="5769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117" name="Textfeld 116">
                  <a:extLst>
                    <a:ext uri="{FF2B5EF4-FFF2-40B4-BE49-F238E27FC236}">
                      <a16:creationId xmlns:a16="http://schemas.microsoft.com/office/drawing/2014/main" id="{D6C83DAB-D014-907C-569F-13227194F0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422008" y="2549606"/>
                  <a:ext cx="576916" cy="369332"/>
                </a:xfrm>
                <a:prstGeom prst="rect">
                  <a:avLst/>
                </a:prstGeom>
                <a:blipFill>
                  <a:blip r:embed="rId18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8" name="Textfeld 117">
                  <a:extLst>
                    <a:ext uri="{FF2B5EF4-FFF2-40B4-BE49-F238E27FC236}">
                      <a16:creationId xmlns:a16="http://schemas.microsoft.com/office/drawing/2014/main" id="{7CB4307D-4BA5-E89A-2A4E-B157AEFB6BE1}"/>
                    </a:ext>
                  </a:extLst>
                </p:cNvPr>
                <p:cNvSpPr txBox="1"/>
                <p:nvPr/>
              </p:nvSpPr>
              <p:spPr>
                <a:xfrm flipH="1">
                  <a:off x="1408070" y="1468343"/>
                  <a:ext cx="37361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118" name="Textfeld 117">
                  <a:extLst>
                    <a:ext uri="{FF2B5EF4-FFF2-40B4-BE49-F238E27FC236}">
                      <a16:creationId xmlns:a16="http://schemas.microsoft.com/office/drawing/2014/main" id="{7CB4307D-4BA5-E89A-2A4E-B157AEFB6B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408070" y="1468343"/>
                  <a:ext cx="373613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9" name="Gerade Verbindung mit Pfeil 118">
              <a:extLst>
                <a:ext uri="{FF2B5EF4-FFF2-40B4-BE49-F238E27FC236}">
                  <a16:creationId xmlns:a16="http://schemas.microsoft.com/office/drawing/2014/main" id="{54DFD12B-F107-D9E3-61FB-87F6294E58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6011" y="1668880"/>
              <a:ext cx="468000" cy="46800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2" name="Gruppieren 121">
            <a:extLst>
              <a:ext uri="{FF2B5EF4-FFF2-40B4-BE49-F238E27FC236}">
                <a16:creationId xmlns:a16="http://schemas.microsoft.com/office/drawing/2014/main" id="{27BBC68C-AFDA-EE82-82AC-CA346A7D0854}"/>
              </a:ext>
            </a:extLst>
          </p:cNvPr>
          <p:cNvGrpSpPr/>
          <p:nvPr/>
        </p:nvGrpSpPr>
        <p:grpSpPr>
          <a:xfrm>
            <a:off x="2223589" y="6501684"/>
            <a:ext cx="2138389" cy="1916590"/>
            <a:chOff x="1429926" y="1039324"/>
            <a:chExt cx="2138389" cy="1916590"/>
          </a:xfrm>
        </p:grpSpPr>
        <p:cxnSp>
          <p:nvCxnSpPr>
            <p:cNvPr id="125" name="Gerade Verbindung mit Pfeil 124">
              <a:extLst>
                <a:ext uri="{FF2B5EF4-FFF2-40B4-BE49-F238E27FC236}">
                  <a16:creationId xmlns:a16="http://schemas.microsoft.com/office/drawing/2014/main" id="{BF396658-236E-4E4B-EBD5-E6D80326D860}"/>
                </a:ext>
              </a:extLst>
            </p:cNvPr>
            <p:cNvCxnSpPr>
              <a:cxnSpLocks/>
            </p:cNvCxnSpPr>
            <p:nvPr/>
          </p:nvCxnSpPr>
          <p:spPr>
            <a:xfrm>
              <a:off x="2682727" y="1693963"/>
              <a:ext cx="0" cy="936913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Gerade Verbindung mit Pfeil 125">
              <a:extLst>
                <a:ext uri="{FF2B5EF4-FFF2-40B4-BE49-F238E27FC236}">
                  <a16:creationId xmlns:a16="http://schemas.microsoft.com/office/drawing/2014/main" id="{F17B8BA9-460C-30E2-B9B9-16AA4BB81D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2370" y="1691990"/>
              <a:ext cx="9360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7" name="Textfeld 126">
                  <a:extLst>
                    <a:ext uri="{FF2B5EF4-FFF2-40B4-BE49-F238E27FC236}">
                      <a16:creationId xmlns:a16="http://schemas.microsoft.com/office/drawing/2014/main" id="{76FEA056-D3B0-8F77-3929-738DF4DD57FE}"/>
                    </a:ext>
                  </a:extLst>
                </p:cNvPr>
                <p:cNvSpPr txBox="1"/>
                <p:nvPr/>
              </p:nvSpPr>
              <p:spPr>
                <a:xfrm flipH="1">
                  <a:off x="2439618" y="2586582"/>
                  <a:ext cx="4579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127" name="Textfeld 126">
                  <a:extLst>
                    <a:ext uri="{FF2B5EF4-FFF2-40B4-BE49-F238E27FC236}">
                      <a16:creationId xmlns:a16="http://schemas.microsoft.com/office/drawing/2014/main" id="{76FEA056-D3B0-8F77-3929-738DF4DD57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439618" y="2586582"/>
                  <a:ext cx="457939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8" name="Textfeld 127">
                  <a:extLst>
                    <a:ext uri="{FF2B5EF4-FFF2-40B4-BE49-F238E27FC236}">
                      <a16:creationId xmlns:a16="http://schemas.microsoft.com/office/drawing/2014/main" id="{FC93B6A9-9F82-8ACA-1143-98628C23D7FF}"/>
                    </a:ext>
                  </a:extLst>
                </p:cNvPr>
                <p:cNvSpPr txBox="1"/>
                <p:nvPr/>
              </p:nvSpPr>
              <p:spPr>
                <a:xfrm flipH="1">
                  <a:off x="2991399" y="1039324"/>
                  <a:ext cx="5769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128" name="Textfeld 127">
                  <a:extLst>
                    <a:ext uri="{FF2B5EF4-FFF2-40B4-BE49-F238E27FC236}">
                      <a16:creationId xmlns:a16="http://schemas.microsoft.com/office/drawing/2014/main" id="{FC93B6A9-9F82-8ACA-1143-98628C23D7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991399" y="1039324"/>
                  <a:ext cx="576916" cy="369332"/>
                </a:xfrm>
                <a:prstGeom prst="rect">
                  <a:avLst/>
                </a:prstGeom>
                <a:blipFill>
                  <a:blip r:embed="rId21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9" name="Textfeld 128">
                  <a:extLst>
                    <a:ext uri="{FF2B5EF4-FFF2-40B4-BE49-F238E27FC236}">
                      <a16:creationId xmlns:a16="http://schemas.microsoft.com/office/drawing/2014/main" id="{7B13FF50-B6DD-FCC6-FF35-683E01071BD3}"/>
                    </a:ext>
                  </a:extLst>
                </p:cNvPr>
                <p:cNvSpPr txBox="1"/>
                <p:nvPr/>
              </p:nvSpPr>
              <p:spPr>
                <a:xfrm flipH="1">
                  <a:off x="1429926" y="1507324"/>
                  <a:ext cx="37361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129" name="Textfeld 128">
                  <a:extLst>
                    <a:ext uri="{FF2B5EF4-FFF2-40B4-BE49-F238E27FC236}">
                      <a16:creationId xmlns:a16="http://schemas.microsoft.com/office/drawing/2014/main" id="{7B13FF50-B6DD-FCC6-FF35-683E01071B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429926" y="1507324"/>
                  <a:ext cx="373613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0" name="Gerade Verbindung mit Pfeil 129">
              <a:extLst>
                <a:ext uri="{FF2B5EF4-FFF2-40B4-BE49-F238E27FC236}">
                  <a16:creationId xmlns:a16="http://schemas.microsoft.com/office/drawing/2014/main" id="{A5CE53AB-9186-492C-DDEB-3EB6E04468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4011" y="1223990"/>
              <a:ext cx="468000" cy="468000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Gruppieren 131">
            <a:extLst>
              <a:ext uri="{FF2B5EF4-FFF2-40B4-BE49-F238E27FC236}">
                <a16:creationId xmlns:a16="http://schemas.microsoft.com/office/drawing/2014/main" id="{0997F6DF-6412-2B03-B08B-A9E00A4CA3A2}"/>
              </a:ext>
            </a:extLst>
          </p:cNvPr>
          <p:cNvGrpSpPr/>
          <p:nvPr/>
        </p:nvGrpSpPr>
        <p:grpSpPr>
          <a:xfrm>
            <a:off x="2223589" y="8587620"/>
            <a:ext cx="2048793" cy="1417078"/>
            <a:chOff x="1429926" y="459578"/>
            <a:chExt cx="2048793" cy="1417078"/>
          </a:xfrm>
        </p:grpSpPr>
        <p:cxnSp>
          <p:nvCxnSpPr>
            <p:cNvPr id="133" name="Gerade Verbindung mit Pfeil 132">
              <a:extLst>
                <a:ext uri="{FF2B5EF4-FFF2-40B4-BE49-F238E27FC236}">
                  <a16:creationId xmlns:a16="http://schemas.microsoft.com/office/drawing/2014/main" id="{5DABCC44-AA9A-E9F5-FDA7-05265C9DB7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2727" y="750681"/>
              <a:ext cx="0" cy="94328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Gerade Verbindung mit Pfeil 133">
              <a:extLst>
                <a:ext uri="{FF2B5EF4-FFF2-40B4-BE49-F238E27FC236}">
                  <a16:creationId xmlns:a16="http://schemas.microsoft.com/office/drawing/2014/main" id="{30883AAF-0137-31A3-D062-95786D4168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2370" y="1691990"/>
              <a:ext cx="9360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5" name="Textfeld 134">
                  <a:extLst>
                    <a:ext uri="{FF2B5EF4-FFF2-40B4-BE49-F238E27FC236}">
                      <a16:creationId xmlns:a16="http://schemas.microsoft.com/office/drawing/2014/main" id="{D2732908-A8FB-45BB-A3D1-B500E684F62F}"/>
                    </a:ext>
                  </a:extLst>
                </p:cNvPr>
                <p:cNvSpPr txBox="1"/>
                <p:nvPr/>
              </p:nvSpPr>
              <p:spPr>
                <a:xfrm flipH="1">
                  <a:off x="3020780" y="940656"/>
                  <a:ext cx="4579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135" name="Textfeld 134">
                  <a:extLst>
                    <a:ext uri="{FF2B5EF4-FFF2-40B4-BE49-F238E27FC236}">
                      <a16:creationId xmlns:a16="http://schemas.microsoft.com/office/drawing/2014/main" id="{D2732908-A8FB-45BB-A3D1-B500E684F6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020780" y="940656"/>
                  <a:ext cx="457939" cy="369332"/>
                </a:xfrm>
                <a:prstGeom prst="rect">
                  <a:avLst/>
                </a:prstGeom>
                <a:blipFill>
                  <a:blip r:embed="rId23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7" name="Textfeld 136">
                  <a:extLst>
                    <a:ext uri="{FF2B5EF4-FFF2-40B4-BE49-F238E27FC236}">
                      <a16:creationId xmlns:a16="http://schemas.microsoft.com/office/drawing/2014/main" id="{D9E74553-8D6E-030F-A3F6-56A6B567F809}"/>
                    </a:ext>
                  </a:extLst>
                </p:cNvPr>
                <p:cNvSpPr txBox="1"/>
                <p:nvPr/>
              </p:nvSpPr>
              <p:spPr>
                <a:xfrm flipH="1">
                  <a:off x="2394269" y="459578"/>
                  <a:ext cx="5769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137" name="Textfeld 136">
                  <a:extLst>
                    <a:ext uri="{FF2B5EF4-FFF2-40B4-BE49-F238E27FC236}">
                      <a16:creationId xmlns:a16="http://schemas.microsoft.com/office/drawing/2014/main" id="{D9E74553-8D6E-030F-A3F6-56A6B567F8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394269" y="459578"/>
                  <a:ext cx="576916" cy="369332"/>
                </a:xfrm>
                <a:prstGeom prst="rect">
                  <a:avLst/>
                </a:prstGeom>
                <a:blipFill>
                  <a:blip r:embed="rId24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3" name="Textfeld 142">
                  <a:extLst>
                    <a:ext uri="{FF2B5EF4-FFF2-40B4-BE49-F238E27FC236}">
                      <a16:creationId xmlns:a16="http://schemas.microsoft.com/office/drawing/2014/main" id="{F7CAEAF5-0069-743E-37DC-806CE40524AE}"/>
                    </a:ext>
                  </a:extLst>
                </p:cNvPr>
                <p:cNvSpPr txBox="1"/>
                <p:nvPr/>
              </p:nvSpPr>
              <p:spPr>
                <a:xfrm flipH="1">
                  <a:off x="1429926" y="1507324"/>
                  <a:ext cx="37361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143" name="Textfeld 142">
                  <a:extLst>
                    <a:ext uri="{FF2B5EF4-FFF2-40B4-BE49-F238E27FC236}">
                      <a16:creationId xmlns:a16="http://schemas.microsoft.com/office/drawing/2014/main" id="{F7CAEAF5-0069-743E-37DC-806CE40524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429926" y="1507324"/>
                  <a:ext cx="373613" cy="369332"/>
                </a:xfrm>
                <a:prstGeom prst="rect">
                  <a:avLst/>
                </a:prstGeom>
                <a:blipFill>
                  <a:blip r:embed="rId25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5" name="Gerade Verbindung mit Pfeil 144">
              <a:extLst>
                <a:ext uri="{FF2B5EF4-FFF2-40B4-BE49-F238E27FC236}">
                  <a16:creationId xmlns:a16="http://schemas.microsoft.com/office/drawing/2014/main" id="{3E1C7E4A-5025-B6AC-4E12-A9050A8C88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4011" y="1223990"/>
              <a:ext cx="468000" cy="46800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4" name="Gruppieren 153">
            <a:extLst>
              <a:ext uri="{FF2B5EF4-FFF2-40B4-BE49-F238E27FC236}">
                <a16:creationId xmlns:a16="http://schemas.microsoft.com/office/drawing/2014/main" id="{EC452645-0BF7-8342-47BC-CAC937A62C80}"/>
              </a:ext>
            </a:extLst>
          </p:cNvPr>
          <p:cNvGrpSpPr/>
          <p:nvPr/>
        </p:nvGrpSpPr>
        <p:grpSpPr>
          <a:xfrm>
            <a:off x="4781563" y="2428146"/>
            <a:ext cx="1503628" cy="2043080"/>
            <a:chOff x="1408070" y="260550"/>
            <a:chExt cx="1503628" cy="2043080"/>
          </a:xfrm>
        </p:grpSpPr>
        <p:cxnSp>
          <p:nvCxnSpPr>
            <p:cNvPr id="155" name="Gerade Verbindung mit Pfeil 154">
              <a:extLst>
                <a:ext uri="{FF2B5EF4-FFF2-40B4-BE49-F238E27FC236}">
                  <a16:creationId xmlns:a16="http://schemas.microsoft.com/office/drawing/2014/main" id="{8FEC07ED-060B-E237-8CF4-45C46A86EE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2727" y="757963"/>
              <a:ext cx="1" cy="936000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Gerade Verbindung mit Pfeil 155">
              <a:extLst>
                <a:ext uri="{FF2B5EF4-FFF2-40B4-BE49-F238E27FC236}">
                  <a16:creationId xmlns:a16="http://schemas.microsoft.com/office/drawing/2014/main" id="{F01E7949-3C0A-8179-1438-ED1D6C613C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35444" y="1676211"/>
              <a:ext cx="936000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7" name="Textfeld 156">
                  <a:extLst>
                    <a:ext uri="{FF2B5EF4-FFF2-40B4-BE49-F238E27FC236}">
                      <a16:creationId xmlns:a16="http://schemas.microsoft.com/office/drawing/2014/main" id="{1C9346AF-7847-D75F-83D6-34359C9CF438}"/>
                    </a:ext>
                  </a:extLst>
                </p:cNvPr>
                <p:cNvSpPr txBox="1"/>
                <p:nvPr/>
              </p:nvSpPr>
              <p:spPr>
                <a:xfrm flipH="1">
                  <a:off x="2453759" y="260550"/>
                  <a:ext cx="4579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157" name="Textfeld 156">
                  <a:extLst>
                    <a:ext uri="{FF2B5EF4-FFF2-40B4-BE49-F238E27FC236}">
                      <a16:creationId xmlns:a16="http://schemas.microsoft.com/office/drawing/2014/main" id="{1C9346AF-7847-D75F-83D6-34359C9CF4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453759" y="260550"/>
                  <a:ext cx="457939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8" name="Textfeld 157">
                  <a:extLst>
                    <a:ext uri="{FF2B5EF4-FFF2-40B4-BE49-F238E27FC236}">
                      <a16:creationId xmlns:a16="http://schemas.microsoft.com/office/drawing/2014/main" id="{2E3F7245-3F49-5C6C-2252-309609A7F2E0}"/>
                    </a:ext>
                  </a:extLst>
                </p:cNvPr>
                <p:cNvSpPr txBox="1"/>
                <p:nvPr/>
              </p:nvSpPr>
              <p:spPr>
                <a:xfrm flipH="1">
                  <a:off x="1832404" y="1934298"/>
                  <a:ext cx="5769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158" name="Textfeld 157">
                  <a:extLst>
                    <a:ext uri="{FF2B5EF4-FFF2-40B4-BE49-F238E27FC236}">
                      <a16:creationId xmlns:a16="http://schemas.microsoft.com/office/drawing/2014/main" id="{2E3F7245-3F49-5C6C-2252-309609A7F2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832404" y="1934298"/>
                  <a:ext cx="576916" cy="369332"/>
                </a:xfrm>
                <a:prstGeom prst="rect">
                  <a:avLst/>
                </a:prstGeom>
                <a:blipFill>
                  <a:blip r:embed="rId27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9" name="Textfeld 158">
                  <a:extLst>
                    <a:ext uri="{FF2B5EF4-FFF2-40B4-BE49-F238E27FC236}">
                      <a16:creationId xmlns:a16="http://schemas.microsoft.com/office/drawing/2014/main" id="{63E59C22-29B5-2801-611F-32AA2B95377B}"/>
                    </a:ext>
                  </a:extLst>
                </p:cNvPr>
                <p:cNvSpPr txBox="1"/>
                <p:nvPr/>
              </p:nvSpPr>
              <p:spPr>
                <a:xfrm flipH="1">
                  <a:off x="1408070" y="1468343"/>
                  <a:ext cx="37361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159" name="Textfeld 158">
                  <a:extLst>
                    <a:ext uri="{FF2B5EF4-FFF2-40B4-BE49-F238E27FC236}">
                      <a16:creationId xmlns:a16="http://schemas.microsoft.com/office/drawing/2014/main" id="{63E59C22-29B5-2801-611F-32AA2B9537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408070" y="1468343"/>
                  <a:ext cx="373613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0" name="Gerade Verbindung mit Pfeil 159">
              <a:extLst>
                <a:ext uri="{FF2B5EF4-FFF2-40B4-BE49-F238E27FC236}">
                  <a16:creationId xmlns:a16="http://schemas.microsoft.com/office/drawing/2014/main" id="{12C37F62-C94E-0C7C-CCA6-6F8B83EF3B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4727" y="1667831"/>
              <a:ext cx="468000" cy="4680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1" name="Gruppieren 160">
            <a:extLst>
              <a:ext uri="{FF2B5EF4-FFF2-40B4-BE49-F238E27FC236}">
                <a16:creationId xmlns:a16="http://schemas.microsoft.com/office/drawing/2014/main" id="{04ED8AB6-7243-1155-F5C0-480F115AE059}"/>
              </a:ext>
            </a:extLst>
          </p:cNvPr>
          <p:cNvGrpSpPr/>
          <p:nvPr/>
        </p:nvGrpSpPr>
        <p:grpSpPr>
          <a:xfrm>
            <a:off x="4527812" y="4496166"/>
            <a:ext cx="2139870" cy="1854187"/>
            <a:chOff x="1832404" y="449443"/>
            <a:chExt cx="2139870" cy="1854187"/>
          </a:xfrm>
        </p:grpSpPr>
        <p:cxnSp>
          <p:nvCxnSpPr>
            <p:cNvPr id="162" name="Gerade Verbindung mit Pfeil 161">
              <a:extLst>
                <a:ext uri="{FF2B5EF4-FFF2-40B4-BE49-F238E27FC236}">
                  <a16:creationId xmlns:a16="http://schemas.microsoft.com/office/drawing/2014/main" id="{A55B5974-570A-0C29-C2C2-75F2E9BEF8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2727" y="757963"/>
              <a:ext cx="1" cy="93600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Gerade Verbindung mit Pfeil 162">
              <a:extLst>
                <a:ext uri="{FF2B5EF4-FFF2-40B4-BE49-F238E27FC236}">
                  <a16:creationId xmlns:a16="http://schemas.microsoft.com/office/drawing/2014/main" id="{F3AE5F47-11E7-7524-A70F-88E5E2D7C2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1444" y="1658908"/>
              <a:ext cx="936000" cy="0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4" name="Textfeld 163">
                  <a:extLst>
                    <a:ext uri="{FF2B5EF4-FFF2-40B4-BE49-F238E27FC236}">
                      <a16:creationId xmlns:a16="http://schemas.microsoft.com/office/drawing/2014/main" id="{B384AF38-7494-1E15-3DCF-A75A29A372D0}"/>
                    </a:ext>
                  </a:extLst>
                </p:cNvPr>
                <p:cNvSpPr txBox="1"/>
                <p:nvPr/>
              </p:nvSpPr>
              <p:spPr>
                <a:xfrm flipH="1">
                  <a:off x="3514335" y="1468343"/>
                  <a:ext cx="4579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164" name="Textfeld 163">
                  <a:extLst>
                    <a:ext uri="{FF2B5EF4-FFF2-40B4-BE49-F238E27FC236}">
                      <a16:creationId xmlns:a16="http://schemas.microsoft.com/office/drawing/2014/main" id="{B384AF38-7494-1E15-3DCF-A75A29A372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514335" y="1468343"/>
                  <a:ext cx="457939" cy="369332"/>
                </a:xfrm>
                <a:prstGeom prst="rect">
                  <a:avLst/>
                </a:prstGeom>
                <a:blipFill>
                  <a:blip r:embed="rId29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5" name="Textfeld 164">
                  <a:extLst>
                    <a:ext uri="{FF2B5EF4-FFF2-40B4-BE49-F238E27FC236}">
                      <a16:creationId xmlns:a16="http://schemas.microsoft.com/office/drawing/2014/main" id="{1E278AB4-A796-0FAB-5A6A-AB0112D07E15}"/>
                    </a:ext>
                  </a:extLst>
                </p:cNvPr>
                <p:cNvSpPr txBox="1"/>
                <p:nvPr/>
              </p:nvSpPr>
              <p:spPr>
                <a:xfrm flipH="1">
                  <a:off x="1832404" y="1934298"/>
                  <a:ext cx="5769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165" name="Textfeld 164">
                  <a:extLst>
                    <a:ext uri="{FF2B5EF4-FFF2-40B4-BE49-F238E27FC236}">
                      <a16:creationId xmlns:a16="http://schemas.microsoft.com/office/drawing/2014/main" id="{1E278AB4-A796-0FAB-5A6A-AB0112D07E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832404" y="1934298"/>
                  <a:ext cx="576916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6" name="Textfeld 165">
                  <a:extLst>
                    <a:ext uri="{FF2B5EF4-FFF2-40B4-BE49-F238E27FC236}">
                      <a16:creationId xmlns:a16="http://schemas.microsoft.com/office/drawing/2014/main" id="{A70D68FA-309C-DFE6-CDC1-20679B498232}"/>
                    </a:ext>
                  </a:extLst>
                </p:cNvPr>
                <p:cNvSpPr txBox="1"/>
                <p:nvPr/>
              </p:nvSpPr>
              <p:spPr>
                <a:xfrm flipH="1">
                  <a:off x="2492497" y="449443"/>
                  <a:ext cx="37361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166" name="Textfeld 165">
                  <a:extLst>
                    <a:ext uri="{FF2B5EF4-FFF2-40B4-BE49-F238E27FC236}">
                      <a16:creationId xmlns:a16="http://schemas.microsoft.com/office/drawing/2014/main" id="{A70D68FA-309C-DFE6-CDC1-20679B4982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492497" y="449443"/>
                  <a:ext cx="373613" cy="369332"/>
                </a:xfrm>
                <a:prstGeom prst="rect">
                  <a:avLst/>
                </a:prstGeom>
                <a:blipFill>
                  <a:blip r:embed="rId31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7" name="Gerade Verbindung mit Pfeil 166">
              <a:extLst>
                <a:ext uri="{FF2B5EF4-FFF2-40B4-BE49-F238E27FC236}">
                  <a16:creationId xmlns:a16="http://schemas.microsoft.com/office/drawing/2014/main" id="{313382D1-2C5E-EF82-E599-2F4DB4F0D0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4727" y="1667831"/>
              <a:ext cx="468000" cy="4680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9" name="Gruppieren 168">
            <a:extLst>
              <a:ext uri="{FF2B5EF4-FFF2-40B4-BE49-F238E27FC236}">
                <a16:creationId xmlns:a16="http://schemas.microsoft.com/office/drawing/2014/main" id="{88E7E576-0A67-88B7-61F7-80DFCB3CA75F}"/>
              </a:ext>
            </a:extLst>
          </p:cNvPr>
          <p:cNvGrpSpPr/>
          <p:nvPr/>
        </p:nvGrpSpPr>
        <p:grpSpPr>
          <a:xfrm>
            <a:off x="4540884" y="6656162"/>
            <a:ext cx="2118151" cy="1488992"/>
            <a:chOff x="1832404" y="1482228"/>
            <a:chExt cx="2118151" cy="1488992"/>
          </a:xfrm>
        </p:grpSpPr>
        <p:cxnSp>
          <p:nvCxnSpPr>
            <p:cNvPr id="170" name="Gerade Verbindung mit Pfeil 169">
              <a:extLst>
                <a:ext uri="{FF2B5EF4-FFF2-40B4-BE49-F238E27FC236}">
                  <a16:creationId xmlns:a16="http://schemas.microsoft.com/office/drawing/2014/main" id="{51653A60-8602-711E-0E13-456E33F9E76A}"/>
                </a:ext>
              </a:extLst>
            </p:cNvPr>
            <p:cNvCxnSpPr>
              <a:cxnSpLocks/>
            </p:cNvCxnSpPr>
            <p:nvPr/>
          </p:nvCxnSpPr>
          <p:spPr>
            <a:xfrm>
              <a:off x="2682727" y="1693963"/>
              <a:ext cx="0" cy="936000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Gerade Verbindung mit Pfeil 170">
              <a:extLst>
                <a:ext uri="{FF2B5EF4-FFF2-40B4-BE49-F238E27FC236}">
                  <a16:creationId xmlns:a16="http://schemas.microsoft.com/office/drawing/2014/main" id="{DD4FD2F1-E3E0-91CA-9009-35F9442E4E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1444" y="1658908"/>
              <a:ext cx="936000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2" name="Textfeld 171">
                  <a:extLst>
                    <a:ext uri="{FF2B5EF4-FFF2-40B4-BE49-F238E27FC236}">
                      <a16:creationId xmlns:a16="http://schemas.microsoft.com/office/drawing/2014/main" id="{61167897-CCB9-F547-3A0B-B32D12489188}"/>
                    </a:ext>
                  </a:extLst>
                </p:cNvPr>
                <p:cNvSpPr txBox="1"/>
                <p:nvPr/>
              </p:nvSpPr>
              <p:spPr>
                <a:xfrm flipH="1">
                  <a:off x="2464109" y="2601888"/>
                  <a:ext cx="4579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172" name="Textfeld 171">
                  <a:extLst>
                    <a:ext uri="{FF2B5EF4-FFF2-40B4-BE49-F238E27FC236}">
                      <a16:creationId xmlns:a16="http://schemas.microsoft.com/office/drawing/2014/main" id="{61167897-CCB9-F547-3A0B-B32D124891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464109" y="2601888"/>
                  <a:ext cx="457939" cy="369332"/>
                </a:xfrm>
                <a:prstGeom prst="rect">
                  <a:avLst/>
                </a:prstGeom>
                <a:blipFill>
                  <a:blip r:embed="rId32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3" name="Textfeld 172">
                  <a:extLst>
                    <a:ext uri="{FF2B5EF4-FFF2-40B4-BE49-F238E27FC236}">
                      <a16:creationId xmlns:a16="http://schemas.microsoft.com/office/drawing/2014/main" id="{F626027B-A52B-2313-C6A8-0D7C8E3EB174}"/>
                    </a:ext>
                  </a:extLst>
                </p:cNvPr>
                <p:cNvSpPr txBox="1"/>
                <p:nvPr/>
              </p:nvSpPr>
              <p:spPr>
                <a:xfrm flipH="1">
                  <a:off x="1832404" y="1934298"/>
                  <a:ext cx="5769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173" name="Textfeld 172">
                  <a:extLst>
                    <a:ext uri="{FF2B5EF4-FFF2-40B4-BE49-F238E27FC236}">
                      <a16:creationId xmlns:a16="http://schemas.microsoft.com/office/drawing/2014/main" id="{F626027B-A52B-2313-C6A8-0D7C8E3EB1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832404" y="1934298"/>
                  <a:ext cx="576916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4" name="Textfeld 173">
                  <a:extLst>
                    <a:ext uri="{FF2B5EF4-FFF2-40B4-BE49-F238E27FC236}">
                      <a16:creationId xmlns:a16="http://schemas.microsoft.com/office/drawing/2014/main" id="{D84BCCA9-02C5-DD08-AA02-769B777FD41E}"/>
                    </a:ext>
                  </a:extLst>
                </p:cNvPr>
                <p:cNvSpPr txBox="1"/>
                <p:nvPr/>
              </p:nvSpPr>
              <p:spPr>
                <a:xfrm flipH="1">
                  <a:off x="3576942" y="1482228"/>
                  <a:ext cx="37361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174" name="Textfeld 173">
                  <a:extLst>
                    <a:ext uri="{FF2B5EF4-FFF2-40B4-BE49-F238E27FC236}">
                      <a16:creationId xmlns:a16="http://schemas.microsoft.com/office/drawing/2014/main" id="{D84BCCA9-02C5-DD08-AA02-769B777FD4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576942" y="1482228"/>
                  <a:ext cx="373613" cy="369332"/>
                </a:xfrm>
                <a:prstGeom prst="rect">
                  <a:avLst/>
                </a:prstGeom>
                <a:blipFill>
                  <a:blip r:embed="rId34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5" name="Gerade Verbindung mit Pfeil 174">
              <a:extLst>
                <a:ext uri="{FF2B5EF4-FFF2-40B4-BE49-F238E27FC236}">
                  <a16:creationId xmlns:a16="http://schemas.microsoft.com/office/drawing/2014/main" id="{602C6506-91D0-76C7-2311-0CF1D34CBA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4727" y="1667831"/>
              <a:ext cx="468000" cy="4680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uppieren 176">
            <a:extLst>
              <a:ext uri="{FF2B5EF4-FFF2-40B4-BE49-F238E27FC236}">
                <a16:creationId xmlns:a16="http://schemas.microsoft.com/office/drawing/2014/main" id="{629CF167-2F30-6997-A14E-CD7D78FEFA1E}"/>
              </a:ext>
            </a:extLst>
          </p:cNvPr>
          <p:cNvGrpSpPr/>
          <p:nvPr/>
        </p:nvGrpSpPr>
        <p:grpSpPr>
          <a:xfrm>
            <a:off x="4764593" y="8486433"/>
            <a:ext cx="1438821" cy="1430897"/>
            <a:chOff x="1416359" y="1496988"/>
            <a:chExt cx="1438821" cy="1430897"/>
          </a:xfrm>
        </p:grpSpPr>
        <p:cxnSp>
          <p:nvCxnSpPr>
            <p:cNvPr id="178" name="Gerade Verbindung mit Pfeil 177">
              <a:extLst>
                <a:ext uri="{FF2B5EF4-FFF2-40B4-BE49-F238E27FC236}">
                  <a16:creationId xmlns:a16="http://schemas.microsoft.com/office/drawing/2014/main" id="{D3B8D2D2-9A28-C1E2-D511-EAF3A30B857F}"/>
                </a:ext>
              </a:extLst>
            </p:cNvPr>
            <p:cNvCxnSpPr>
              <a:cxnSpLocks/>
            </p:cNvCxnSpPr>
            <p:nvPr/>
          </p:nvCxnSpPr>
          <p:spPr>
            <a:xfrm>
              <a:off x="2682727" y="1674913"/>
              <a:ext cx="0" cy="93600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Gerade Verbindung mit Pfeil 178">
              <a:extLst>
                <a:ext uri="{FF2B5EF4-FFF2-40B4-BE49-F238E27FC236}">
                  <a16:creationId xmlns:a16="http://schemas.microsoft.com/office/drawing/2014/main" id="{F7F20230-4610-4897-62AA-FFEC1F07A3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38519" y="1688911"/>
              <a:ext cx="936000" cy="0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0" name="Textfeld 179">
                  <a:extLst>
                    <a:ext uri="{FF2B5EF4-FFF2-40B4-BE49-F238E27FC236}">
                      <a16:creationId xmlns:a16="http://schemas.microsoft.com/office/drawing/2014/main" id="{367EF33D-BAA7-65BC-933B-76BB7D15ABB9}"/>
                    </a:ext>
                  </a:extLst>
                </p:cNvPr>
                <p:cNvSpPr txBox="1"/>
                <p:nvPr/>
              </p:nvSpPr>
              <p:spPr>
                <a:xfrm flipH="1">
                  <a:off x="1416359" y="1496988"/>
                  <a:ext cx="4579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180" name="Textfeld 179">
                  <a:extLst>
                    <a:ext uri="{FF2B5EF4-FFF2-40B4-BE49-F238E27FC236}">
                      <a16:creationId xmlns:a16="http://schemas.microsoft.com/office/drawing/2014/main" id="{367EF33D-BAA7-65BC-933B-76BB7D15AB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416359" y="1496988"/>
                  <a:ext cx="457939" cy="369332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1" name="Textfeld 180">
                  <a:extLst>
                    <a:ext uri="{FF2B5EF4-FFF2-40B4-BE49-F238E27FC236}">
                      <a16:creationId xmlns:a16="http://schemas.microsoft.com/office/drawing/2014/main" id="{43973FDB-9F89-93E0-3077-9B7ADBCAE48F}"/>
                    </a:ext>
                  </a:extLst>
                </p:cNvPr>
                <p:cNvSpPr txBox="1"/>
                <p:nvPr/>
              </p:nvSpPr>
              <p:spPr>
                <a:xfrm flipH="1">
                  <a:off x="1803829" y="2020023"/>
                  <a:ext cx="5769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181" name="Textfeld 180">
                  <a:extLst>
                    <a:ext uri="{FF2B5EF4-FFF2-40B4-BE49-F238E27FC236}">
                      <a16:creationId xmlns:a16="http://schemas.microsoft.com/office/drawing/2014/main" id="{43973FDB-9F89-93E0-3077-9B7ADBCAE4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803829" y="2020023"/>
                  <a:ext cx="576916" cy="369332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2" name="Textfeld 181">
                  <a:extLst>
                    <a:ext uri="{FF2B5EF4-FFF2-40B4-BE49-F238E27FC236}">
                      <a16:creationId xmlns:a16="http://schemas.microsoft.com/office/drawing/2014/main" id="{7628863A-212E-1A8F-5A5E-7E6E86C5C3AA}"/>
                    </a:ext>
                  </a:extLst>
                </p:cNvPr>
                <p:cNvSpPr txBox="1"/>
                <p:nvPr/>
              </p:nvSpPr>
              <p:spPr>
                <a:xfrm flipH="1">
                  <a:off x="2481567" y="2558553"/>
                  <a:ext cx="37361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de-DE" dirty="0"/>
                </a:p>
              </p:txBody>
            </p:sp>
          </mc:Choice>
          <mc:Fallback>
            <p:sp>
              <p:nvSpPr>
                <p:cNvPr id="182" name="Textfeld 181">
                  <a:extLst>
                    <a:ext uri="{FF2B5EF4-FFF2-40B4-BE49-F238E27FC236}">
                      <a16:creationId xmlns:a16="http://schemas.microsoft.com/office/drawing/2014/main" id="{7628863A-212E-1A8F-5A5E-7E6E86C5C3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481567" y="2558553"/>
                  <a:ext cx="373613" cy="369332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3" name="Gerade Verbindung mit Pfeil 182">
              <a:extLst>
                <a:ext uri="{FF2B5EF4-FFF2-40B4-BE49-F238E27FC236}">
                  <a16:creationId xmlns:a16="http://schemas.microsoft.com/office/drawing/2014/main" id="{7F17EEB0-0659-C86A-7C82-E030E4E71D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4727" y="1696406"/>
              <a:ext cx="468000" cy="4680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5" name="Gruppieren 184">
            <a:extLst>
              <a:ext uri="{FF2B5EF4-FFF2-40B4-BE49-F238E27FC236}">
                <a16:creationId xmlns:a16="http://schemas.microsoft.com/office/drawing/2014/main" id="{1A23B643-C427-1497-F274-7CDA6BE5112B}"/>
              </a:ext>
            </a:extLst>
          </p:cNvPr>
          <p:cNvGrpSpPr/>
          <p:nvPr/>
        </p:nvGrpSpPr>
        <p:grpSpPr>
          <a:xfrm>
            <a:off x="377235" y="247281"/>
            <a:ext cx="2636798" cy="900705"/>
            <a:chOff x="5104728" y="379955"/>
            <a:chExt cx="1488260" cy="1086920"/>
          </a:xfrm>
        </p:grpSpPr>
        <p:cxnSp>
          <p:nvCxnSpPr>
            <p:cNvPr id="186" name="Gerader Verbinder 185">
              <a:extLst>
                <a:ext uri="{FF2B5EF4-FFF2-40B4-BE49-F238E27FC236}">
                  <a16:creationId xmlns:a16="http://schemas.microsoft.com/office/drawing/2014/main" id="{D85A303E-1E58-04B2-D4DC-7B3A15D49715}"/>
                </a:ext>
              </a:extLst>
            </p:cNvPr>
            <p:cNvCxnSpPr>
              <a:cxnSpLocks/>
            </p:cNvCxnSpPr>
            <p:nvPr/>
          </p:nvCxnSpPr>
          <p:spPr>
            <a:xfrm>
              <a:off x="5108138" y="692731"/>
              <a:ext cx="0" cy="774144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Gerader Verbinder 186">
              <a:extLst>
                <a:ext uri="{FF2B5EF4-FFF2-40B4-BE49-F238E27FC236}">
                  <a16:creationId xmlns:a16="http://schemas.microsoft.com/office/drawing/2014/main" id="{EA13F764-57F2-69AD-A518-A04507DFA4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92775" y="673617"/>
              <a:ext cx="213" cy="793258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Gerade Verbindung mit Pfeil 187">
              <a:extLst>
                <a:ext uri="{FF2B5EF4-FFF2-40B4-BE49-F238E27FC236}">
                  <a16:creationId xmlns:a16="http://schemas.microsoft.com/office/drawing/2014/main" id="{4EBEAAE0-AA71-5A7B-3ECB-AE570BF7A044}"/>
                </a:ext>
              </a:extLst>
            </p:cNvPr>
            <p:cNvCxnSpPr>
              <a:cxnSpLocks/>
            </p:cNvCxnSpPr>
            <p:nvPr/>
          </p:nvCxnSpPr>
          <p:spPr>
            <a:xfrm>
              <a:off x="5104728" y="776586"/>
              <a:ext cx="1476698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Textfeld 188">
              <a:extLst>
                <a:ext uri="{FF2B5EF4-FFF2-40B4-BE49-F238E27FC236}">
                  <a16:creationId xmlns:a16="http://schemas.microsoft.com/office/drawing/2014/main" id="{5854A8AB-2EEB-24D1-FC5B-EE583598724E}"/>
                </a:ext>
              </a:extLst>
            </p:cNvPr>
            <p:cNvSpPr txBox="1"/>
            <p:nvPr/>
          </p:nvSpPr>
          <p:spPr>
            <a:xfrm>
              <a:off x="5430202" y="379955"/>
              <a:ext cx="922474" cy="3966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20 cm</a:t>
              </a:r>
            </a:p>
          </p:txBody>
        </p:sp>
      </p:grpSp>
      <p:grpSp>
        <p:nvGrpSpPr>
          <p:cNvPr id="190" name="Gruppieren 189">
            <a:extLst>
              <a:ext uri="{FF2B5EF4-FFF2-40B4-BE49-F238E27FC236}">
                <a16:creationId xmlns:a16="http://schemas.microsoft.com/office/drawing/2014/main" id="{AB46C59B-5847-CCDD-AC5D-F723BB635789}"/>
              </a:ext>
            </a:extLst>
          </p:cNvPr>
          <p:cNvGrpSpPr/>
          <p:nvPr/>
        </p:nvGrpSpPr>
        <p:grpSpPr>
          <a:xfrm flipH="1" flipV="1">
            <a:off x="4448879" y="181113"/>
            <a:ext cx="1983283" cy="1972682"/>
            <a:chOff x="782999" y="2203339"/>
            <a:chExt cx="2216797" cy="2204948"/>
          </a:xfrm>
        </p:grpSpPr>
        <p:cxnSp>
          <p:nvCxnSpPr>
            <p:cNvPr id="191" name="Gerader Verbinder 190">
              <a:extLst>
                <a:ext uri="{FF2B5EF4-FFF2-40B4-BE49-F238E27FC236}">
                  <a16:creationId xmlns:a16="http://schemas.microsoft.com/office/drawing/2014/main" id="{460A76C2-45C0-07C6-D722-B0F198C11470}"/>
                </a:ext>
              </a:extLst>
            </p:cNvPr>
            <p:cNvCxnSpPr>
              <a:cxnSpLocks/>
            </p:cNvCxnSpPr>
            <p:nvPr/>
          </p:nvCxnSpPr>
          <p:spPr>
            <a:xfrm>
              <a:off x="819157" y="3645531"/>
              <a:ext cx="726295" cy="762756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Gerader Verbinder 191">
              <a:extLst>
                <a:ext uri="{FF2B5EF4-FFF2-40B4-BE49-F238E27FC236}">
                  <a16:creationId xmlns:a16="http://schemas.microsoft.com/office/drawing/2014/main" id="{09E6568A-CEA1-DD75-3F24-AFE98ED768BB}"/>
                </a:ext>
              </a:extLst>
            </p:cNvPr>
            <p:cNvCxnSpPr>
              <a:cxnSpLocks/>
            </p:cNvCxnSpPr>
            <p:nvPr/>
          </p:nvCxnSpPr>
          <p:spPr>
            <a:xfrm>
              <a:off x="2233177" y="2203339"/>
              <a:ext cx="766619" cy="805104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Gerade Verbindung mit Pfeil 192">
              <a:extLst>
                <a:ext uri="{FF2B5EF4-FFF2-40B4-BE49-F238E27FC236}">
                  <a16:creationId xmlns:a16="http://schemas.microsoft.com/office/drawing/2014/main" id="{5574F193-8C15-A6BF-3290-339BFE3F64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2999" y="2216725"/>
              <a:ext cx="1417686" cy="1417686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4" name="Textfeld 193">
              <a:extLst>
                <a:ext uri="{FF2B5EF4-FFF2-40B4-BE49-F238E27FC236}">
                  <a16:creationId xmlns:a16="http://schemas.microsoft.com/office/drawing/2014/main" id="{E15313CC-5EB0-B5EB-8315-6B289B596086}"/>
                </a:ext>
              </a:extLst>
            </p:cNvPr>
            <p:cNvSpPr txBox="1"/>
            <p:nvPr/>
          </p:nvSpPr>
          <p:spPr>
            <a:xfrm rot="8043275">
              <a:off x="830745" y="2979798"/>
              <a:ext cx="1275497" cy="4128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20 cm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9964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ruppieren 113">
            <a:extLst>
              <a:ext uri="{FF2B5EF4-FFF2-40B4-BE49-F238E27FC236}">
                <a16:creationId xmlns:a16="http://schemas.microsoft.com/office/drawing/2014/main" id="{49966FD9-E543-1989-4F6A-6B53EB9CF043}"/>
              </a:ext>
            </a:extLst>
          </p:cNvPr>
          <p:cNvGrpSpPr/>
          <p:nvPr/>
        </p:nvGrpSpPr>
        <p:grpSpPr>
          <a:xfrm>
            <a:off x="279905" y="2676697"/>
            <a:ext cx="6544848" cy="7052319"/>
            <a:chOff x="1111176" y="2773389"/>
            <a:chExt cx="4559144" cy="4912649"/>
          </a:xfrm>
        </p:grpSpPr>
        <p:cxnSp>
          <p:nvCxnSpPr>
            <p:cNvPr id="47" name="Gerader Verbinder 46">
              <a:extLst>
                <a:ext uri="{FF2B5EF4-FFF2-40B4-BE49-F238E27FC236}">
                  <a16:creationId xmlns:a16="http://schemas.microsoft.com/office/drawing/2014/main" id="{A37199D9-5A90-1F28-53F2-A007C3579E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2114" y="4070954"/>
              <a:ext cx="3245042" cy="314042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Gerader Verbinder 105">
              <a:extLst>
                <a:ext uri="{FF2B5EF4-FFF2-40B4-BE49-F238E27FC236}">
                  <a16:creationId xmlns:a16="http://schemas.microsoft.com/office/drawing/2014/main" id="{DAF7C69D-25F6-8E2F-BB4F-582F18F0DB99}"/>
                </a:ext>
              </a:extLst>
            </p:cNvPr>
            <p:cNvCxnSpPr/>
            <p:nvPr/>
          </p:nvCxnSpPr>
          <p:spPr>
            <a:xfrm flipV="1">
              <a:off x="2418945" y="4082277"/>
              <a:ext cx="2795881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4" name="Gruppieren 103">
              <a:extLst>
                <a:ext uri="{FF2B5EF4-FFF2-40B4-BE49-F238E27FC236}">
                  <a16:creationId xmlns:a16="http://schemas.microsoft.com/office/drawing/2014/main" id="{922BA4B8-DBCC-F11B-DB9A-4C24A5FFA1C1}"/>
                </a:ext>
              </a:extLst>
            </p:cNvPr>
            <p:cNvGrpSpPr/>
            <p:nvPr/>
          </p:nvGrpSpPr>
          <p:grpSpPr>
            <a:xfrm>
              <a:off x="2571163" y="3001042"/>
              <a:ext cx="2616313" cy="364475"/>
              <a:chOff x="5104728" y="380899"/>
              <a:chExt cx="1476698" cy="439828"/>
            </a:xfrm>
          </p:grpSpPr>
          <p:cxnSp>
            <p:nvCxnSpPr>
              <p:cNvPr id="98" name="Gerade Verbindung mit Pfeil 97">
                <a:extLst>
                  <a:ext uri="{FF2B5EF4-FFF2-40B4-BE49-F238E27FC236}">
                    <a16:creationId xmlns:a16="http://schemas.microsoft.com/office/drawing/2014/main" id="{22F352D3-F1CF-5580-E386-ED6F173587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04728" y="776586"/>
                <a:ext cx="1476698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Textfeld 98">
                <a:extLst>
                  <a:ext uri="{FF2B5EF4-FFF2-40B4-BE49-F238E27FC236}">
                    <a16:creationId xmlns:a16="http://schemas.microsoft.com/office/drawing/2014/main" id="{737F0B93-CB71-26AA-1180-23279C0519FD}"/>
                  </a:ext>
                </a:extLst>
              </p:cNvPr>
              <p:cNvSpPr txBox="1"/>
              <p:nvPr/>
            </p:nvSpPr>
            <p:spPr>
              <a:xfrm>
                <a:off x="5574178" y="380899"/>
                <a:ext cx="922474" cy="439828"/>
              </a:xfrm>
              <a:prstGeom prst="rect">
                <a:avLst/>
              </a:prstGeom>
              <a:noFill/>
              <a:ln w="571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20 cm</a:t>
                </a:r>
              </a:p>
            </p:txBody>
          </p:sp>
        </p:grpSp>
        <p:grpSp>
          <p:nvGrpSpPr>
            <p:cNvPr id="3" name="Gruppieren 2">
              <a:extLst>
                <a:ext uri="{FF2B5EF4-FFF2-40B4-BE49-F238E27FC236}">
                  <a16:creationId xmlns:a16="http://schemas.microsoft.com/office/drawing/2014/main" id="{C6F6220C-9454-9683-CFE6-AF6B91AEF6FD}"/>
                </a:ext>
              </a:extLst>
            </p:cNvPr>
            <p:cNvGrpSpPr/>
            <p:nvPr/>
          </p:nvGrpSpPr>
          <p:grpSpPr>
            <a:xfrm>
              <a:off x="1111176" y="5556336"/>
              <a:ext cx="1533659" cy="1948552"/>
              <a:chOff x="1408070" y="441526"/>
              <a:chExt cx="1533659" cy="1948552"/>
            </a:xfrm>
          </p:grpSpPr>
          <p:cxnSp>
            <p:nvCxnSpPr>
              <p:cNvPr id="4" name="Gerade Verbindung mit Pfeil 3">
                <a:extLst>
                  <a:ext uri="{FF2B5EF4-FFF2-40B4-BE49-F238E27FC236}">
                    <a16:creationId xmlns:a16="http://schemas.microsoft.com/office/drawing/2014/main" id="{1D7C5848-0C47-7EBE-8688-B7ED0BB7761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82727" y="757963"/>
                <a:ext cx="1" cy="936000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Gerade Verbindung mit Pfeil 4">
                <a:extLst>
                  <a:ext uri="{FF2B5EF4-FFF2-40B4-BE49-F238E27FC236}">
                    <a16:creationId xmlns:a16="http://schemas.microsoft.com/office/drawing/2014/main" id="{DA742CE4-0403-43AE-39C2-F21DD46BD9D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35444" y="1676211"/>
                <a:ext cx="936000" cy="17752"/>
              </a:xfrm>
              <a:prstGeom prst="straightConnector1">
                <a:avLst/>
              </a:prstGeom>
              <a:ln w="57150">
                <a:solidFill>
                  <a:schemeClr val="accent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" name="Textfeld 5">
                    <a:extLst>
                      <a:ext uri="{FF2B5EF4-FFF2-40B4-BE49-F238E27FC236}">
                        <a16:creationId xmlns:a16="http://schemas.microsoft.com/office/drawing/2014/main" id="{CE1A7F04-12F2-7B5F-4432-4E1BB0A8A15F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2483790" y="441526"/>
                    <a:ext cx="457939" cy="364475"/>
                  </a:xfrm>
                  <a:prstGeom prst="rect">
                    <a:avLst/>
                  </a:prstGeom>
                  <a:noFill/>
                  <a:ln w="571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2800" i="0" dirty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de-DE" sz="2800" b="0" i="0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de-DE" sz="2800" dirty="0"/>
                  </a:p>
                </p:txBody>
              </p:sp>
            </mc:Choice>
            <mc:Fallback>
              <p:sp>
                <p:nvSpPr>
                  <p:cNvPr id="6" name="Textfeld 5">
                    <a:extLst>
                      <a:ext uri="{FF2B5EF4-FFF2-40B4-BE49-F238E27FC236}">
                        <a16:creationId xmlns:a16="http://schemas.microsoft.com/office/drawing/2014/main" id="{CE1A7F04-12F2-7B5F-4432-4E1BB0A8A15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2483790" y="441526"/>
                    <a:ext cx="457939" cy="364475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 w="571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" name="Textfeld 6">
                    <a:extLst>
                      <a:ext uri="{FF2B5EF4-FFF2-40B4-BE49-F238E27FC236}">
                        <a16:creationId xmlns:a16="http://schemas.microsoft.com/office/drawing/2014/main" id="{545521AD-7F63-3A94-207D-72B61876F43F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1876843" y="2025603"/>
                    <a:ext cx="576916" cy="364475"/>
                  </a:xfrm>
                  <a:prstGeom prst="rect">
                    <a:avLst/>
                  </a:prstGeom>
                  <a:noFill/>
                  <a:ln w="571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2800" dirty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de-DE" sz="2800" b="0" i="0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de-DE" sz="2800" dirty="0"/>
                  </a:p>
                </p:txBody>
              </p:sp>
            </mc:Choice>
            <mc:Fallback>
              <p:sp>
                <p:nvSpPr>
                  <p:cNvPr id="7" name="Textfeld 6">
                    <a:extLst>
                      <a:ext uri="{FF2B5EF4-FFF2-40B4-BE49-F238E27FC236}">
                        <a16:creationId xmlns:a16="http://schemas.microsoft.com/office/drawing/2014/main" id="{545521AD-7F63-3A94-207D-72B61876F43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1876843" y="2025603"/>
                    <a:ext cx="576916" cy="36447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571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" name="Textfeld 7">
                    <a:extLst>
                      <a:ext uri="{FF2B5EF4-FFF2-40B4-BE49-F238E27FC236}">
                        <a16:creationId xmlns:a16="http://schemas.microsoft.com/office/drawing/2014/main" id="{B66E065C-BA59-DD9C-B679-D18217B417D5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1408070" y="1468343"/>
                    <a:ext cx="373613" cy="364475"/>
                  </a:xfrm>
                  <a:prstGeom prst="rect">
                    <a:avLst/>
                  </a:prstGeom>
                  <a:noFill/>
                  <a:ln w="571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2800" b="0" i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de-DE" sz="28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de-DE" sz="2800" dirty="0"/>
                  </a:p>
                </p:txBody>
              </p:sp>
            </mc:Choice>
            <mc:Fallback>
              <p:sp>
                <p:nvSpPr>
                  <p:cNvPr id="8" name="Textfeld 7">
                    <a:extLst>
                      <a:ext uri="{FF2B5EF4-FFF2-40B4-BE49-F238E27FC236}">
                        <a16:creationId xmlns:a16="http://schemas.microsoft.com/office/drawing/2014/main" id="{B66E065C-BA59-DD9C-B679-D18217B417D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1408070" y="1468343"/>
                    <a:ext cx="373613" cy="36447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571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" name="Gerade Verbindung mit Pfeil 8">
                <a:extLst>
                  <a:ext uri="{FF2B5EF4-FFF2-40B4-BE49-F238E27FC236}">
                    <a16:creationId xmlns:a16="http://schemas.microsoft.com/office/drawing/2014/main" id="{A8D2ADE4-3158-B3F4-DAA3-22672A87236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30793" y="1683556"/>
                <a:ext cx="468000" cy="468000"/>
              </a:xfrm>
              <a:prstGeom prst="straightConnector1">
                <a:avLst/>
              </a:prstGeom>
              <a:ln w="5715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uppieren 9">
              <a:extLst>
                <a:ext uri="{FF2B5EF4-FFF2-40B4-BE49-F238E27FC236}">
                  <a16:creationId xmlns:a16="http://schemas.microsoft.com/office/drawing/2014/main" id="{B2A0770D-7B3F-D947-EB0A-233D7FD4661A}"/>
                </a:ext>
              </a:extLst>
            </p:cNvPr>
            <p:cNvGrpSpPr/>
            <p:nvPr/>
          </p:nvGrpSpPr>
          <p:grpSpPr>
            <a:xfrm>
              <a:off x="2617082" y="5147475"/>
              <a:ext cx="1590854" cy="1445738"/>
              <a:chOff x="1408070" y="1468343"/>
              <a:chExt cx="1590854" cy="1445738"/>
            </a:xfrm>
          </p:grpSpPr>
          <p:cxnSp>
            <p:nvCxnSpPr>
              <p:cNvPr id="15" name="Gerade Verbindung mit Pfeil 14">
                <a:extLst>
                  <a:ext uri="{FF2B5EF4-FFF2-40B4-BE49-F238E27FC236}">
                    <a16:creationId xmlns:a16="http://schemas.microsoft.com/office/drawing/2014/main" id="{A5C8F50F-8191-F695-E0A1-31AEF90DE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82727" y="1693963"/>
                <a:ext cx="0" cy="936913"/>
              </a:xfrm>
              <a:prstGeom prst="straightConnector1">
                <a:avLst/>
              </a:prstGeom>
              <a:ln w="57150">
                <a:solidFill>
                  <a:schemeClr val="accent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Gerade Verbindung mit Pfeil 16">
                <a:extLst>
                  <a:ext uri="{FF2B5EF4-FFF2-40B4-BE49-F238E27FC236}">
                    <a16:creationId xmlns:a16="http://schemas.microsoft.com/office/drawing/2014/main" id="{0CC2F124-9EC5-EAE0-1117-74CE4C294DB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35444" y="1676211"/>
                <a:ext cx="936000" cy="17752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9" name="Textfeld 18">
                    <a:extLst>
                      <a:ext uri="{FF2B5EF4-FFF2-40B4-BE49-F238E27FC236}">
                        <a16:creationId xmlns:a16="http://schemas.microsoft.com/office/drawing/2014/main" id="{DD6E0426-C81D-D564-A71F-891A39B1DA03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1853023" y="1795043"/>
                    <a:ext cx="457939" cy="364475"/>
                  </a:xfrm>
                  <a:prstGeom prst="rect">
                    <a:avLst/>
                  </a:prstGeom>
                  <a:noFill/>
                  <a:ln w="571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800" b="0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2800" b="0" i="0" dirty="0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de-DE" sz="2800" b="0" i="0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de-DE" sz="2800" dirty="0"/>
                  </a:p>
                </p:txBody>
              </p:sp>
            </mc:Choice>
            <mc:Fallback>
              <p:sp>
                <p:nvSpPr>
                  <p:cNvPr id="19" name="Textfeld 18">
                    <a:extLst>
                      <a:ext uri="{FF2B5EF4-FFF2-40B4-BE49-F238E27FC236}">
                        <a16:creationId xmlns:a16="http://schemas.microsoft.com/office/drawing/2014/main" id="{DD6E0426-C81D-D564-A71F-891A39B1DA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1853023" y="1795043"/>
                    <a:ext cx="457939" cy="36447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571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" name="Textfeld 19">
                    <a:extLst>
                      <a:ext uri="{FF2B5EF4-FFF2-40B4-BE49-F238E27FC236}">
                        <a16:creationId xmlns:a16="http://schemas.microsoft.com/office/drawing/2014/main" id="{E3E6FFBA-70D6-4845-9527-43DA5EE413FA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2422008" y="2549606"/>
                    <a:ext cx="576916" cy="364475"/>
                  </a:xfrm>
                  <a:prstGeom prst="rect">
                    <a:avLst/>
                  </a:prstGeom>
                  <a:noFill/>
                  <a:ln w="571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2800" b="0" i="0" dirty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de-DE" sz="2800" b="0" i="0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de-DE" sz="2800" dirty="0"/>
                  </a:p>
                </p:txBody>
              </p:sp>
            </mc:Choice>
            <mc:Fallback>
              <p:sp>
                <p:nvSpPr>
                  <p:cNvPr id="20" name="Textfeld 19">
                    <a:extLst>
                      <a:ext uri="{FF2B5EF4-FFF2-40B4-BE49-F238E27FC236}">
                        <a16:creationId xmlns:a16="http://schemas.microsoft.com/office/drawing/2014/main" id="{E3E6FFBA-70D6-4845-9527-43DA5EE413F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2422008" y="2549606"/>
                    <a:ext cx="576916" cy="36447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571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7" name="Textfeld 26">
                    <a:extLst>
                      <a:ext uri="{FF2B5EF4-FFF2-40B4-BE49-F238E27FC236}">
                        <a16:creationId xmlns:a16="http://schemas.microsoft.com/office/drawing/2014/main" id="{0147491A-B951-F161-F653-6D0DC2678285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1408070" y="1468343"/>
                    <a:ext cx="373613" cy="364475"/>
                  </a:xfrm>
                  <a:prstGeom prst="rect">
                    <a:avLst/>
                  </a:prstGeom>
                  <a:noFill/>
                  <a:ln w="571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2800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de-DE" sz="28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de-DE" sz="2800" dirty="0"/>
                  </a:p>
                </p:txBody>
              </p:sp>
            </mc:Choice>
            <mc:Fallback>
              <p:sp>
                <p:nvSpPr>
                  <p:cNvPr id="27" name="Textfeld 26">
                    <a:extLst>
                      <a:ext uri="{FF2B5EF4-FFF2-40B4-BE49-F238E27FC236}">
                        <a16:creationId xmlns:a16="http://schemas.microsoft.com/office/drawing/2014/main" id="{0147491A-B951-F161-F653-6D0DC267828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1408070" y="1468343"/>
                    <a:ext cx="373613" cy="36447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 w="571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8" name="Gerade Verbindung mit Pfeil 27">
                <a:extLst>
                  <a:ext uri="{FF2B5EF4-FFF2-40B4-BE49-F238E27FC236}">
                    <a16:creationId xmlns:a16="http://schemas.microsoft.com/office/drawing/2014/main" id="{85308A40-20CA-551F-4CD2-BA2AD897E7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26011" y="1668880"/>
                <a:ext cx="468000" cy="468000"/>
              </a:xfrm>
              <a:prstGeom prst="straightConnector1">
                <a:avLst/>
              </a:prstGeom>
              <a:ln w="5715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7" name="Gruppieren 86">
              <a:extLst>
                <a:ext uri="{FF2B5EF4-FFF2-40B4-BE49-F238E27FC236}">
                  <a16:creationId xmlns:a16="http://schemas.microsoft.com/office/drawing/2014/main" id="{EFA44FCA-FAE7-ECCD-86B1-EDD53DC07170}"/>
                </a:ext>
              </a:extLst>
            </p:cNvPr>
            <p:cNvGrpSpPr/>
            <p:nvPr/>
          </p:nvGrpSpPr>
          <p:grpSpPr>
            <a:xfrm flipH="1" flipV="1">
              <a:off x="2389826" y="5350027"/>
              <a:ext cx="2348565" cy="2336011"/>
              <a:chOff x="782999" y="2203339"/>
              <a:chExt cx="2216797" cy="2204948"/>
            </a:xfrm>
          </p:grpSpPr>
          <p:cxnSp>
            <p:nvCxnSpPr>
              <p:cNvPr id="50" name="Gerader Verbinder 49">
                <a:extLst>
                  <a:ext uri="{FF2B5EF4-FFF2-40B4-BE49-F238E27FC236}">
                    <a16:creationId xmlns:a16="http://schemas.microsoft.com/office/drawing/2014/main" id="{0AC9A6ED-FD0D-BC08-DCE8-1C7EB9E047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9157" y="3645531"/>
                <a:ext cx="726295" cy="762756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Gerader Verbinder 50">
                <a:extLst>
                  <a:ext uri="{FF2B5EF4-FFF2-40B4-BE49-F238E27FC236}">
                    <a16:creationId xmlns:a16="http://schemas.microsoft.com/office/drawing/2014/main" id="{C8581A43-5291-F04C-FC3C-B7AA2763F9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33177" y="2203339"/>
                <a:ext cx="766619" cy="805104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Gerade Verbindung mit Pfeil 54">
                <a:extLst>
                  <a:ext uri="{FF2B5EF4-FFF2-40B4-BE49-F238E27FC236}">
                    <a16:creationId xmlns:a16="http://schemas.microsoft.com/office/drawing/2014/main" id="{2BCAC602-4752-5966-691A-C464255FF2F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82999" y="2216725"/>
                <a:ext cx="1417686" cy="141768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Textfeld 58">
                <a:extLst>
                  <a:ext uri="{FF2B5EF4-FFF2-40B4-BE49-F238E27FC236}">
                    <a16:creationId xmlns:a16="http://schemas.microsoft.com/office/drawing/2014/main" id="{5B20F41D-E822-33E3-D05C-4D67B4F777EF}"/>
                  </a:ext>
                </a:extLst>
              </p:cNvPr>
              <p:cNvSpPr txBox="1"/>
              <p:nvPr/>
            </p:nvSpPr>
            <p:spPr>
              <a:xfrm rot="8043275">
                <a:off x="1132400" y="2888583"/>
                <a:ext cx="878196" cy="344026"/>
              </a:xfrm>
              <a:prstGeom prst="rect">
                <a:avLst/>
              </a:prstGeom>
              <a:noFill/>
              <a:ln w="571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20 cm</a:t>
                </a:r>
              </a:p>
            </p:txBody>
          </p:sp>
        </p:grpSp>
        <p:grpSp>
          <p:nvGrpSpPr>
            <p:cNvPr id="64" name="Gruppieren 63">
              <a:extLst>
                <a:ext uri="{FF2B5EF4-FFF2-40B4-BE49-F238E27FC236}">
                  <a16:creationId xmlns:a16="http://schemas.microsoft.com/office/drawing/2014/main" id="{55A48344-5AB9-7D0A-DE87-C2ADF003EB09}"/>
                </a:ext>
              </a:extLst>
            </p:cNvPr>
            <p:cNvGrpSpPr/>
            <p:nvPr/>
          </p:nvGrpSpPr>
          <p:grpSpPr>
            <a:xfrm>
              <a:off x="1296509" y="2773389"/>
              <a:ext cx="1492497" cy="2024935"/>
              <a:chOff x="1408070" y="365143"/>
              <a:chExt cx="1492497" cy="2024935"/>
            </a:xfrm>
          </p:grpSpPr>
          <p:cxnSp>
            <p:nvCxnSpPr>
              <p:cNvPr id="65" name="Gerade Verbindung mit Pfeil 64">
                <a:extLst>
                  <a:ext uri="{FF2B5EF4-FFF2-40B4-BE49-F238E27FC236}">
                    <a16:creationId xmlns:a16="http://schemas.microsoft.com/office/drawing/2014/main" id="{0C81D53D-858B-2D0C-348C-4F4FA2258F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82727" y="757963"/>
                <a:ext cx="1" cy="936000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Gerade Verbindung mit Pfeil 69">
                <a:extLst>
                  <a:ext uri="{FF2B5EF4-FFF2-40B4-BE49-F238E27FC236}">
                    <a16:creationId xmlns:a16="http://schemas.microsoft.com/office/drawing/2014/main" id="{95C732BC-FC8D-3DAB-EB62-D032B40468C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35444" y="1676211"/>
                <a:ext cx="936000" cy="0"/>
              </a:xfrm>
              <a:prstGeom prst="straightConnector1">
                <a:avLst/>
              </a:prstGeom>
              <a:ln w="57150">
                <a:solidFill>
                  <a:schemeClr val="accent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4" name="Textfeld 73">
                    <a:extLst>
                      <a:ext uri="{FF2B5EF4-FFF2-40B4-BE49-F238E27FC236}">
                        <a16:creationId xmlns:a16="http://schemas.microsoft.com/office/drawing/2014/main" id="{C3576F1B-3815-D3DB-54FD-F8738383A4B4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2442628" y="365143"/>
                    <a:ext cx="457939" cy="364475"/>
                  </a:xfrm>
                  <a:prstGeom prst="rect">
                    <a:avLst/>
                  </a:prstGeom>
                  <a:noFill/>
                  <a:ln w="571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2800" i="0" dirty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de-DE" sz="28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de-DE" sz="2800" dirty="0"/>
                  </a:p>
                </p:txBody>
              </p:sp>
            </mc:Choice>
            <mc:Fallback>
              <p:sp>
                <p:nvSpPr>
                  <p:cNvPr id="74" name="Textfeld 73">
                    <a:extLst>
                      <a:ext uri="{FF2B5EF4-FFF2-40B4-BE49-F238E27FC236}">
                        <a16:creationId xmlns:a16="http://schemas.microsoft.com/office/drawing/2014/main" id="{C3576F1B-3815-D3DB-54FD-F8738383A4B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2442628" y="365143"/>
                    <a:ext cx="457939" cy="36447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 w="571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5" name="Textfeld 74">
                    <a:extLst>
                      <a:ext uri="{FF2B5EF4-FFF2-40B4-BE49-F238E27FC236}">
                        <a16:creationId xmlns:a16="http://schemas.microsoft.com/office/drawing/2014/main" id="{A6D4A953-A902-FF93-4A1C-76507C6F0056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1876843" y="2025603"/>
                    <a:ext cx="576916" cy="364475"/>
                  </a:xfrm>
                  <a:prstGeom prst="rect">
                    <a:avLst/>
                  </a:prstGeom>
                  <a:noFill/>
                  <a:ln w="571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2800" dirty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de-DE" sz="28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de-DE" sz="2800" dirty="0"/>
                  </a:p>
                </p:txBody>
              </p:sp>
            </mc:Choice>
            <mc:Fallback>
              <p:sp>
                <p:nvSpPr>
                  <p:cNvPr id="75" name="Textfeld 74">
                    <a:extLst>
                      <a:ext uri="{FF2B5EF4-FFF2-40B4-BE49-F238E27FC236}">
                        <a16:creationId xmlns:a16="http://schemas.microsoft.com/office/drawing/2014/main" id="{A6D4A953-A902-FF93-4A1C-76507C6F005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1876843" y="2025603"/>
                    <a:ext cx="576916" cy="36447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 w="571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6" name="Textfeld 75">
                    <a:extLst>
                      <a:ext uri="{FF2B5EF4-FFF2-40B4-BE49-F238E27FC236}">
                        <a16:creationId xmlns:a16="http://schemas.microsoft.com/office/drawing/2014/main" id="{136318B9-16ED-3974-D629-F2EAA0A6626D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1408070" y="1468343"/>
                    <a:ext cx="373613" cy="364475"/>
                  </a:xfrm>
                  <a:prstGeom prst="rect">
                    <a:avLst/>
                  </a:prstGeom>
                  <a:noFill/>
                  <a:ln w="571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2800" b="0" i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de-DE" sz="2800" dirty="0"/>
                  </a:p>
                </p:txBody>
              </p:sp>
            </mc:Choice>
            <mc:Fallback>
              <p:sp>
                <p:nvSpPr>
                  <p:cNvPr id="76" name="Textfeld 75">
                    <a:extLst>
                      <a:ext uri="{FF2B5EF4-FFF2-40B4-BE49-F238E27FC236}">
                        <a16:creationId xmlns:a16="http://schemas.microsoft.com/office/drawing/2014/main" id="{136318B9-16ED-3974-D629-F2EAA0A6626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1408070" y="1468343"/>
                    <a:ext cx="373613" cy="36447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 w="571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7" name="Gerade Verbindung mit Pfeil 76">
                <a:extLst>
                  <a:ext uri="{FF2B5EF4-FFF2-40B4-BE49-F238E27FC236}">
                    <a16:creationId xmlns:a16="http://schemas.microsoft.com/office/drawing/2014/main" id="{B582FD8F-0F8C-0FFB-3976-12223D8B0F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30793" y="1683556"/>
                <a:ext cx="468000" cy="468000"/>
              </a:xfrm>
              <a:prstGeom prst="straightConnector1">
                <a:avLst/>
              </a:prstGeom>
              <a:ln w="5715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8" name="Gruppieren 77">
              <a:extLst>
                <a:ext uri="{FF2B5EF4-FFF2-40B4-BE49-F238E27FC236}">
                  <a16:creationId xmlns:a16="http://schemas.microsoft.com/office/drawing/2014/main" id="{F742EC4D-F819-E46B-A355-571341A92BAF}"/>
                </a:ext>
              </a:extLst>
            </p:cNvPr>
            <p:cNvGrpSpPr/>
            <p:nvPr/>
          </p:nvGrpSpPr>
          <p:grpSpPr>
            <a:xfrm>
              <a:off x="4030412" y="2819669"/>
              <a:ext cx="1413384" cy="2094092"/>
              <a:chOff x="1514378" y="420948"/>
              <a:chExt cx="1413384" cy="2094092"/>
            </a:xfrm>
          </p:grpSpPr>
          <p:cxnSp>
            <p:nvCxnSpPr>
              <p:cNvPr id="79" name="Gerade Verbindung mit Pfeil 78">
                <a:extLst>
                  <a:ext uri="{FF2B5EF4-FFF2-40B4-BE49-F238E27FC236}">
                    <a16:creationId xmlns:a16="http://schemas.microsoft.com/office/drawing/2014/main" id="{2E4887E1-A932-C9E7-D033-228E65B5C40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82727" y="757963"/>
                <a:ext cx="1" cy="936000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Gerade Verbindung mit Pfeil 79">
                <a:extLst>
                  <a:ext uri="{FF2B5EF4-FFF2-40B4-BE49-F238E27FC236}">
                    <a16:creationId xmlns:a16="http://schemas.microsoft.com/office/drawing/2014/main" id="{DAD75030-DFF9-BC48-3365-E3FBA26819A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35444" y="1676211"/>
                <a:ext cx="936000" cy="0"/>
              </a:xfrm>
              <a:prstGeom prst="straightConnector1">
                <a:avLst/>
              </a:prstGeom>
              <a:ln w="57150">
                <a:solidFill>
                  <a:schemeClr val="accent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1" name="Textfeld 80">
                    <a:extLst>
                      <a:ext uri="{FF2B5EF4-FFF2-40B4-BE49-F238E27FC236}">
                        <a16:creationId xmlns:a16="http://schemas.microsoft.com/office/drawing/2014/main" id="{DBD9D708-82E7-855D-1DD3-0BFBA5B72521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2469823" y="420948"/>
                    <a:ext cx="457939" cy="364475"/>
                  </a:xfrm>
                  <a:prstGeom prst="rect">
                    <a:avLst/>
                  </a:prstGeom>
                  <a:noFill/>
                  <a:ln w="571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2800" i="0" dirty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de-DE" sz="28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de-DE" sz="2800" dirty="0"/>
                  </a:p>
                </p:txBody>
              </p:sp>
            </mc:Choice>
            <mc:Fallback>
              <p:sp>
                <p:nvSpPr>
                  <p:cNvPr id="81" name="Textfeld 80">
                    <a:extLst>
                      <a:ext uri="{FF2B5EF4-FFF2-40B4-BE49-F238E27FC236}">
                        <a16:creationId xmlns:a16="http://schemas.microsoft.com/office/drawing/2014/main" id="{DBD9D708-82E7-855D-1DD3-0BFBA5B7252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2469823" y="420948"/>
                    <a:ext cx="457939" cy="364475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 w="571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2" name="Textfeld 81">
                    <a:extLst>
                      <a:ext uri="{FF2B5EF4-FFF2-40B4-BE49-F238E27FC236}">
                        <a16:creationId xmlns:a16="http://schemas.microsoft.com/office/drawing/2014/main" id="{5420ECCF-A951-B7F9-2EEB-166960E89DF0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2045129" y="2150565"/>
                    <a:ext cx="576916" cy="364475"/>
                  </a:xfrm>
                  <a:prstGeom prst="rect">
                    <a:avLst/>
                  </a:prstGeom>
                  <a:noFill/>
                  <a:ln w="571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2800" dirty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de-DE" sz="2800" b="0" i="0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de-DE" sz="2800" dirty="0"/>
                  </a:p>
                </p:txBody>
              </p:sp>
            </mc:Choice>
            <mc:Fallback>
              <p:sp>
                <p:nvSpPr>
                  <p:cNvPr id="82" name="Textfeld 81">
                    <a:extLst>
                      <a:ext uri="{FF2B5EF4-FFF2-40B4-BE49-F238E27FC236}">
                        <a16:creationId xmlns:a16="http://schemas.microsoft.com/office/drawing/2014/main" id="{5420ECCF-A951-B7F9-2EEB-166960E89D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2045129" y="2150565"/>
                    <a:ext cx="576916" cy="364475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  <a:ln w="571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3" name="Textfeld 82">
                    <a:extLst>
                      <a:ext uri="{FF2B5EF4-FFF2-40B4-BE49-F238E27FC236}">
                        <a16:creationId xmlns:a16="http://schemas.microsoft.com/office/drawing/2014/main" id="{4BEC26C9-1837-F333-D143-FBFBDE5DB8B7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1514378" y="1674062"/>
                    <a:ext cx="373613" cy="364475"/>
                  </a:xfrm>
                  <a:prstGeom prst="rect">
                    <a:avLst/>
                  </a:prstGeom>
                  <a:noFill/>
                  <a:ln w="571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2800" b="0" i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de-DE" sz="2800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de-DE" sz="2800" dirty="0"/>
                  </a:p>
                </p:txBody>
              </p:sp>
            </mc:Choice>
            <mc:Fallback>
              <p:sp>
                <p:nvSpPr>
                  <p:cNvPr id="83" name="Textfeld 82">
                    <a:extLst>
                      <a:ext uri="{FF2B5EF4-FFF2-40B4-BE49-F238E27FC236}">
                        <a16:creationId xmlns:a16="http://schemas.microsoft.com/office/drawing/2014/main" id="{4BEC26C9-1837-F333-D143-FBFBDE5DB8B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1514378" y="1674062"/>
                    <a:ext cx="373613" cy="364475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 w="571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4" name="Gerade Verbindung mit Pfeil 83">
                <a:extLst>
                  <a:ext uri="{FF2B5EF4-FFF2-40B4-BE49-F238E27FC236}">
                    <a16:creationId xmlns:a16="http://schemas.microsoft.com/office/drawing/2014/main" id="{7188A27F-F438-06BD-0938-AC61D5E7820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30793" y="1683556"/>
                <a:ext cx="468000" cy="468000"/>
              </a:xfrm>
              <a:prstGeom prst="straightConnector1">
                <a:avLst/>
              </a:prstGeom>
              <a:ln w="5715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8" name="Gruppieren 87">
              <a:extLst>
                <a:ext uri="{FF2B5EF4-FFF2-40B4-BE49-F238E27FC236}">
                  <a16:creationId xmlns:a16="http://schemas.microsoft.com/office/drawing/2014/main" id="{070C48BA-3070-A1DA-6577-B87B19947CDF}"/>
                </a:ext>
              </a:extLst>
            </p:cNvPr>
            <p:cNvGrpSpPr/>
            <p:nvPr/>
          </p:nvGrpSpPr>
          <p:grpSpPr>
            <a:xfrm flipH="1" flipV="1">
              <a:off x="4404026" y="4091575"/>
              <a:ext cx="1266294" cy="1736556"/>
              <a:chOff x="1124621" y="2769161"/>
              <a:chExt cx="1195248" cy="1639126"/>
            </a:xfrm>
          </p:grpSpPr>
          <p:cxnSp>
            <p:nvCxnSpPr>
              <p:cNvPr id="89" name="Gerader Verbinder 88">
                <a:extLst>
                  <a:ext uri="{FF2B5EF4-FFF2-40B4-BE49-F238E27FC236}">
                    <a16:creationId xmlns:a16="http://schemas.microsoft.com/office/drawing/2014/main" id="{70039718-BAF9-2B33-59CC-2073C6812D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24621" y="3966330"/>
                <a:ext cx="420831" cy="441957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Gerade Verbindung mit Pfeil 90">
                <a:extLst>
                  <a:ext uri="{FF2B5EF4-FFF2-40B4-BE49-F238E27FC236}">
                    <a16:creationId xmlns:a16="http://schemas.microsoft.com/office/drawing/2014/main" id="{36A5BF89-7BC5-6981-D8D6-AEAA2A5E2E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35949" y="2769161"/>
                <a:ext cx="1183920" cy="118392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Textfeld 91">
                <a:extLst>
                  <a:ext uri="{FF2B5EF4-FFF2-40B4-BE49-F238E27FC236}">
                    <a16:creationId xmlns:a16="http://schemas.microsoft.com/office/drawing/2014/main" id="{4EDBC093-9C46-F957-DF71-2180DE48D485}"/>
                  </a:ext>
                </a:extLst>
              </p:cNvPr>
              <p:cNvSpPr txBox="1"/>
              <p:nvPr/>
            </p:nvSpPr>
            <p:spPr>
              <a:xfrm rot="8043275">
                <a:off x="1369764" y="3298594"/>
                <a:ext cx="878196" cy="344026"/>
              </a:xfrm>
              <a:prstGeom prst="rect">
                <a:avLst/>
              </a:prstGeom>
              <a:noFill/>
              <a:ln w="571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15 cm</a:t>
                </a:r>
              </a:p>
            </p:txBody>
          </p:sp>
        </p:grpSp>
      </p:grpSp>
      <p:sp>
        <p:nvSpPr>
          <p:cNvPr id="149" name="Freihandform: Form 148">
            <a:extLst>
              <a:ext uri="{FF2B5EF4-FFF2-40B4-BE49-F238E27FC236}">
                <a16:creationId xmlns:a16="http://schemas.microsoft.com/office/drawing/2014/main" id="{6155FB04-07D7-4AE4-BACC-82E35110441B}"/>
              </a:ext>
            </a:extLst>
          </p:cNvPr>
          <p:cNvSpPr/>
          <p:nvPr/>
        </p:nvSpPr>
        <p:spPr>
          <a:xfrm>
            <a:off x="4279900" y="4660900"/>
            <a:ext cx="1663700" cy="1625600"/>
          </a:xfrm>
          <a:custGeom>
            <a:avLst/>
            <a:gdLst>
              <a:gd name="connsiteX0" fmla="*/ 0 w 1663700"/>
              <a:gd name="connsiteY0" fmla="*/ 1625600 h 1625600"/>
              <a:gd name="connsiteX1" fmla="*/ 584200 w 1663700"/>
              <a:gd name="connsiteY1" fmla="*/ 622300 h 1625600"/>
              <a:gd name="connsiteX2" fmla="*/ 1663700 w 1663700"/>
              <a:gd name="connsiteY2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63700" h="1625600">
                <a:moveTo>
                  <a:pt x="0" y="1625600"/>
                </a:moveTo>
                <a:cubicBezTo>
                  <a:pt x="153458" y="1259416"/>
                  <a:pt x="306917" y="893233"/>
                  <a:pt x="584200" y="622300"/>
                </a:cubicBezTo>
                <a:cubicBezTo>
                  <a:pt x="861483" y="351367"/>
                  <a:pt x="1262591" y="175683"/>
                  <a:pt x="1663700" y="0"/>
                </a:cubicBezTo>
              </a:path>
            </a:pathLst>
          </a:custGeom>
          <a:noFill/>
          <a:ln>
            <a:solidFill>
              <a:schemeClr val="bg2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Freihandform: Form 149">
            <a:extLst>
              <a:ext uri="{FF2B5EF4-FFF2-40B4-BE49-F238E27FC236}">
                <a16:creationId xmlns:a16="http://schemas.microsoft.com/office/drawing/2014/main" id="{2F216E64-F0ED-1413-3144-DDFD817E8C82}"/>
              </a:ext>
            </a:extLst>
          </p:cNvPr>
          <p:cNvSpPr/>
          <p:nvPr/>
        </p:nvSpPr>
        <p:spPr>
          <a:xfrm flipH="1" flipV="1">
            <a:off x="2320206" y="6694199"/>
            <a:ext cx="1802223" cy="1792910"/>
          </a:xfrm>
          <a:custGeom>
            <a:avLst/>
            <a:gdLst>
              <a:gd name="connsiteX0" fmla="*/ 0 w 1663700"/>
              <a:gd name="connsiteY0" fmla="*/ 1625600 h 1625600"/>
              <a:gd name="connsiteX1" fmla="*/ 584200 w 1663700"/>
              <a:gd name="connsiteY1" fmla="*/ 622300 h 1625600"/>
              <a:gd name="connsiteX2" fmla="*/ 1663700 w 1663700"/>
              <a:gd name="connsiteY2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63700" h="1625600">
                <a:moveTo>
                  <a:pt x="0" y="1625600"/>
                </a:moveTo>
                <a:cubicBezTo>
                  <a:pt x="153458" y="1259416"/>
                  <a:pt x="306917" y="893233"/>
                  <a:pt x="584200" y="622300"/>
                </a:cubicBezTo>
                <a:cubicBezTo>
                  <a:pt x="861483" y="351367"/>
                  <a:pt x="1262591" y="175683"/>
                  <a:pt x="1663700" y="0"/>
                </a:cubicBezTo>
              </a:path>
            </a:pathLst>
          </a:custGeom>
          <a:noFill/>
          <a:ln>
            <a:solidFill>
              <a:schemeClr val="bg2">
                <a:lumMod val="50000"/>
              </a:schemeClr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Freihandform: Form 150">
            <a:extLst>
              <a:ext uri="{FF2B5EF4-FFF2-40B4-BE49-F238E27FC236}">
                <a16:creationId xmlns:a16="http://schemas.microsoft.com/office/drawing/2014/main" id="{C19182B5-9574-3F2B-E948-E5615C87C8F1}"/>
              </a:ext>
            </a:extLst>
          </p:cNvPr>
          <p:cNvSpPr/>
          <p:nvPr/>
        </p:nvSpPr>
        <p:spPr>
          <a:xfrm>
            <a:off x="2616200" y="4000438"/>
            <a:ext cx="3454400" cy="444562"/>
          </a:xfrm>
          <a:custGeom>
            <a:avLst/>
            <a:gdLst>
              <a:gd name="connsiteX0" fmla="*/ 3454400 w 3454400"/>
              <a:gd name="connsiteY0" fmla="*/ 419162 h 444562"/>
              <a:gd name="connsiteX1" fmla="*/ 1930400 w 3454400"/>
              <a:gd name="connsiteY1" fmla="*/ 62 h 444562"/>
              <a:gd name="connsiteX2" fmla="*/ 0 w 3454400"/>
              <a:gd name="connsiteY2" fmla="*/ 444562 h 444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54400" h="444562">
                <a:moveTo>
                  <a:pt x="3454400" y="419162"/>
                </a:moveTo>
                <a:cubicBezTo>
                  <a:pt x="2980266" y="207495"/>
                  <a:pt x="2506133" y="-4171"/>
                  <a:pt x="1930400" y="62"/>
                </a:cubicBezTo>
                <a:cubicBezTo>
                  <a:pt x="1354667" y="4295"/>
                  <a:pt x="677333" y="224428"/>
                  <a:pt x="0" y="444562"/>
                </a:cubicBezTo>
              </a:path>
            </a:pathLst>
          </a:custGeom>
          <a:noFill/>
          <a:ln>
            <a:solidFill>
              <a:schemeClr val="bg2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2" name="Textfeld 151">
                <a:extLst>
                  <a:ext uri="{FF2B5EF4-FFF2-40B4-BE49-F238E27FC236}">
                    <a16:creationId xmlns:a16="http://schemas.microsoft.com/office/drawing/2014/main" id="{AA36DF56-050C-B64A-5CEE-113091EBC731}"/>
                  </a:ext>
                </a:extLst>
              </p:cNvPr>
              <p:cNvSpPr txBox="1"/>
              <p:nvPr/>
            </p:nvSpPr>
            <p:spPr>
              <a:xfrm>
                <a:off x="4204609" y="3521871"/>
                <a:ext cx="68476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800" b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2800" b="0" i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de-DE" sz="2800" b="0" i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34</m:t>
                          </m:r>
                        </m:sub>
                      </m:sSub>
                    </m:oMath>
                  </m:oMathPara>
                </a14:m>
                <a:endParaRPr lang="de-DE" sz="2800" b="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52" name="Textfeld 151">
                <a:extLst>
                  <a:ext uri="{FF2B5EF4-FFF2-40B4-BE49-F238E27FC236}">
                    <a16:creationId xmlns:a16="http://schemas.microsoft.com/office/drawing/2014/main" id="{AA36DF56-050C-B64A-5CEE-113091EBC7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4609" y="3521871"/>
                <a:ext cx="684761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8" name="Textfeld 167">
                <a:extLst>
                  <a:ext uri="{FF2B5EF4-FFF2-40B4-BE49-F238E27FC236}">
                    <a16:creationId xmlns:a16="http://schemas.microsoft.com/office/drawing/2014/main" id="{5828AF60-F122-7956-154E-E6503D99DDD9}"/>
                  </a:ext>
                </a:extLst>
              </p:cNvPr>
              <p:cNvSpPr txBox="1"/>
              <p:nvPr/>
            </p:nvSpPr>
            <p:spPr>
              <a:xfrm>
                <a:off x="4046987" y="5017559"/>
                <a:ext cx="96765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8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2800" b="0" i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de-DE" sz="2800" b="0" i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68" name="Textfeld 167">
                <a:extLst>
                  <a:ext uri="{FF2B5EF4-FFF2-40B4-BE49-F238E27FC236}">
                    <a16:creationId xmlns:a16="http://schemas.microsoft.com/office/drawing/2014/main" id="{5828AF60-F122-7956-154E-E6503D99D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6987" y="5017559"/>
                <a:ext cx="967653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6" name="Textfeld 175">
                <a:extLst>
                  <a:ext uri="{FF2B5EF4-FFF2-40B4-BE49-F238E27FC236}">
                    <a16:creationId xmlns:a16="http://schemas.microsoft.com/office/drawing/2014/main" id="{08378957-FC11-8B73-48E9-A9AFCE9543B4}"/>
                  </a:ext>
                </a:extLst>
              </p:cNvPr>
              <p:cNvSpPr txBox="1"/>
              <p:nvPr/>
            </p:nvSpPr>
            <p:spPr>
              <a:xfrm>
                <a:off x="3088514" y="7819087"/>
                <a:ext cx="96765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8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2800" b="0" i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de-DE" sz="2800" b="0" i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76" name="Textfeld 175">
                <a:extLst>
                  <a:ext uri="{FF2B5EF4-FFF2-40B4-BE49-F238E27FC236}">
                    <a16:creationId xmlns:a16="http://schemas.microsoft.com/office/drawing/2014/main" id="{08378957-FC11-8B73-48E9-A9AFCE954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8514" y="7819087"/>
                <a:ext cx="967653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" name="Freihandform: Form 183">
            <a:extLst>
              <a:ext uri="{FF2B5EF4-FFF2-40B4-BE49-F238E27FC236}">
                <a16:creationId xmlns:a16="http://schemas.microsoft.com/office/drawing/2014/main" id="{55752E3E-38C5-FC4B-99DE-37D58E6BE78E}"/>
              </a:ext>
            </a:extLst>
          </p:cNvPr>
          <p:cNvSpPr/>
          <p:nvPr/>
        </p:nvSpPr>
        <p:spPr>
          <a:xfrm>
            <a:off x="1571689" y="4746907"/>
            <a:ext cx="786674" cy="3599071"/>
          </a:xfrm>
          <a:custGeom>
            <a:avLst/>
            <a:gdLst>
              <a:gd name="connsiteX0" fmla="*/ 456617 w 789127"/>
              <a:gd name="connsiteY0" fmla="*/ 3474720 h 3474720"/>
              <a:gd name="connsiteX1" fmla="*/ 7730 w 789127"/>
              <a:gd name="connsiteY1" fmla="*/ 1662546 h 3474720"/>
              <a:gd name="connsiteX2" fmla="*/ 789127 w 789127"/>
              <a:gd name="connsiteY2" fmla="*/ 0 h 3474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9127" h="3474720">
                <a:moveTo>
                  <a:pt x="456617" y="3474720"/>
                </a:moveTo>
                <a:cubicBezTo>
                  <a:pt x="204464" y="2858193"/>
                  <a:pt x="-47688" y="2241666"/>
                  <a:pt x="7730" y="1662546"/>
                </a:cubicBezTo>
                <a:cubicBezTo>
                  <a:pt x="63148" y="1083426"/>
                  <a:pt x="597934" y="282633"/>
                  <a:pt x="789127" y="0"/>
                </a:cubicBezTo>
              </a:path>
            </a:pathLst>
          </a:custGeom>
          <a:noFill/>
          <a:ln w="19050">
            <a:solidFill>
              <a:schemeClr val="bg2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5" name="Textfeld 184">
                <a:extLst>
                  <a:ext uri="{FF2B5EF4-FFF2-40B4-BE49-F238E27FC236}">
                    <a16:creationId xmlns:a16="http://schemas.microsoft.com/office/drawing/2014/main" id="{ED215660-7DFA-F937-91BC-ADEE1739E2E8}"/>
                  </a:ext>
                </a:extLst>
              </p:cNvPr>
              <p:cNvSpPr txBox="1"/>
              <p:nvPr/>
            </p:nvSpPr>
            <p:spPr>
              <a:xfrm>
                <a:off x="855092" y="5900005"/>
                <a:ext cx="96765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8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2800" b="0" i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de-DE" sz="2800" b="0" i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85" name="Textfeld 184">
                <a:extLst>
                  <a:ext uri="{FF2B5EF4-FFF2-40B4-BE49-F238E27FC236}">
                    <a16:creationId xmlns:a16="http://schemas.microsoft.com/office/drawing/2014/main" id="{ED215660-7DFA-F937-91BC-ADEE1739E2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092" y="5900005"/>
                <a:ext cx="967653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5015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141</Words>
  <Application>Microsoft Office PowerPoint</Application>
  <PresentationFormat>Breitbild</PresentationFormat>
  <Paragraphs>127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Constantin Valentin Sul</dc:creator>
  <cp:lastModifiedBy>Constantin Valentin Sul</cp:lastModifiedBy>
  <cp:revision>8</cp:revision>
  <dcterms:created xsi:type="dcterms:W3CDTF">2025-06-24T11:29:39Z</dcterms:created>
  <dcterms:modified xsi:type="dcterms:W3CDTF">2025-06-26T16:25:49Z</dcterms:modified>
</cp:coreProperties>
</file>