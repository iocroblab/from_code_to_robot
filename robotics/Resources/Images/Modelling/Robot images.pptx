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2702" y="-398"/>
      </p:cViewPr>
      <p:guideLst>
        <p:guide orient="horz" pos="384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193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8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98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159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50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331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26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3272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2116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C5A61-552C-42C3-9674-8FC1DC59153A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F98B5-E007-4C49-B5CE-40FC8635010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47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0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34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Zylinder 122">
            <a:extLst>
              <a:ext uri="{FF2B5EF4-FFF2-40B4-BE49-F238E27FC236}">
                <a16:creationId xmlns:a16="http://schemas.microsoft.com/office/drawing/2014/main" id="{CBF02764-9737-1E05-5415-565BF38155D8}"/>
              </a:ext>
            </a:extLst>
          </p:cNvPr>
          <p:cNvSpPr/>
          <p:nvPr/>
        </p:nvSpPr>
        <p:spPr>
          <a:xfrm>
            <a:off x="988332" y="9011220"/>
            <a:ext cx="1284696" cy="889568"/>
          </a:xfrm>
          <a:prstGeom prst="can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Würfel 123">
            <a:extLst>
              <a:ext uri="{FF2B5EF4-FFF2-40B4-BE49-F238E27FC236}">
                <a16:creationId xmlns:a16="http://schemas.microsoft.com/office/drawing/2014/main" id="{04D6890C-0C5A-47CC-C7BA-AFE783E9F95B}"/>
              </a:ext>
            </a:extLst>
          </p:cNvPr>
          <p:cNvSpPr/>
          <p:nvPr/>
        </p:nvSpPr>
        <p:spPr>
          <a:xfrm flipH="1">
            <a:off x="1413302" y="8338753"/>
            <a:ext cx="404023" cy="834235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A733B518-DF60-7F2A-8EB9-872D5E5AEBC3}"/>
              </a:ext>
            </a:extLst>
          </p:cNvPr>
          <p:cNvSpPr/>
          <p:nvPr/>
        </p:nvSpPr>
        <p:spPr>
          <a:xfrm>
            <a:off x="5186796" y="8049490"/>
            <a:ext cx="519547" cy="51954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E2B37896-680D-305F-F309-8EB729150505}"/>
              </a:ext>
            </a:extLst>
          </p:cNvPr>
          <p:cNvSpPr/>
          <p:nvPr/>
        </p:nvSpPr>
        <p:spPr>
          <a:xfrm rot="16200000">
            <a:off x="1421154" y="7847929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Würfel 6">
            <a:extLst>
              <a:ext uri="{FF2B5EF4-FFF2-40B4-BE49-F238E27FC236}">
                <a16:creationId xmlns:a16="http://schemas.microsoft.com/office/drawing/2014/main" id="{7783CC95-3B0E-2EBC-3759-89C5EF63403D}"/>
              </a:ext>
            </a:extLst>
          </p:cNvPr>
          <p:cNvSpPr/>
          <p:nvPr/>
        </p:nvSpPr>
        <p:spPr>
          <a:xfrm flipH="1">
            <a:off x="1421153" y="6214716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E5676AC1-EC7E-2CE8-D48C-B6A55B3DF2E7}"/>
              </a:ext>
            </a:extLst>
          </p:cNvPr>
          <p:cNvSpPr/>
          <p:nvPr/>
        </p:nvSpPr>
        <p:spPr>
          <a:xfrm rot="16200000">
            <a:off x="1421154" y="5697703"/>
            <a:ext cx="342393" cy="855982"/>
          </a:xfrm>
          <a:prstGeom prst="can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Würfel 8">
            <a:extLst>
              <a:ext uri="{FF2B5EF4-FFF2-40B4-BE49-F238E27FC236}">
                <a16:creationId xmlns:a16="http://schemas.microsoft.com/office/drawing/2014/main" id="{D5D370D3-7F65-F532-DAB8-332320913891}"/>
              </a:ext>
            </a:extLst>
          </p:cNvPr>
          <p:cNvSpPr/>
          <p:nvPr/>
        </p:nvSpPr>
        <p:spPr>
          <a:xfrm flipH="1">
            <a:off x="1421153" y="4064490"/>
            <a:ext cx="404023" cy="1972182"/>
          </a:xfrm>
          <a:prstGeom prst="cube">
            <a:avLst>
              <a:gd name="adj" fmla="val 17858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2F9BFD56-A899-679C-E669-A5D098F16869}"/>
              </a:ext>
            </a:extLst>
          </p:cNvPr>
          <p:cNvSpPr/>
          <p:nvPr/>
        </p:nvSpPr>
        <p:spPr>
          <a:xfrm flipH="1">
            <a:off x="2496307" y="3309289"/>
            <a:ext cx="1028700" cy="349041"/>
          </a:xfrm>
          <a:prstGeom prst="cube">
            <a:avLst>
              <a:gd name="adj" fmla="val 46034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Würfel 11">
            <a:extLst>
              <a:ext uri="{FF2B5EF4-FFF2-40B4-BE49-F238E27FC236}">
                <a16:creationId xmlns:a16="http://schemas.microsoft.com/office/drawing/2014/main" id="{C348AD00-8FDD-9434-7A52-9EB6400A8419}"/>
              </a:ext>
            </a:extLst>
          </p:cNvPr>
          <p:cNvSpPr/>
          <p:nvPr/>
        </p:nvSpPr>
        <p:spPr>
          <a:xfrm flipH="1">
            <a:off x="3239257" y="2478709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A6F9F139-59F9-5BB9-ECD4-C67643840283}"/>
              </a:ext>
            </a:extLst>
          </p:cNvPr>
          <p:cNvSpPr/>
          <p:nvPr/>
        </p:nvSpPr>
        <p:spPr>
          <a:xfrm flipH="1">
            <a:off x="2496307" y="2478708"/>
            <a:ext cx="285750" cy="986790"/>
          </a:xfrm>
          <a:prstGeom prst="cube">
            <a:avLst>
              <a:gd name="adj" fmla="val 58333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42031856-FB71-8CCD-E039-D051508A75B0}"/>
              </a:ext>
            </a:extLst>
          </p:cNvPr>
          <p:cNvGrpSpPr/>
          <p:nvPr/>
        </p:nvGrpSpPr>
        <p:grpSpPr>
          <a:xfrm rot="5400000" flipH="1">
            <a:off x="2668125" y="2472152"/>
            <a:ext cx="1259457" cy="939991"/>
            <a:chOff x="1406653" y="1006295"/>
            <a:chExt cx="2220841" cy="1531975"/>
          </a:xfrm>
        </p:grpSpPr>
        <p:cxnSp>
          <p:nvCxnSpPr>
            <p:cNvPr id="39" name="Gerade Verbindung mit Pfeil 38">
              <a:extLst>
                <a:ext uri="{FF2B5EF4-FFF2-40B4-BE49-F238E27FC236}">
                  <a16:creationId xmlns:a16="http://schemas.microsoft.com/office/drawing/2014/main" id="{84827A1F-9C3A-C500-757C-28438B71B032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299187" y="1688612"/>
              <a:ext cx="0" cy="113381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 Verbindung mit Pfeil 39">
              <a:extLst>
                <a:ext uri="{FF2B5EF4-FFF2-40B4-BE49-F238E27FC236}">
                  <a16:creationId xmlns:a16="http://schemas.microsoft.com/office/drawing/2014/main" id="{8118D0F6-6CDA-177A-E5B8-43C5ABC897E5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318783" y="1842021"/>
              <a:ext cx="82699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EB5874D-1916-F9BB-C201-71B37EE7DE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32280" y="1718886"/>
              <a:ext cx="611844" cy="53663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82AEEC4-9558-58C7-4D7F-E91E84119EE9}"/>
                </a:ext>
              </a:extLst>
            </p:cNvPr>
            <p:cNvSpPr txBox="1"/>
            <p:nvPr/>
          </p:nvSpPr>
          <p:spPr>
            <a:xfrm rot="5400000">
              <a:off x="1507841" y="905107"/>
              <a:ext cx="448879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/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Tool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9DFDABF4-1EE1-C667-C930-2F039F736E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19115" y="1929891"/>
                  <a:ext cx="565503" cy="651255"/>
                </a:xfrm>
                <a:prstGeom prst="rect">
                  <a:avLst/>
                </a:prstGeom>
                <a:blipFill>
                  <a:blip r:embed="rId2"/>
                  <a:stretch>
                    <a:fillRect r="-842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0C23102B-A3BC-EF79-C337-DA9EAE3BF383}"/>
                </a:ext>
              </a:extLst>
            </p:cNvPr>
            <p:cNvSpPr txBox="1"/>
            <p:nvPr/>
          </p:nvSpPr>
          <p:spPr>
            <a:xfrm rot="5400000">
              <a:off x="2297830" y="1237354"/>
              <a:ext cx="488817" cy="6512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</p:grp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057F31F1-2B64-D540-5CAC-9C40FFF8CD0B}"/>
              </a:ext>
            </a:extLst>
          </p:cNvPr>
          <p:cNvGrpSpPr/>
          <p:nvPr/>
        </p:nvGrpSpPr>
        <p:grpSpPr>
          <a:xfrm>
            <a:off x="567064" y="7430696"/>
            <a:ext cx="2170040" cy="1036105"/>
            <a:chOff x="2981773" y="6037979"/>
            <a:chExt cx="2170040" cy="1036105"/>
          </a:xfrm>
        </p:grpSpPr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1C61DB60-FADD-C036-5E40-5E548BF1C8B7}"/>
                </a:ext>
              </a:extLst>
            </p:cNvPr>
            <p:cNvCxnSpPr>
              <a:cxnSpLocks/>
              <a:endCxn id="24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 Verbindung mit Pfeil 22">
              <a:extLst>
                <a:ext uri="{FF2B5EF4-FFF2-40B4-BE49-F238E27FC236}">
                  <a16:creationId xmlns:a16="http://schemas.microsoft.com/office/drawing/2014/main" id="{F0BCFD08-B672-A7C8-FA5A-4976B6212D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26400A67-7684-8DF8-8D30-D4315543A2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50BD2AE8-C582-8F02-0B6F-C0414EB095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70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6" name="Textfeld 25">
                  <a:extLst>
                    <a:ext uri="{FF2B5EF4-FFF2-40B4-BE49-F238E27FC236}">
                      <a16:creationId xmlns:a16="http://schemas.microsoft.com/office/drawing/2014/main" id="{36EF7F29-6C1F-293B-1E36-1CED744363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63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F76EF768-CBFD-0A2B-4886-652B1A4D7AC3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A4267AA-E9FF-6304-6EFD-D436C58EFE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06B908BA-DFD4-EF3A-A53B-935063754312}"/>
              </a:ext>
            </a:extLst>
          </p:cNvPr>
          <p:cNvGrpSpPr/>
          <p:nvPr/>
        </p:nvGrpSpPr>
        <p:grpSpPr>
          <a:xfrm>
            <a:off x="3881764" y="4485131"/>
            <a:ext cx="2855147" cy="1551541"/>
            <a:chOff x="2981773" y="6037979"/>
            <a:chExt cx="2855147" cy="1551541"/>
          </a:xfrm>
        </p:grpSpPr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E0F12E0C-3C7B-8295-4515-FE70D4ACD4D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 Verbindung mit Pfeil 87">
              <a:extLst>
                <a:ext uri="{FF2B5EF4-FFF2-40B4-BE49-F238E27FC236}">
                  <a16:creationId xmlns:a16="http://schemas.microsoft.com/office/drawing/2014/main" id="{7BC12381-FC07-1198-95CA-F874B9F020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9" name="Textfeld 88">
                  <a:extLst>
                    <a:ext uri="{FF2B5EF4-FFF2-40B4-BE49-F238E27FC236}">
                      <a16:creationId xmlns:a16="http://schemas.microsoft.com/office/drawing/2014/main" id="{2763FB27-F005-82E9-2570-AA88BEBDBD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4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7CB1DFC7-8113-EBFF-A564-01C9D33007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1" name="Textfeld 90">
                  <a:extLst>
                    <a:ext uri="{FF2B5EF4-FFF2-40B4-BE49-F238E27FC236}">
                      <a16:creationId xmlns:a16="http://schemas.microsoft.com/office/drawing/2014/main" id="{3910AAFE-94A8-5E92-2024-028DB03BE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6216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Gerader Verbinder 91">
              <a:extLst>
                <a:ext uri="{FF2B5EF4-FFF2-40B4-BE49-F238E27FC236}">
                  <a16:creationId xmlns:a16="http://schemas.microsoft.com/office/drawing/2014/main" id="{7DB5ED4E-7913-CC60-CC7A-98E9B4414F7A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791531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>
              <a:extLst>
                <a:ext uri="{FF2B5EF4-FFF2-40B4-BE49-F238E27FC236}">
                  <a16:creationId xmlns:a16="http://schemas.microsoft.com/office/drawing/2014/main" id="{630AAAF6-CAFC-1B97-B58C-5BA3CED2DF8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0" cy="700102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 Verbindung mit Pfeil 93">
              <a:extLst>
                <a:ext uri="{FF2B5EF4-FFF2-40B4-BE49-F238E27FC236}">
                  <a16:creationId xmlns:a16="http://schemas.microsoft.com/office/drawing/2014/main" id="{BEA89787-57A9-E37E-A31F-5DB5C176E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2FF09B91-206A-0F02-F517-B113979E0CC7}"/>
              </a:ext>
            </a:extLst>
          </p:cNvPr>
          <p:cNvGrpSpPr/>
          <p:nvPr/>
        </p:nvGrpSpPr>
        <p:grpSpPr>
          <a:xfrm>
            <a:off x="567064" y="5275234"/>
            <a:ext cx="2170040" cy="1036105"/>
            <a:chOff x="2981773" y="6037979"/>
            <a:chExt cx="2170040" cy="1036105"/>
          </a:xfrm>
        </p:grpSpPr>
        <p:cxnSp>
          <p:nvCxnSpPr>
            <p:cNvPr id="98" name="Gerade Verbindung mit Pfeil 97">
              <a:extLst>
                <a:ext uri="{FF2B5EF4-FFF2-40B4-BE49-F238E27FC236}">
                  <a16:creationId xmlns:a16="http://schemas.microsoft.com/office/drawing/2014/main" id="{076B0058-223B-94F1-C0C1-EDE04F4DBD9B}"/>
                </a:ext>
              </a:extLst>
            </p:cNvPr>
            <p:cNvCxnSpPr>
              <a:cxnSpLocks/>
              <a:endCxn id="100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Gerade Verbindung mit Pfeil 98">
              <a:extLst>
                <a:ext uri="{FF2B5EF4-FFF2-40B4-BE49-F238E27FC236}">
                  <a16:creationId xmlns:a16="http://schemas.microsoft.com/office/drawing/2014/main" id="{149BE14D-F8CE-D611-E1D1-39013940AA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0" name="Textfeld 99">
                  <a:extLst>
                    <a:ext uri="{FF2B5EF4-FFF2-40B4-BE49-F238E27FC236}">
                      <a16:creationId xmlns:a16="http://schemas.microsoft.com/office/drawing/2014/main" id="{0899677E-1740-3E53-B574-015C6BC0E6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9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F9DC249A-9650-F302-353E-132DDB4A37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0"/>
                  <a:stretch>
                    <a:fillRect r="-52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69D27BA2-A137-A851-BCDA-FCAAC0264B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1"/>
                  <a:stretch>
                    <a:fillRect r="-6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3" name="Gerader Verbinder 102">
              <a:extLst>
                <a:ext uri="{FF2B5EF4-FFF2-40B4-BE49-F238E27FC236}">
                  <a16:creationId xmlns:a16="http://schemas.microsoft.com/office/drawing/2014/main" id="{4ECEEF8B-5DEA-00FD-ABB9-1F273FFEFBD0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 Verbindung mit Pfeil 103">
              <a:extLst>
                <a:ext uri="{FF2B5EF4-FFF2-40B4-BE49-F238E27FC236}">
                  <a16:creationId xmlns:a16="http://schemas.microsoft.com/office/drawing/2014/main" id="{BF8D0D75-23B4-46E2-D657-F6F281069C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9E4B032-7741-C4E4-623D-5825A65099D5}"/>
              </a:ext>
            </a:extLst>
          </p:cNvPr>
          <p:cNvGrpSpPr/>
          <p:nvPr/>
        </p:nvGrpSpPr>
        <p:grpSpPr>
          <a:xfrm>
            <a:off x="306861" y="8559320"/>
            <a:ext cx="2337279" cy="1687396"/>
            <a:chOff x="2721570" y="6032988"/>
            <a:chExt cx="2337279" cy="1687396"/>
          </a:xfrm>
        </p:grpSpPr>
        <p:cxnSp>
          <p:nvCxnSpPr>
            <p:cNvPr id="106" name="Gerade Verbindung mit Pfeil 105">
              <a:extLst>
                <a:ext uri="{FF2B5EF4-FFF2-40B4-BE49-F238E27FC236}">
                  <a16:creationId xmlns:a16="http://schemas.microsoft.com/office/drawing/2014/main" id="{3EB05616-2539-C760-285B-A0ABAFDA6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82936" y="6447913"/>
              <a:ext cx="462453" cy="441506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A0E9CC-4B81-421A-CE9A-AE7620C52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37872" y="6889418"/>
              <a:ext cx="7517" cy="522013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/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8" name="Textfeld 107">
                  <a:extLst>
                    <a:ext uri="{FF2B5EF4-FFF2-40B4-BE49-F238E27FC236}">
                      <a16:creationId xmlns:a16="http://schemas.microsoft.com/office/drawing/2014/main" id="{460E441B-DC8F-1F58-BE92-207B8EB666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167369" y="6032988"/>
                  <a:ext cx="275424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13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/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09" name="Textfeld 108">
                  <a:extLst>
                    <a:ext uri="{FF2B5EF4-FFF2-40B4-BE49-F238E27FC236}">
                      <a16:creationId xmlns:a16="http://schemas.microsoft.com/office/drawing/2014/main" id="{20BBD46F-DF2E-23EC-66D2-50B28C9322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721570" y="6745006"/>
                  <a:ext cx="346982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894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/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Base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10" name="Textfeld 109">
                  <a:extLst>
                    <a:ext uri="{FF2B5EF4-FFF2-40B4-BE49-F238E27FC236}">
                      <a16:creationId xmlns:a16="http://schemas.microsoft.com/office/drawing/2014/main" id="{F96FAE1C-8538-8188-30CD-762FFED3C7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871898" y="7351052"/>
                  <a:ext cx="224707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1891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Gerader Verbinder 110">
              <a:extLst>
                <a:ext uri="{FF2B5EF4-FFF2-40B4-BE49-F238E27FC236}">
                  <a16:creationId xmlns:a16="http://schemas.microsoft.com/office/drawing/2014/main" id="{CE9E845E-BC17-57BE-D86F-78CBC7B96C6B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013460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Gerade Verbindung mit Pfeil 111">
              <a:extLst>
                <a:ext uri="{FF2B5EF4-FFF2-40B4-BE49-F238E27FC236}">
                  <a16:creationId xmlns:a16="http://schemas.microsoft.com/office/drawing/2014/main" id="{D3F15F62-8BA1-A2FA-FBA9-A00DAC055B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77649" y="6889418"/>
              <a:ext cx="1037151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C8705E9E-2AB5-BB9F-DC94-6A605AC32149}"/>
              </a:ext>
            </a:extLst>
          </p:cNvPr>
          <p:cNvCxnSpPr/>
          <p:nvPr/>
        </p:nvCxnSpPr>
        <p:spPr>
          <a:xfrm flipV="1">
            <a:off x="2526445" y="6157808"/>
            <a:ext cx="0" cy="2118112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D8C2CE2B-C577-7E41-16C0-AE6AF87E2612}"/>
              </a:ext>
            </a:extLst>
          </p:cNvPr>
          <p:cNvCxnSpPr>
            <a:cxnSpLocks/>
          </p:cNvCxnSpPr>
          <p:nvPr/>
        </p:nvCxnSpPr>
        <p:spPr>
          <a:xfrm flipV="1">
            <a:off x="2518825" y="8309263"/>
            <a:ext cx="0" cy="1106487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28" name="Gruppieren 127">
            <a:extLst>
              <a:ext uri="{FF2B5EF4-FFF2-40B4-BE49-F238E27FC236}">
                <a16:creationId xmlns:a16="http://schemas.microsoft.com/office/drawing/2014/main" id="{C87FA75F-B988-AA26-B960-AD75B336E32F}"/>
              </a:ext>
            </a:extLst>
          </p:cNvPr>
          <p:cNvGrpSpPr/>
          <p:nvPr/>
        </p:nvGrpSpPr>
        <p:grpSpPr>
          <a:xfrm>
            <a:off x="4101776" y="3433113"/>
            <a:ext cx="2170040" cy="1036105"/>
            <a:chOff x="2981773" y="6037979"/>
            <a:chExt cx="2170040" cy="1036105"/>
          </a:xfrm>
        </p:grpSpPr>
        <p:cxnSp>
          <p:nvCxnSpPr>
            <p:cNvPr id="129" name="Gerade Verbindung mit Pfeil 128">
              <a:extLst>
                <a:ext uri="{FF2B5EF4-FFF2-40B4-BE49-F238E27FC236}">
                  <a16:creationId xmlns:a16="http://schemas.microsoft.com/office/drawing/2014/main" id="{6D5829EC-B175-6D85-F46F-A6DB80D69D8A}"/>
                </a:ext>
              </a:extLst>
            </p:cNvPr>
            <p:cNvCxnSpPr>
              <a:cxnSpLocks/>
              <a:endCxn id="131" idx="2"/>
            </p:cNvCxnSpPr>
            <p:nvPr/>
          </p:nvCxnSpPr>
          <p:spPr>
            <a:xfrm flipV="1">
              <a:off x="4045389" y="6407311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 Verbindung mit Pfeil 129">
              <a:extLst>
                <a:ext uri="{FF2B5EF4-FFF2-40B4-BE49-F238E27FC236}">
                  <a16:creationId xmlns:a16="http://schemas.microsoft.com/office/drawing/2014/main" id="{A4E321E6-4422-2DD1-4A6F-710D5241E7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98407" y="6560150"/>
              <a:ext cx="346982" cy="329268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/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1" name="Textfeld 130">
                  <a:extLst>
                    <a:ext uri="{FF2B5EF4-FFF2-40B4-BE49-F238E27FC236}">
                      <a16:creationId xmlns:a16="http://schemas.microsoft.com/office/drawing/2014/main" id="{12FFAEA5-6984-3E83-B4A4-E4557EF3F3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907678" y="6037979"/>
                  <a:ext cx="275424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3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/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2" name="Textfeld 131">
                  <a:extLst>
                    <a:ext uri="{FF2B5EF4-FFF2-40B4-BE49-F238E27FC236}">
                      <a16:creationId xmlns:a16="http://schemas.microsoft.com/office/drawing/2014/main" id="{0E0B603B-B478-1852-DFA8-42DD6825E5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2981773" y="6704752"/>
                  <a:ext cx="346982" cy="369332"/>
                </a:xfrm>
                <a:prstGeom prst="rect">
                  <a:avLst/>
                </a:prstGeom>
                <a:blipFill>
                  <a:blip r:embed="rId16"/>
                  <a:stretch>
                    <a:fillRect r="-350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/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33" name="Textfeld 132">
                  <a:extLst>
                    <a:ext uri="{FF2B5EF4-FFF2-40B4-BE49-F238E27FC236}">
                      <a16:creationId xmlns:a16="http://schemas.microsoft.com/office/drawing/2014/main" id="{D7400BB3-3149-4334-F241-FB6BE5FB22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3448341" y="6242902"/>
                  <a:ext cx="224707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5945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Gerader Verbinder 133">
              <a:extLst>
                <a:ext uri="{FF2B5EF4-FFF2-40B4-BE49-F238E27FC236}">
                  <a16:creationId xmlns:a16="http://schemas.microsoft.com/office/drawing/2014/main" id="{362A23D5-FFD3-DED2-3313-60298EAD46F2}"/>
                </a:ext>
              </a:extLst>
            </p:cNvPr>
            <p:cNvCxnSpPr>
              <a:cxnSpLocks/>
            </p:cNvCxnSpPr>
            <p:nvPr/>
          </p:nvCxnSpPr>
          <p:spPr>
            <a:xfrm>
              <a:off x="4045389" y="6889418"/>
              <a:ext cx="1106424" cy="0"/>
            </a:xfrm>
            <a:prstGeom prst="line">
              <a:avLst/>
            </a:prstGeom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Gerade Verbindung mit Pfeil 134">
              <a:extLst>
                <a:ext uri="{FF2B5EF4-FFF2-40B4-BE49-F238E27FC236}">
                  <a16:creationId xmlns:a16="http://schemas.microsoft.com/office/drawing/2014/main" id="{54097A8F-EAA5-C2D7-DAF0-4198CE4B77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8755" y="6889418"/>
              <a:ext cx="786045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BAB8FBCE-C5C3-670D-F969-C7671A685E92}"/>
              </a:ext>
            </a:extLst>
          </p:cNvPr>
          <p:cNvCxnSpPr>
            <a:cxnSpLocks/>
          </p:cNvCxnSpPr>
          <p:nvPr/>
        </p:nvCxnSpPr>
        <p:spPr>
          <a:xfrm flipV="1">
            <a:off x="2526445" y="4119918"/>
            <a:ext cx="0" cy="1916754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2819CE9B-8319-A2AE-9653-BCD4D0C9FD8E}"/>
              </a:ext>
            </a:extLst>
          </p:cNvPr>
          <p:cNvCxnSpPr>
            <a:cxnSpLocks/>
            <a:endCxn id="140" idx="2"/>
          </p:cNvCxnSpPr>
          <p:nvPr/>
        </p:nvCxnSpPr>
        <p:spPr>
          <a:xfrm flipV="1">
            <a:off x="1615748" y="3616670"/>
            <a:ext cx="1" cy="48210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BE9409D7-61DB-EFAC-11C8-4E30DAF714E3}"/>
              </a:ext>
            </a:extLst>
          </p:cNvPr>
          <p:cNvCxnSpPr>
            <a:cxnSpLocks/>
          </p:cNvCxnSpPr>
          <p:nvPr/>
        </p:nvCxnSpPr>
        <p:spPr>
          <a:xfrm flipH="1">
            <a:off x="1093273" y="4098777"/>
            <a:ext cx="522475" cy="8251"/>
          </a:xfrm>
          <a:prstGeom prst="straightConnector1">
            <a:avLst/>
          </a:prstGeom>
          <a:ln w="38100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/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0" dirty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0" name="Textfeld 139">
                <a:extLst>
                  <a:ext uri="{FF2B5EF4-FFF2-40B4-BE49-F238E27FC236}">
                    <a16:creationId xmlns:a16="http://schemas.microsoft.com/office/drawing/2014/main" id="{B09D00AA-1601-091D-3766-00D81646AD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1478037" y="3247338"/>
                <a:ext cx="275424" cy="369332"/>
              </a:xfrm>
              <a:prstGeom prst="rect">
                <a:avLst/>
              </a:prstGeom>
              <a:blipFill>
                <a:blip r:embed="rId18"/>
                <a:stretch>
                  <a:fillRect r="-391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/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dirty="0"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b>
                          <m:r>
                            <a:rPr lang="de-DE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28560CEC-36D0-C858-0BC1-29B3D535F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903716" y="4418855"/>
                <a:ext cx="346982" cy="369332"/>
              </a:xfrm>
              <a:prstGeom prst="rect">
                <a:avLst/>
              </a:prstGeom>
              <a:blipFill>
                <a:blip r:embed="rId19"/>
                <a:stretch>
                  <a:fillRect r="-70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/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lang="de-DE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B1124205-6DE9-7914-C6F6-3E287AEE63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20177" y="3857724"/>
                <a:ext cx="224707" cy="369332"/>
              </a:xfrm>
              <a:prstGeom prst="rect">
                <a:avLst/>
              </a:prstGeom>
              <a:blipFill>
                <a:blip r:embed="rId20"/>
                <a:stretch>
                  <a:fillRect r="-62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EAD2399D-689D-A72B-9508-3D4597EBEE46}"/>
              </a:ext>
            </a:extLst>
          </p:cNvPr>
          <p:cNvCxnSpPr>
            <a:cxnSpLocks/>
          </p:cNvCxnSpPr>
          <p:nvPr/>
        </p:nvCxnSpPr>
        <p:spPr>
          <a:xfrm flipH="1">
            <a:off x="1212602" y="4081491"/>
            <a:ext cx="420348" cy="462504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r Verbinder 146">
            <a:extLst>
              <a:ext uri="{FF2B5EF4-FFF2-40B4-BE49-F238E27FC236}">
                <a16:creationId xmlns:a16="http://schemas.microsoft.com/office/drawing/2014/main" id="{BBFB9CFE-8DB8-C06D-9CC2-7F3CDA587D6F}"/>
              </a:ext>
            </a:extLst>
          </p:cNvPr>
          <p:cNvCxnSpPr>
            <a:cxnSpLocks/>
          </p:cNvCxnSpPr>
          <p:nvPr/>
        </p:nvCxnSpPr>
        <p:spPr>
          <a:xfrm>
            <a:off x="1569542" y="4098777"/>
            <a:ext cx="1258316" cy="0"/>
          </a:xfrm>
          <a:prstGeom prst="line">
            <a:avLst/>
          </a:prstGeom>
          <a:ln w="38100">
            <a:solidFill>
              <a:srgbClr val="00B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73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506562" y="-16769"/>
            <a:ext cx="6607470" cy="11938334"/>
            <a:chOff x="938242" y="1922876"/>
            <a:chExt cx="5107190" cy="9627363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24"/>
              <a:ext cx="2136024" cy="1479057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7" y="8756770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5" y="7926436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31"/>
              <a:ext cx="671757" cy="2435897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2" y="3297058"/>
              <a:ext cx="671757" cy="244081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938242" y="9025357"/>
              <a:ext cx="3736994" cy="2524882"/>
              <a:chOff x="2811262" y="6184189"/>
              <a:chExt cx="2247587" cy="1518572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238101" y="6184189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811262" y="6803980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762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5908272"/>
              <a:ext cx="0" cy="272977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8648372"/>
              <a:ext cx="0" cy="1504441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8" y="3352256"/>
              <a:ext cx="0" cy="2520606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6"/>
              <a:ext cx="3165032" cy="2286704"/>
              <a:chOff x="1476322" y="277175"/>
              <a:chExt cx="3165032" cy="2286704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762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315726" y="1979104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65360" y="1667644"/>
                <a:ext cx="391152" cy="444166"/>
              </a:xfrm>
              <a:prstGeom prst="straightConnector1">
                <a:avLst/>
              </a:prstGeom>
              <a:ln w="762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762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8" y="928135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6" y="6560791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6" y="3974104"/>
              <a:ext cx="137019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11"/>
              <a:ext cx="3608059" cy="1808084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51"/>
              <a:ext cx="3608059" cy="1774977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762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762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762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762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28835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0F9A44-FB54-F110-8994-3B560E470DE2}"/>
              </a:ext>
            </a:extLst>
          </p:cNvPr>
          <p:cNvGrpSpPr/>
          <p:nvPr/>
        </p:nvGrpSpPr>
        <p:grpSpPr>
          <a:xfrm>
            <a:off x="313626" y="-16770"/>
            <a:ext cx="6800407" cy="11938335"/>
            <a:chOff x="789114" y="1922874"/>
            <a:chExt cx="5256320" cy="9627357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1922175" y="9525318"/>
              <a:ext cx="2136024" cy="1479056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2628758" y="8756764"/>
              <a:ext cx="671757" cy="1037521"/>
            </a:xfrm>
            <a:prstGeom prst="cube">
              <a:avLst>
                <a:gd name="adj" fmla="val 1785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2641816" y="7926430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2641811" y="6054127"/>
              <a:ext cx="671757" cy="2435896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2641815" y="5174281"/>
              <a:ext cx="569286" cy="1423215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2641810" y="4383068"/>
              <a:ext cx="671757" cy="1354801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789114" y="9036944"/>
              <a:ext cx="3886123" cy="2513287"/>
              <a:chOff x="2721570" y="6191162"/>
              <a:chExt cx="2337279" cy="1511599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8671" y="6889418"/>
                <a:ext cx="6718" cy="466550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40973" y="6191162"/>
                    <a:ext cx="275424" cy="351709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r="-6907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5170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r="-3008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5170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9625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5908268"/>
              <a:ext cx="0" cy="272977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8648366"/>
              <a:ext cx="0" cy="1504440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49" y="3352254"/>
              <a:ext cx="0" cy="252060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748DB721-034D-C065-3779-10B153BF9C0E}"/>
                </a:ext>
              </a:extLst>
            </p:cNvPr>
            <p:cNvGrpSpPr/>
            <p:nvPr/>
          </p:nvGrpSpPr>
          <p:grpSpPr>
            <a:xfrm>
              <a:off x="1510204" y="1922874"/>
              <a:ext cx="3165033" cy="2532618"/>
              <a:chOff x="1476322" y="277175"/>
              <a:chExt cx="3165032" cy="2532620"/>
            </a:xfrm>
          </p:grpSpPr>
          <p:cxnSp>
            <p:nvCxnSpPr>
              <p:cNvPr id="138" name="Gerade Verbindung mit Pfeil 137">
                <a:extLst>
                  <a:ext uri="{FF2B5EF4-FFF2-40B4-BE49-F238E27FC236}">
                    <a16:creationId xmlns:a16="http://schemas.microsoft.com/office/drawing/2014/main" id="{2819CE9B-8319-A2AE-9653-BCD4D0C9FD8E}"/>
                  </a:ext>
                </a:extLst>
              </p:cNvPr>
              <p:cNvCxnSpPr>
                <a:cxnSpLocks/>
                <a:endCxn id="140" idx="2"/>
              </p:cNvCxnSpPr>
              <p:nvPr/>
            </p:nvCxnSpPr>
            <p:spPr>
              <a:xfrm flipV="1">
                <a:off x="2965360" y="861950"/>
                <a:ext cx="1" cy="83088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 Verbindung mit Pfeil 138">
                <a:extLst>
                  <a:ext uri="{FF2B5EF4-FFF2-40B4-BE49-F238E27FC236}">
                    <a16:creationId xmlns:a16="http://schemas.microsoft.com/office/drawing/2014/main" id="{BE9409D7-61DB-EFAC-11C8-4E30DAF71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96657" y="1692836"/>
                <a:ext cx="868703" cy="13719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0" name="Textfeld 139">
                    <a:extLst>
                      <a:ext uri="{FF2B5EF4-FFF2-40B4-BE49-F238E27FC236}">
                        <a16:creationId xmlns:a16="http://schemas.microsoft.com/office/drawing/2014/main" id="{B09D00AA-1601-091D-3766-00D81646A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36392" y="277175"/>
                    <a:ext cx="457939" cy="58477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sz="3200" b="0" i="0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1" name="Textfeld 140">
                    <a:extLst>
                      <a:ext uri="{FF2B5EF4-FFF2-40B4-BE49-F238E27FC236}">
                        <a16:creationId xmlns:a16="http://schemas.microsoft.com/office/drawing/2014/main" id="{28560CEC-36D0-C858-0BC1-29B3D535F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781486" y="2225020"/>
                    <a:ext cx="576916" cy="58477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42" name="Textfeld 141">
                    <a:extLst>
                      <a:ext uri="{FF2B5EF4-FFF2-40B4-BE49-F238E27FC236}">
                        <a16:creationId xmlns:a16="http://schemas.microsoft.com/office/drawing/2014/main" id="{B1124205-6DE9-7914-C6F6-3E287AEE63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476322" y="1292045"/>
                    <a:ext cx="373613" cy="58477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Gerade Verbindung mit Pfeil 143">
                <a:extLst>
                  <a:ext uri="{FF2B5EF4-FFF2-40B4-BE49-F238E27FC236}">
                    <a16:creationId xmlns:a16="http://schemas.microsoft.com/office/drawing/2014/main" id="{EAD2399D-689D-A72B-9508-3D4597EBEE4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295062" y="1664095"/>
                <a:ext cx="698900" cy="768991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BFB9CFE-8DB8-C06D-9CC2-7F3CDA587D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88535" y="1692836"/>
                <a:ext cx="1752819" cy="0"/>
              </a:xfrm>
              <a:prstGeom prst="line">
                <a:avLst/>
              </a:prstGeom>
              <a:ln w="38100">
                <a:solidFill>
                  <a:srgbClr val="00B05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4479549" y="9281344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4675237" y="6560786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4675237" y="3974101"/>
              <a:ext cx="137019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25 cm</a:t>
              </a:r>
            </a:p>
          </p:txBody>
        </p: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222E4F43-83A2-399A-EC00-8BC8EFCE0481}"/>
                </a:ext>
              </a:extLst>
            </p:cNvPr>
            <p:cNvGrpSpPr/>
            <p:nvPr/>
          </p:nvGrpSpPr>
          <p:grpSpPr>
            <a:xfrm>
              <a:off x="1221746" y="7232706"/>
              <a:ext cx="3608060" cy="1808083"/>
              <a:chOff x="1221746" y="7232711"/>
              <a:chExt cx="3608059" cy="1808084"/>
            </a:xfrm>
          </p:grpSpPr>
          <p:grpSp>
            <p:nvGrpSpPr>
              <p:cNvPr id="85" name="Gruppieren 84">
                <a:extLst>
                  <a:ext uri="{FF2B5EF4-FFF2-40B4-BE49-F238E27FC236}">
                    <a16:creationId xmlns:a16="http://schemas.microsoft.com/office/drawing/2014/main" id="{057F31F1-2B64-D540-5CAC-9C40FFF8CD0B}"/>
                  </a:ext>
                </a:extLst>
              </p:cNvPr>
              <p:cNvGrpSpPr/>
              <p:nvPr/>
            </p:nvGrpSpPr>
            <p:grpSpPr>
              <a:xfrm>
                <a:off x="1221746" y="723271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22" name="Gerade Verbindung mit Pfeil 21">
                  <a:extLst>
                    <a:ext uri="{FF2B5EF4-FFF2-40B4-BE49-F238E27FC236}">
                      <a16:creationId xmlns:a16="http://schemas.microsoft.com/office/drawing/2014/main" id="{1C61DB60-FADD-C036-5E40-5E548BF1C8B7}"/>
                    </a:ext>
                  </a:extLst>
                </p:cNvPr>
                <p:cNvCxnSpPr>
                  <a:cxnSpLocks/>
                  <a:endCxn id="24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Gerade Verbindung mit Pfeil 22">
                  <a:extLst>
                    <a:ext uri="{FF2B5EF4-FFF2-40B4-BE49-F238E27FC236}">
                      <a16:creationId xmlns:a16="http://schemas.microsoft.com/office/drawing/2014/main" id="{F0BCFD08-B672-A7C8-FA5A-4976B6212D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4" name="Textfeld 23">
                      <a:extLst>
                        <a:ext uri="{FF2B5EF4-FFF2-40B4-BE49-F238E27FC236}">
                          <a16:creationId xmlns:a16="http://schemas.microsoft.com/office/drawing/2014/main" id="{26400A67-7684-8DF8-8D30-D4315543A2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5" name="Textfeld 24">
                      <a:extLst>
                        <a:ext uri="{FF2B5EF4-FFF2-40B4-BE49-F238E27FC236}">
                          <a16:creationId xmlns:a16="http://schemas.microsoft.com/office/drawing/2014/main" id="{50BD2AE8-C582-8F02-0B6F-C0414EB0952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26" name="Textfeld 25">
                      <a:extLst>
                        <a:ext uri="{FF2B5EF4-FFF2-40B4-BE49-F238E27FC236}">
                          <a16:creationId xmlns:a16="http://schemas.microsoft.com/office/drawing/2014/main" id="{36EF7F29-6C1F-293B-1E36-1CED744363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2"/>
                      <a:ext cx="224707" cy="351709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70" name="Gerader Verbinder 69">
                  <a:extLst>
                    <a:ext uri="{FF2B5EF4-FFF2-40B4-BE49-F238E27FC236}">
                      <a16:creationId xmlns:a16="http://schemas.microsoft.com/office/drawing/2014/main" id="{F76EF768-CBFD-0A2B-4886-652B1A4D7A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 Verbindung mit Pfeil 20">
                  <a:extLst>
                    <a:ext uri="{FF2B5EF4-FFF2-40B4-BE49-F238E27FC236}">
                      <a16:creationId xmlns:a16="http://schemas.microsoft.com/office/drawing/2014/main" id="{AA4267AA-E9FF-6304-6EFD-D436C58EFE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/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07492513-B2A4-31A6-6D96-E603228B2F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8977" y="7984821"/>
                    <a:ext cx="335280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52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" name="Pfeil: gebogen 16">
                <a:extLst>
                  <a:ext uri="{FF2B5EF4-FFF2-40B4-BE49-F238E27FC236}">
                    <a16:creationId xmlns:a16="http://schemas.microsoft.com/office/drawing/2014/main" id="{2733333E-62D1-CE38-AB5F-8A79356894FC}"/>
                  </a:ext>
                </a:extLst>
              </p:cNvPr>
              <p:cNvSpPr/>
              <p:nvPr/>
            </p:nvSpPr>
            <p:spPr>
              <a:xfrm rot="3284240" flipH="1">
                <a:off x="1652561" y="8437356"/>
                <a:ext cx="605640" cy="601238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8C4E64B5-D3B7-C85A-5EDA-4B86A62E8ED5}"/>
                </a:ext>
              </a:extLst>
            </p:cNvPr>
            <p:cNvGrpSpPr/>
            <p:nvPr/>
          </p:nvGrpSpPr>
          <p:grpSpPr>
            <a:xfrm>
              <a:off x="1221746" y="4471848"/>
              <a:ext cx="3608060" cy="1774976"/>
              <a:chOff x="1221746" y="3648891"/>
              <a:chExt cx="3608059" cy="1774977"/>
            </a:xfrm>
          </p:grpSpPr>
          <p:grpSp>
            <p:nvGrpSpPr>
              <p:cNvPr id="97" name="Gruppieren 96">
                <a:extLst>
                  <a:ext uri="{FF2B5EF4-FFF2-40B4-BE49-F238E27FC236}">
                    <a16:creationId xmlns:a16="http://schemas.microsoft.com/office/drawing/2014/main" id="{2FF09B91-206A-0F02-F517-B113979E0CC7}"/>
                  </a:ext>
                </a:extLst>
              </p:cNvPr>
              <p:cNvGrpSpPr/>
              <p:nvPr/>
            </p:nvGrpSpPr>
            <p:grpSpPr>
              <a:xfrm>
                <a:off x="1221746" y="3648891"/>
                <a:ext cx="3608059" cy="1693398"/>
                <a:chOff x="2981773" y="6037979"/>
                <a:chExt cx="2170040" cy="1018482"/>
              </a:xfrm>
            </p:grpSpPr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076B0058-223B-94F1-C0C1-EDE04F4DBD9B}"/>
                    </a:ext>
                  </a:extLst>
                </p:cNvPr>
                <p:cNvCxnSpPr>
                  <a:cxnSpLocks/>
                  <a:endCxn id="100" idx="2"/>
                </p:cNvCxnSpPr>
                <p:nvPr/>
              </p:nvCxnSpPr>
              <p:spPr>
                <a:xfrm flipV="1">
                  <a:off x="4045389" y="6389688"/>
                  <a:ext cx="1" cy="499731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Gerade Verbindung mit Pfeil 98">
                  <a:extLst>
                    <a:ext uri="{FF2B5EF4-FFF2-40B4-BE49-F238E27FC236}">
                      <a16:creationId xmlns:a16="http://schemas.microsoft.com/office/drawing/2014/main" id="{149BE14D-F8CE-D611-E1D1-39013940AA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698407" y="6560150"/>
                  <a:ext cx="346982" cy="329268"/>
                </a:xfrm>
                <a:prstGeom prst="straightConnector1">
                  <a:avLst/>
                </a:prstGeom>
                <a:ln w="38100">
                  <a:solidFill>
                    <a:schemeClr val="accent6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0" name="Textfeld 99">
                      <a:extLst>
                        <a:ext uri="{FF2B5EF4-FFF2-40B4-BE49-F238E27FC236}">
                          <a16:creationId xmlns:a16="http://schemas.microsoft.com/office/drawing/2014/main" id="{0899677E-1740-3E53-B574-015C6BC0E64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907678" y="6037979"/>
                      <a:ext cx="275424" cy="351709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dirty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F9DC249A-9650-F302-353E-132DDB4A37D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2981773" y="6704752"/>
                      <a:ext cx="346982" cy="351709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de-DE" sz="32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sz="3200" i="0" dirty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de-DE" sz="32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de-DE" sz="3200" dirty="0"/>
                    </a:p>
                  </p:txBody>
                </p:sp>
              </mc:Choice>
              <mc:Fallback xmlns=""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69D27BA2-A137-A851-BCDA-FCAAC0264B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flipH="1">
                      <a:off x="3448341" y="6242903"/>
                      <a:ext cx="224707" cy="351709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03" name="Gerader Verbinder 102">
                  <a:extLst>
                    <a:ext uri="{FF2B5EF4-FFF2-40B4-BE49-F238E27FC236}">
                      <a16:creationId xmlns:a16="http://schemas.microsoft.com/office/drawing/2014/main" id="{4ECEEF8B-5DEA-00FD-ABB9-1F273FFEFB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045389" y="6889418"/>
                  <a:ext cx="1106424" cy="0"/>
                </a:xfrm>
                <a:prstGeom prst="line">
                  <a:avLst/>
                </a:prstGeom>
                <a:ln w="38100">
                  <a:solidFill>
                    <a:srgbClr val="0070C0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Gerade Verbindung mit Pfeil 103">
                  <a:extLst>
                    <a:ext uri="{FF2B5EF4-FFF2-40B4-BE49-F238E27FC236}">
                      <a16:creationId xmlns:a16="http://schemas.microsoft.com/office/drawing/2014/main" id="{BF8D0D75-23B4-46E2-D657-F6F281069C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28755" y="6889418"/>
                  <a:ext cx="786045" cy="0"/>
                </a:xfrm>
                <a:prstGeom prst="straightConnector1">
                  <a:avLst/>
                </a:prstGeom>
                <a:ln w="38100">
                  <a:solidFill>
                    <a:srgbClr val="0070C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sz="3200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de-DE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de-DE" sz="3200" dirty="0"/>
                  </a:p>
                </p:txBody>
              </p:sp>
            </mc:Choice>
            <mc:Fallback xmlns="">
              <p:sp>
                <p:nvSpPr>
                  <p:cNvPr id="18" name="Textfeld 17">
                    <a:extLst>
                      <a:ext uri="{FF2B5EF4-FFF2-40B4-BE49-F238E27FC236}">
                        <a16:creationId xmlns:a16="http://schemas.microsoft.com/office/drawing/2014/main" id="{252174CC-C827-5AE0-F0F9-E51060EF04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167" y="4369772"/>
                    <a:ext cx="335280" cy="584775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r="-1690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Pfeil: gebogen 18">
                <a:extLst>
                  <a:ext uri="{FF2B5EF4-FFF2-40B4-BE49-F238E27FC236}">
                    <a16:creationId xmlns:a16="http://schemas.microsoft.com/office/drawing/2014/main" id="{A8B1F3D9-E51E-5413-C4D2-C9189F0A60BD}"/>
                  </a:ext>
                </a:extLst>
              </p:cNvPr>
              <p:cNvSpPr/>
              <p:nvPr/>
            </p:nvSpPr>
            <p:spPr>
              <a:xfrm rot="3284240" flipH="1">
                <a:off x="1667285" y="4844383"/>
                <a:ext cx="581598" cy="577371"/>
              </a:xfrm>
              <a:prstGeom prst="circularArrow">
                <a:avLst>
                  <a:gd name="adj1" fmla="val 7185"/>
                  <a:gd name="adj2" fmla="val 923709"/>
                  <a:gd name="adj3" fmla="val 20442418"/>
                  <a:gd name="adj4" fmla="val 10984637"/>
                  <a:gd name="adj5" fmla="val 13351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320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08251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8220693-A844-AF27-31AE-8FD92ACE91E9}"/>
              </a:ext>
            </a:extLst>
          </p:cNvPr>
          <p:cNvGrpSpPr/>
          <p:nvPr/>
        </p:nvGrpSpPr>
        <p:grpSpPr>
          <a:xfrm>
            <a:off x="789114" y="277175"/>
            <a:ext cx="5279771" cy="11637650"/>
            <a:chOff x="306861" y="3247338"/>
            <a:chExt cx="3175479" cy="6999378"/>
          </a:xfrm>
        </p:grpSpPr>
        <p:sp>
          <p:nvSpPr>
            <p:cNvPr id="123" name="Zylinder 122">
              <a:extLst>
                <a:ext uri="{FF2B5EF4-FFF2-40B4-BE49-F238E27FC236}">
                  <a16:creationId xmlns:a16="http://schemas.microsoft.com/office/drawing/2014/main" id="{CBF02764-9737-1E05-5415-565BF38155D8}"/>
                </a:ext>
              </a:extLst>
            </p:cNvPr>
            <p:cNvSpPr/>
            <p:nvPr/>
          </p:nvSpPr>
          <p:spPr>
            <a:xfrm>
              <a:off x="988332" y="9011220"/>
              <a:ext cx="1284696" cy="889568"/>
            </a:xfrm>
            <a:prstGeom prst="can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Würfel 123">
              <a:extLst>
                <a:ext uri="{FF2B5EF4-FFF2-40B4-BE49-F238E27FC236}">
                  <a16:creationId xmlns:a16="http://schemas.microsoft.com/office/drawing/2014/main" id="{04D6890C-0C5A-47CC-C7BA-AFE783E9F95B}"/>
                </a:ext>
              </a:extLst>
            </p:cNvPr>
            <p:cNvSpPr/>
            <p:nvPr/>
          </p:nvSpPr>
          <p:spPr>
            <a:xfrm flipH="1">
              <a:off x="1413302" y="8338753"/>
              <a:ext cx="404023" cy="834235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Zylinder 3">
              <a:extLst>
                <a:ext uri="{FF2B5EF4-FFF2-40B4-BE49-F238E27FC236}">
                  <a16:creationId xmlns:a16="http://schemas.microsoft.com/office/drawing/2014/main" id="{E2B37896-680D-305F-F309-8EB729150505}"/>
                </a:ext>
              </a:extLst>
            </p:cNvPr>
            <p:cNvSpPr/>
            <p:nvPr/>
          </p:nvSpPr>
          <p:spPr>
            <a:xfrm rot="16200000">
              <a:off x="1421154" y="7847929"/>
              <a:ext cx="342393" cy="855982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Würfel 6">
              <a:extLst>
                <a:ext uri="{FF2B5EF4-FFF2-40B4-BE49-F238E27FC236}">
                  <a16:creationId xmlns:a16="http://schemas.microsoft.com/office/drawing/2014/main" id="{7783CC95-3B0E-2EBC-3759-89C5EF63403D}"/>
                </a:ext>
              </a:extLst>
            </p:cNvPr>
            <p:cNvSpPr/>
            <p:nvPr/>
          </p:nvSpPr>
          <p:spPr>
            <a:xfrm flipH="1">
              <a:off x="1421153" y="6214716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Zylinder 7">
              <a:extLst>
                <a:ext uri="{FF2B5EF4-FFF2-40B4-BE49-F238E27FC236}">
                  <a16:creationId xmlns:a16="http://schemas.microsoft.com/office/drawing/2014/main" id="{E5676AC1-EC7E-2CE8-D48C-B6A55B3DF2E7}"/>
                </a:ext>
              </a:extLst>
            </p:cNvPr>
            <p:cNvSpPr/>
            <p:nvPr/>
          </p:nvSpPr>
          <p:spPr>
            <a:xfrm rot="16200000">
              <a:off x="1421154" y="5697703"/>
              <a:ext cx="342393" cy="855982"/>
            </a:xfrm>
            <a:prstGeom prst="can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Würfel 8">
              <a:extLst>
                <a:ext uri="{FF2B5EF4-FFF2-40B4-BE49-F238E27FC236}">
                  <a16:creationId xmlns:a16="http://schemas.microsoft.com/office/drawing/2014/main" id="{D5D370D3-7F65-F532-DAB8-332320913891}"/>
                </a:ext>
              </a:extLst>
            </p:cNvPr>
            <p:cNvSpPr/>
            <p:nvPr/>
          </p:nvSpPr>
          <p:spPr>
            <a:xfrm flipH="1">
              <a:off x="1421153" y="4064490"/>
              <a:ext cx="404023" cy="1972182"/>
            </a:xfrm>
            <a:prstGeom prst="cube">
              <a:avLst>
                <a:gd name="adj" fmla="val 1785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5" name="Gruppieren 84">
              <a:extLst>
                <a:ext uri="{FF2B5EF4-FFF2-40B4-BE49-F238E27FC236}">
                  <a16:creationId xmlns:a16="http://schemas.microsoft.com/office/drawing/2014/main" id="{057F31F1-2B64-D540-5CAC-9C40FFF8CD0B}"/>
                </a:ext>
              </a:extLst>
            </p:cNvPr>
            <p:cNvGrpSpPr/>
            <p:nvPr/>
          </p:nvGrpSpPr>
          <p:grpSpPr>
            <a:xfrm>
              <a:off x="567064" y="7430696"/>
              <a:ext cx="2170040" cy="1036105"/>
              <a:chOff x="2981773" y="6037979"/>
              <a:chExt cx="2170040" cy="1036105"/>
            </a:xfrm>
          </p:grpSpPr>
          <p:cxnSp>
            <p:nvCxnSpPr>
              <p:cNvPr id="22" name="Gerade Verbindung mit Pfeil 21">
                <a:extLst>
                  <a:ext uri="{FF2B5EF4-FFF2-40B4-BE49-F238E27FC236}">
                    <a16:creationId xmlns:a16="http://schemas.microsoft.com/office/drawing/2014/main" id="{1C61DB60-FADD-C036-5E40-5E548BF1C8B7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 Verbindung mit Pfeil 22">
                <a:extLst>
                  <a:ext uri="{FF2B5EF4-FFF2-40B4-BE49-F238E27FC236}">
                    <a16:creationId xmlns:a16="http://schemas.microsoft.com/office/drawing/2014/main" id="{F0BCFD08-B672-A7C8-FA5A-4976B6212D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26400A67-7684-8DF8-8D30-D4315543A2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0BD2AE8-C582-8F02-0B6F-C0414EB0952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26" name="Textfeld 25">
                    <a:extLst>
                      <a:ext uri="{FF2B5EF4-FFF2-40B4-BE49-F238E27FC236}">
                        <a16:creationId xmlns:a16="http://schemas.microsoft.com/office/drawing/2014/main" id="{36EF7F29-6C1F-293B-1E36-1CED744363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Gerader Verbinder 69">
                <a:extLst>
                  <a:ext uri="{FF2B5EF4-FFF2-40B4-BE49-F238E27FC236}">
                    <a16:creationId xmlns:a16="http://schemas.microsoft.com/office/drawing/2014/main" id="{F76EF768-CBFD-0A2B-4886-652B1A4D7A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 Verbindung mit Pfeil 20">
                <a:extLst>
                  <a:ext uri="{FF2B5EF4-FFF2-40B4-BE49-F238E27FC236}">
                    <a16:creationId xmlns:a16="http://schemas.microsoft.com/office/drawing/2014/main" id="{AA4267AA-E9FF-6304-6EFD-D436C58EF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2FF09B91-206A-0F02-F517-B113979E0CC7}"/>
                </a:ext>
              </a:extLst>
            </p:cNvPr>
            <p:cNvGrpSpPr/>
            <p:nvPr/>
          </p:nvGrpSpPr>
          <p:grpSpPr>
            <a:xfrm>
              <a:off x="567064" y="5275234"/>
              <a:ext cx="2170040" cy="1036105"/>
              <a:chOff x="2981773" y="6037979"/>
              <a:chExt cx="2170040" cy="1036105"/>
            </a:xfrm>
          </p:grpSpPr>
          <p:cxnSp>
            <p:nvCxnSpPr>
              <p:cNvPr id="98" name="Gerade Verbindung mit Pfeil 97">
                <a:extLst>
                  <a:ext uri="{FF2B5EF4-FFF2-40B4-BE49-F238E27FC236}">
                    <a16:creationId xmlns:a16="http://schemas.microsoft.com/office/drawing/2014/main" id="{076B0058-223B-94F1-C0C1-EDE04F4DBD9B}"/>
                  </a:ext>
                </a:extLst>
              </p:cNvPr>
              <p:cNvCxnSpPr>
                <a:cxnSpLocks/>
                <a:endCxn id="100" idx="2"/>
              </p:cNvCxnSpPr>
              <p:nvPr/>
            </p:nvCxnSpPr>
            <p:spPr>
              <a:xfrm flipV="1">
                <a:off x="4045389" y="6407311"/>
                <a:ext cx="1" cy="482108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 Verbindung mit Pfeil 98">
                <a:extLst>
                  <a:ext uri="{FF2B5EF4-FFF2-40B4-BE49-F238E27FC236}">
                    <a16:creationId xmlns:a16="http://schemas.microsoft.com/office/drawing/2014/main" id="{149BE14D-F8CE-D611-E1D1-39013940AA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98407" y="6560150"/>
                <a:ext cx="346982" cy="329268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0" name="Textfeld 99">
                    <a:extLst>
                      <a:ext uri="{FF2B5EF4-FFF2-40B4-BE49-F238E27FC236}">
                        <a16:creationId xmlns:a16="http://schemas.microsoft.com/office/drawing/2014/main" id="{0899677E-1740-3E53-B574-015C6BC0E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907678" y="6037979"/>
                    <a:ext cx="27542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F9DC249A-9650-F302-353E-132DDB4A37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981773" y="6704752"/>
                    <a:ext cx="34698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69D27BA2-A137-A851-BCDA-FCAAC0264B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448341" y="6242902"/>
                    <a:ext cx="22470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4ECEEF8B-5DEA-00FD-ABB9-1F273FFEFB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106424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 Verbindung mit Pfeil 103">
                <a:extLst>
                  <a:ext uri="{FF2B5EF4-FFF2-40B4-BE49-F238E27FC236}">
                    <a16:creationId xmlns:a16="http://schemas.microsoft.com/office/drawing/2014/main" id="{BF8D0D75-23B4-46E2-D657-F6F281069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28755" y="6889418"/>
                <a:ext cx="786045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5" name="Gruppieren 104">
              <a:extLst>
                <a:ext uri="{FF2B5EF4-FFF2-40B4-BE49-F238E27FC236}">
                  <a16:creationId xmlns:a16="http://schemas.microsoft.com/office/drawing/2014/main" id="{D9E4B032-7741-C4E4-623D-5825A65099D5}"/>
                </a:ext>
              </a:extLst>
            </p:cNvPr>
            <p:cNvGrpSpPr/>
            <p:nvPr/>
          </p:nvGrpSpPr>
          <p:grpSpPr>
            <a:xfrm>
              <a:off x="306861" y="8559320"/>
              <a:ext cx="2337279" cy="1687396"/>
              <a:chOff x="2721570" y="6032988"/>
              <a:chExt cx="2337279" cy="1687396"/>
            </a:xfrm>
          </p:grpSpPr>
          <p:cxnSp>
            <p:nvCxnSpPr>
              <p:cNvPr id="106" name="Gerade Verbindung mit Pfeil 105">
                <a:extLst>
                  <a:ext uri="{FF2B5EF4-FFF2-40B4-BE49-F238E27FC236}">
                    <a16:creationId xmlns:a16="http://schemas.microsoft.com/office/drawing/2014/main" id="{3EB05616-2539-C760-285B-A0ABAFDA6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582936" y="6447913"/>
                <a:ext cx="462453" cy="441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 Verbindung mit Pfeil 106">
                <a:extLst>
                  <a:ext uri="{FF2B5EF4-FFF2-40B4-BE49-F238E27FC236}">
                    <a16:creationId xmlns:a16="http://schemas.microsoft.com/office/drawing/2014/main" id="{B9A0E9CC-4B81-421A-CE9A-AE7620C522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37872" y="6889418"/>
                <a:ext cx="7517" cy="522013"/>
              </a:xfrm>
              <a:prstGeom prst="straightConnector1">
                <a:avLst/>
              </a:prstGeom>
              <a:ln w="38100">
                <a:solidFill>
                  <a:schemeClr val="accent6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8" name="Textfeld 107">
                    <a:extLst>
                      <a:ext uri="{FF2B5EF4-FFF2-40B4-BE49-F238E27FC236}">
                        <a16:creationId xmlns:a16="http://schemas.microsoft.com/office/drawing/2014/main" id="{460E441B-DC8F-1F58-BE92-207B8EB6666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167369" y="6032988"/>
                    <a:ext cx="275424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4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dirty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09" name="Textfeld 108">
                    <a:extLst>
                      <a:ext uri="{FF2B5EF4-FFF2-40B4-BE49-F238E27FC236}">
                        <a16:creationId xmlns:a16="http://schemas.microsoft.com/office/drawing/2014/main" id="{20BBD46F-DF2E-23EC-66D2-50B28C9322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2721570" y="6745006"/>
                    <a:ext cx="3469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368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de-DE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0" dirty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b="0" i="0" dirty="0" smtClean="0">
                                  <a:latin typeface="Cambria Math" panose="02040503050406030204" pitchFamily="18" charset="0"/>
                                </a:rPr>
                                <m:t>Base</m:t>
                              </m:r>
                            </m:sub>
                          </m:sSub>
                        </m:oMath>
                      </m:oMathPara>
                    </a14:m>
                    <a:endParaRPr lang="de-DE" dirty="0"/>
                  </a:p>
                </p:txBody>
              </p:sp>
            </mc:Choice>
            <mc:Fallback xmlns="">
              <p:sp>
                <p:nvSpPr>
                  <p:cNvPr id="110" name="Textfeld 109">
                    <a:extLst>
                      <a:ext uri="{FF2B5EF4-FFF2-40B4-BE49-F238E27FC236}">
                        <a16:creationId xmlns:a16="http://schemas.microsoft.com/office/drawing/2014/main" id="{F96FAE1C-8538-8188-30CD-762FFED3C7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3871898" y="7351052"/>
                    <a:ext cx="22470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7541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CE9E845E-BC17-57BE-D86F-78CBC7B96C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45389" y="6889418"/>
                <a:ext cx="1013460" cy="0"/>
              </a:xfrm>
              <a:prstGeom prst="line">
                <a:avLst/>
              </a:prstGeom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 Verbindung mit Pfeil 111">
                <a:extLst>
                  <a:ext uri="{FF2B5EF4-FFF2-40B4-BE49-F238E27FC236}">
                    <a16:creationId xmlns:a16="http://schemas.microsoft.com/office/drawing/2014/main" id="{D3F15F62-8BA1-A2FA-FBA9-A00DAC055B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7649" y="6889418"/>
                <a:ext cx="1037151" cy="0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14" name="Gerade Verbindung mit Pfeil 113">
              <a:extLst>
                <a:ext uri="{FF2B5EF4-FFF2-40B4-BE49-F238E27FC236}">
                  <a16:creationId xmlns:a16="http://schemas.microsoft.com/office/drawing/2014/main" id="{C8705E9E-2AB5-BB9F-DC94-6A605AC32149}"/>
                </a:ext>
              </a:extLst>
            </p:cNvPr>
            <p:cNvCxnSpPr/>
            <p:nvPr/>
          </p:nvCxnSpPr>
          <p:spPr>
            <a:xfrm flipV="1">
              <a:off x="2526445" y="6157808"/>
              <a:ext cx="0" cy="211811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D8C2CE2B-C577-7E41-16C0-AE6AF87E26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8825" y="8309263"/>
              <a:ext cx="0" cy="1106487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Gerade Verbindung mit Pfeil 135">
              <a:extLst>
                <a:ext uri="{FF2B5EF4-FFF2-40B4-BE49-F238E27FC236}">
                  <a16:creationId xmlns:a16="http://schemas.microsoft.com/office/drawing/2014/main" id="{BAB8FBCE-C5C3-670D-F969-C7671A685E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6445" y="4119918"/>
              <a:ext cx="0" cy="1916754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Gerade Verbindung mit Pfeil 137">
              <a:extLst>
                <a:ext uri="{FF2B5EF4-FFF2-40B4-BE49-F238E27FC236}">
                  <a16:creationId xmlns:a16="http://schemas.microsoft.com/office/drawing/2014/main" id="{2819CE9B-8319-A2AE-9653-BCD4D0C9FD8E}"/>
                </a:ext>
              </a:extLst>
            </p:cNvPr>
            <p:cNvCxnSpPr>
              <a:cxnSpLocks/>
              <a:endCxn id="140" idx="2"/>
            </p:cNvCxnSpPr>
            <p:nvPr/>
          </p:nvCxnSpPr>
          <p:spPr>
            <a:xfrm flipV="1">
              <a:off x="1615748" y="3616670"/>
              <a:ext cx="1" cy="482108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Gerade Verbindung mit Pfeil 138">
              <a:extLst>
                <a:ext uri="{FF2B5EF4-FFF2-40B4-BE49-F238E27FC236}">
                  <a16:creationId xmlns:a16="http://schemas.microsoft.com/office/drawing/2014/main" id="{BE9409D7-61DB-EFAC-11C8-4E30DAF714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273" y="4098777"/>
              <a:ext cx="522475" cy="8251"/>
            </a:xfrm>
            <a:prstGeom prst="straightConnector1">
              <a:avLst/>
            </a:prstGeom>
            <a:ln w="38100">
              <a:solidFill>
                <a:schemeClr val="accent6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/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0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0" name="Textfeld 139">
                  <a:extLst>
                    <a:ext uri="{FF2B5EF4-FFF2-40B4-BE49-F238E27FC236}">
                      <a16:creationId xmlns:a16="http://schemas.microsoft.com/office/drawing/2014/main" id="{B09D00AA-1601-091D-3766-00D81646A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1478037" y="3247338"/>
                  <a:ext cx="27542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/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dirty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a:rPr lang="de-DE" b="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1" name="Textfeld 140">
                  <a:extLst>
                    <a:ext uri="{FF2B5EF4-FFF2-40B4-BE49-F238E27FC236}">
                      <a16:creationId xmlns:a16="http://schemas.microsoft.com/office/drawing/2014/main" id="{28560CEC-36D0-C858-0BC1-29B3D535F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903716" y="4418855"/>
                  <a:ext cx="34698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/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0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de-DE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42" name="Textfeld 141">
                  <a:extLst>
                    <a:ext uri="{FF2B5EF4-FFF2-40B4-BE49-F238E27FC236}">
                      <a16:creationId xmlns:a16="http://schemas.microsoft.com/office/drawing/2014/main" id="{B1124205-6DE9-7914-C6F6-3E287AEE63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720177" y="3857724"/>
                  <a:ext cx="22470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4" name="Gerade Verbindung mit Pfeil 143">
              <a:extLst>
                <a:ext uri="{FF2B5EF4-FFF2-40B4-BE49-F238E27FC236}">
                  <a16:creationId xmlns:a16="http://schemas.microsoft.com/office/drawing/2014/main" id="{EAD2399D-689D-A72B-9508-3D4597EBEE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2602" y="4081491"/>
              <a:ext cx="420348" cy="462504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Gerader Verbinder 146">
              <a:extLst>
                <a:ext uri="{FF2B5EF4-FFF2-40B4-BE49-F238E27FC236}">
                  <a16:creationId xmlns:a16="http://schemas.microsoft.com/office/drawing/2014/main" id="{BBFB9CFE-8DB8-C06D-9CC2-7F3CDA587D6F}"/>
                </a:ext>
              </a:extLst>
            </p:cNvPr>
            <p:cNvCxnSpPr>
              <a:cxnSpLocks/>
            </p:cNvCxnSpPr>
            <p:nvPr/>
          </p:nvCxnSpPr>
          <p:spPr>
            <a:xfrm>
              <a:off x="1569542" y="4098777"/>
              <a:ext cx="1167562" cy="0"/>
            </a:xfrm>
            <a:prstGeom prst="line">
              <a:avLst/>
            </a:prstGeom>
            <a:ln w="38100">
              <a:solidFill>
                <a:srgbClr val="00B05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1798379A-BF49-4ED1-83D4-7368B3EDD546}"/>
                </a:ext>
              </a:extLst>
            </p:cNvPr>
            <p:cNvSpPr txBox="1"/>
            <p:nvPr/>
          </p:nvSpPr>
          <p:spPr>
            <a:xfrm>
              <a:off x="2658246" y="8665133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10 cm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0E05C1FF-6B28-5EBF-F8FF-AD1053DECBA4}"/>
                </a:ext>
              </a:extLst>
            </p:cNvPr>
            <p:cNvSpPr txBox="1"/>
            <p:nvPr/>
          </p:nvSpPr>
          <p:spPr>
            <a:xfrm>
              <a:off x="2644140" y="7026572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30 cm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557FEAE3-3000-2C6C-45DC-03764EF89274}"/>
                </a:ext>
              </a:extLst>
            </p:cNvPr>
            <p:cNvSpPr txBox="1"/>
            <p:nvPr/>
          </p:nvSpPr>
          <p:spPr>
            <a:xfrm>
              <a:off x="2644140" y="4864277"/>
              <a:ext cx="824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25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87496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79</Words>
  <Application>Microsoft Office PowerPoint</Application>
  <PresentationFormat>Breitbild</PresentationFormat>
  <Paragraphs>70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Constantin Valentin Sul</dc:creator>
  <cp:lastModifiedBy>Constantin Valentin Sul</cp:lastModifiedBy>
  <cp:revision>4</cp:revision>
  <dcterms:created xsi:type="dcterms:W3CDTF">2025-06-24T11:29:39Z</dcterms:created>
  <dcterms:modified xsi:type="dcterms:W3CDTF">2025-06-24T16:08:47Z</dcterms:modified>
</cp:coreProperties>
</file>